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0"/>
  </p:notesMasterIdLst>
  <p:sldIdLst>
    <p:sldId id="256" r:id="rId2"/>
    <p:sldId id="555" r:id="rId3"/>
    <p:sldId id="556" r:id="rId4"/>
    <p:sldId id="557" r:id="rId5"/>
    <p:sldId id="558" r:id="rId6"/>
    <p:sldId id="552" r:id="rId7"/>
    <p:sldId id="553" r:id="rId8"/>
    <p:sldId id="554" r:id="rId9"/>
    <p:sldId id="303" r:id="rId10"/>
    <p:sldId id="417" r:id="rId11"/>
    <p:sldId id="418" r:id="rId12"/>
    <p:sldId id="427" r:id="rId13"/>
    <p:sldId id="426" r:id="rId14"/>
    <p:sldId id="419" r:id="rId15"/>
    <p:sldId id="559" r:id="rId16"/>
    <p:sldId id="434" r:id="rId17"/>
    <p:sldId id="480" r:id="rId18"/>
    <p:sldId id="482" r:id="rId19"/>
    <p:sldId id="438" r:id="rId20"/>
    <p:sldId id="481" r:id="rId21"/>
    <p:sldId id="439" r:id="rId22"/>
    <p:sldId id="278" r:id="rId23"/>
    <p:sldId id="484" r:id="rId24"/>
    <p:sldId id="504" r:id="rId25"/>
    <p:sldId id="259" r:id="rId26"/>
    <p:sldId id="277" r:id="rId27"/>
    <p:sldId id="483" r:id="rId28"/>
    <p:sldId id="280" r:id="rId29"/>
    <p:sldId id="281" r:id="rId30"/>
    <p:sldId id="282" r:id="rId31"/>
    <p:sldId id="284" r:id="rId32"/>
    <p:sldId id="283" r:id="rId33"/>
    <p:sldId id="285" r:id="rId34"/>
    <p:sldId id="286" r:id="rId35"/>
    <p:sldId id="287" r:id="rId36"/>
    <p:sldId id="288" r:id="rId37"/>
    <p:sldId id="305" r:id="rId38"/>
    <p:sldId id="306" r:id="rId39"/>
    <p:sldId id="307" r:id="rId40"/>
    <p:sldId id="304" r:id="rId41"/>
    <p:sldId id="360" r:id="rId42"/>
    <p:sldId id="361" r:id="rId43"/>
    <p:sldId id="362" r:id="rId44"/>
    <p:sldId id="363" r:id="rId45"/>
    <p:sldId id="364" r:id="rId46"/>
    <p:sldId id="365" r:id="rId47"/>
    <p:sldId id="367" r:id="rId48"/>
    <p:sldId id="366" r:id="rId49"/>
    <p:sldId id="371" r:id="rId50"/>
    <p:sldId id="375" r:id="rId51"/>
    <p:sldId id="376" r:id="rId52"/>
    <p:sldId id="373" r:id="rId53"/>
    <p:sldId id="377" r:id="rId54"/>
    <p:sldId id="551" r:id="rId55"/>
    <p:sldId id="378" r:id="rId56"/>
    <p:sldId id="401" r:id="rId57"/>
    <p:sldId id="402" r:id="rId58"/>
    <p:sldId id="479" r:id="rId59"/>
    <p:sldId id="403" r:id="rId60"/>
    <p:sldId id="399" r:id="rId61"/>
    <p:sldId id="404" r:id="rId62"/>
    <p:sldId id="405" r:id="rId63"/>
    <p:sldId id="406" r:id="rId64"/>
    <p:sldId id="400" r:id="rId65"/>
    <p:sldId id="408" r:id="rId66"/>
    <p:sldId id="409" r:id="rId67"/>
    <p:sldId id="413" r:id="rId68"/>
    <p:sldId id="536" r:id="rId69"/>
    <p:sldId id="312" r:id="rId70"/>
    <p:sldId id="540" r:id="rId71"/>
    <p:sldId id="541" r:id="rId72"/>
    <p:sldId id="542" r:id="rId73"/>
    <p:sldId id="478" r:id="rId74"/>
    <p:sldId id="550" r:id="rId75"/>
    <p:sldId id="1532" r:id="rId76"/>
    <p:sldId id="1526" r:id="rId77"/>
    <p:sldId id="1527" r:id="rId78"/>
    <p:sldId id="1530" r:id="rId79"/>
    <p:sldId id="1531" r:id="rId80"/>
    <p:sldId id="1528" r:id="rId81"/>
    <p:sldId id="1529" r:id="rId82"/>
    <p:sldId id="290" r:id="rId83"/>
    <p:sldId id="485" r:id="rId84"/>
    <p:sldId id="464" r:id="rId85"/>
    <p:sldId id="486" r:id="rId86"/>
    <p:sldId id="463" r:id="rId87"/>
    <p:sldId id="1535" r:id="rId88"/>
    <p:sldId id="311" r:id="rId89"/>
    <p:sldId id="1533" r:id="rId90"/>
    <p:sldId id="313" r:id="rId91"/>
    <p:sldId id="315" r:id="rId92"/>
    <p:sldId id="314" r:id="rId93"/>
    <p:sldId id="316" r:id="rId94"/>
    <p:sldId id="318" r:id="rId95"/>
    <p:sldId id="320" r:id="rId96"/>
    <p:sldId id="319" r:id="rId97"/>
    <p:sldId id="321" r:id="rId98"/>
    <p:sldId id="322" r:id="rId99"/>
    <p:sldId id="323" r:id="rId100"/>
    <p:sldId id="324" r:id="rId101"/>
    <p:sldId id="325" r:id="rId102"/>
    <p:sldId id="326" r:id="rId103"/>
    <p:sldId id="327" r:id="rId104"/>
    <p:sldId id="328" r:id="rId105"/>
    <p:sldId id="329" r:id="rId106"/>
    <p:sldId id="330" r:id="rId107"/>
    <p:sldId id="331" r:id="rId108"/>
    <p:sldId id="332" r:id="rId10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F516933-4393-4163-B85F-99BD1B9BFE23}" v="13" dt="2022-12-02T01:36:03.4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754"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viewProps" Target="view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theme" Target="theme/theme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notesMaster" Target="notesMasters/notesMaster1.xml"/><Relationship Id="rId115" Type="http://schemas.microsoft.com/office/2016/11/relationships/changesInfo" Target="changesInfos/changesInfo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 Jianwen" userId="486b6c6cd3696673" providerId="LiveId" clId="{722EFA00-AE60-4EA0-94EA-EC5F89B249F1}"/>
    <pc:docChg chg="custSel addSld delSld modSld">
      <pc:chgData name="Li Jianwen" userId="486b6c6cd3696673" providerId="LiveId" clId="{722EFA00-AE60-4EA0-94EA-EC5F89B249F1}" dt="2022-05-19T03:00:16.686" v="440" actId="20577"/>
      <pc:docMkLst>
        <pc:docMk/>
      </pc:docMkLst>
      <pc:sldChg chg="modSp new mod">
        <pc:chgData name="Li Jianwen" userId="486b6c6cd3696673" providerId="LiveId" clId="{722EFA00-AE60-4EA0-94EA-EC5F89B249F1}" dt="2022-05-16T08:36:54.376" v="326" actId="20577"/>
        <pc:sldMkLst>
          <pc:docMk/>
          <pc:sldMk cId="3508553548" sldId="256"/>
        </pc:sldMkLst>
        <pc:spChg chg="mod">
          <ac:chgData name="Li Jianwen" userId="486b6c6cd3696673" providerId="LiveId" clId="{722EFA00-AE60-4EA0-94EA-EC5F89B249F1}" dt="2022-05-16T08:36:54.376" v="326" actId="20577"/>
          <ac:spMkLst>
            <pc:docMk/>
            <pc:sldMk cId="3508553548" sldId="256"/>
            <ac:spMk id="2" creationId="{27DD0DFC-558B-17EC-70E0-43D8E36D4BA0}"/>
          </ac:spMkLst>
        </pc:spChg>
        <pc:spChg chg="mod">
          <ac:chgData name="Li Jianwen" userId="486b6c6cd3696673" providerId="LiveId" clId="{722EFA00-AE60-4EA0-94EA-EC5F89B249F1}" dt="2022-05-08T08:06:53.206" v="52" actId="20577"/>
          <ac:spMkLst>
            <pc:docMk/>
            <pc:sldMk cId="3508553548" sldId="256"/>
            <ac:spMk id="3" creationId="{C2761C94-8DFF-A1EF-1E7E-F8311F7E890F}"/>
          </ac:spMkLst>
        </pc:spChg>
      </pc:sldChg>
      <pc:sldChg chg="add">
        <pc:chgData name="Li Jianwen" userId="486b6c6cd3696673" providerId="LiveId" clId="{722EFA00-AE60-4EA0-94EA-EC5F89B249F1}" dt="2022-05-16T07:45:59.194" v="304"/>
        <pc:sldMkLst>
          <pc:docMk/>
          <pc:sldMk cId="3700294272" sldId="259"/>
        </pc:sldMkLst>
      </pc:sldChg>
      <pc:sldChg chg="add">
        <pc:chgData name="Li Jianwen" userId="486b6c6cd3696673" providerId="LiveId" clId="{722EFA00-AE60-4EA0-94EA-EC5F89B249F1}" dt="2022-05-16T07:45:59.194" v="304"/>
        <pc:sldMkLst>
          <pc:docMk/>
          <pc:sldMk cId="3823365055" sldId="268"/>
        </pc:sldMkLst>
      </pc:sldChg>
      <pc:sldChg chg="add">
        <pc:chgData name="Li Jianwen" userId="486b6c6cd3696673" providerId="LiveId" clId="{722EFA00-AE60-4EA0-94EA-EC5F89B249F1}" dt="2022-05-16T07:45:59.194" v="304"/>
        <pc:sldMkLst>
          <pc:docMk/>
          <pc:sldMk cId="1140452374" sldId="277"/>
        </pc:sldMkLst>
      </pc:sldChg>
      <pc:sldChg chg="add">
        <pc:chgData name="Li Jianwen" userId="486b6c6cd3696673" providerId="LiveId" clId="{722EFA00-AE60-4EA0-94EA-EC5F89B249F1}" dt="2022-05-16T07:45:59.194" v="304"/>
        <pc:sldMkLst>
          <pc:docMk/>
          <pc:sldMk cId="3775324460" sldId="278"/>
        </pc:sldMkLst>
      </pc:sldChg>
      <pc:sldChg chg="add">
        <pc:chgData name="Li Jianwen" userId="486b6c6cd3696673" providerId="LiveId" clId="{722EFA00-AE60-4EA0-94EA-EC5F89B249F1}" dt="2022-05-16T07:45:59.194" v="304"/>
        <pc:sldMkLst>
          <pc:docMk/>
          <pc:sldMk cId="653137610" sldId="280"/>
        </pc:sldMkLst>
      </pc:sldChg>
      <pc:sldChg chg="add">
        <pc:chgData name="Li Jianwen" userId="486b6c6cd3696673" providerId="LiveId" clId="{722EFA00-AE60-4EA0-94EA-EC5F89B249F1}" dt="2022-05-16T07:45:59.194" v="304"/>
        <pc:sldMkLst>
          <pc:docMk/>
          <pc:sldMk cId="231332619" sldId="281"/>
        </pc:sldMkLst>
      </pc:sldChg>
      <pc:sldChg chg="add">
        <pc:chgData name="Li Jianwen" userId="486b6c6cd3696673" providerId="LiveId" clId="{722EFA00-AE60-4EA0-94EA-EC5F89B249F1}" dt="2022-05-16T07:45:59.194" v="304"/>
        <pc:sldMkLst>
          <pc:docMk/>
          <pc:sldMk cId="3995216950" sldId="282"/>
        </pc:sldMkLst>
      </pc:sldChg>
      <pc:sldChg chg="add">
        <pc:chgData name="Li Jianwen" userId="486b6c6cd3696673" providerId="LiveId" clId="{722EFA00-AE60-4EA0-94EA-EC5F89B249F1}" dt="2022-05-16T07:45:59.194" v="304"/>
        <pc:sldMkLst>
          <pc:docMk/>
          <pc:sldMk cId="3759217353" sldId="283"/>
        </pc:sldMkLst>
      </pc:sldChg>
      <pc:sldChg chg="add">
        <pc:chgData name="Li Jianwen" userId="486b6c6cd3696673" providerId="LiveId" clId="{722EFA00-AE60-4EA0-94EA-EC5F89B249F1}" dt="2022-05-16T07:45:59.194" v="304"/>
        <pc:sldMkLst>
          <pc:docMk/>
          <pc:sldMk cId="3518871382" sldId="284"/>
        </pc:sldMkLst>
      </pc:sldChg>
      <pc:sldChg chg="add">
        <pc:chgData name="Li Jianwen" userId="486b6c6cd3696673" providerId="LiveId" clId="{722EFA00-AE60-4EA0-94EA-EC5F89B249F1}" dt="2022-05-16T07:45:59.194" v="304"/>
        <pc:sldMkLst>
          <pc:docMk/>
          <pc:sldMk cId="1626615918" sldId="285"/>
        </pc:sldMkLst>
      </pc:sldChg>
      <pc:sldChg chg="add">
        <pc:chgData name="Li Jianwen" userId="486b6c6cd3696673" providerId="LiveId" clId="{722EFA00-AE60-4EA0-94EA-EC5F89B249F1}" dt="2022-05-16T07:45:59.194" v="304"/>
        <pc:sldMkLst>
          <pc:docMk/>
          <pc:sldMk cId="336719682" sldId="286"/>
        </pc:sldMkLst>
      </pc:sldChg>
      <pc:sldChg chg="add">
        <pc:chgData name="Li Jianwen" userId="486b6c6cd3696673" providerId="LiveId" clId="{722EFA00-AE60-4EA0-94EA-EC5F89B249F1}" dt="2022-05-16T07:45:59.194" v="304"/>
        <pc:sldMkLst>
          <pc:docMk/>
          <pc:sldMk cId="3146549571" sldId="287"/>
        </pc:sldMkLst>
      </pc:sldChg>
      <pc:sldChg chg="add">
        <pc:chgData name="Li Jianwen" userId="486b6c6cd3696673" providerId="LiveId" clId="{722EFA00-AE60-4EA0-94EA-EC5F89B249F1}" dt="2022-05-16T07:45:59.194" v="304"/>
        <pc:sldMkLst>
          <pc:docMk/>
          <pc:sldMk cId="1553947631" sldId="288"/>
        </pc:sldMkLst>
      </pc:sldChg>
      <pc:sldChg chg="add">
        <pc:chgData name="Li Jianwen" userId="486b6c6cd3696673" providerId="LiveId" clId="{722EFA00-AE60-4EA0-94EA-EC5F89B249F1}" dt="2022-05-16T07:45:59.194" v="304"/>
        <pc:sldMkLst>
          <pc:docMk/>
          <pc:sldMk cId="3939016495" sldId="290"/>
        </pc:sldMkLst>
      </pc:sldChg>
      <pc:sldChg chg="modSp add mod">
        <pc:chgData name="Li Jianwen" userId="486b6c6cd3696673" providerId="LiveId" clId="{722EFA00-AE60-4EA0-94EA-EC5F89B249F1}" dt="2022-05-16T07:19:41.348" v="125" actId="20577"/>
        <pc:sldMkLst>
          <pc:docMk/>
          <pc:sldMk cId="824807204" sldId="303"/>
        </pc:sldMkLst>
        <pc:spChg chg="mod">
          <ac:chgData name="Li Jianwen" userId="486b6c6cd3696673" providerId="LiveId" clId="{722EFA00-AE60-4EA0-94EA-EC5F89B249F1}" dt="2022-05-16T07:19:07.453" v="79" actId="20577"/>
          <ac:spMkLst>
            <pc:docMk/>
            <pc:sldMk cId="824807204" sldId="303"/>
            <ac:spMk id="2" creationId="{98AD596F-E022-4587-96AA-035F34BFFF11}"/>
          </ac:spMkLst>
        </pc:spChg>
        <pc:spChg chg="mod">
          <ac:chgData name="Li Jianwen" userId="486b6c6cd3696673" providerId="LiveId" clId="{722EFA00-AE60-4EA0-94EA-EC5F89B249F1}" dt="2022-05-16T07:19:24.797" v="86" actId="20577"/>
          <ac:spMkLst>
            <pc:docMk/>
            <pc:sldMk cId="824807204" sldId="303"/>
            <ac:spMk id="5" creationId="{41858A0F-78AD-4FC8-9D32-734126EB2886}"/>
          </ac:spMkLst>
        </pc:spChg>
        <pc:spChg chg="mod">
          <ac:chgData name="Li Jianwen" userId="486b6c6cd3696673" providerId="LiveId" clId="{722EFA00-AE60-4EA0-94EA-EC5F89B249F1}" dt="2022-05-16T07:19:33.306" v="114" actId="20577"/>
          <ac:spMkLst>
            <pc:docMk/>
            <pc:sldMk cId="824807204" sldId="303"/>
            <ac:spMk id="7" creationId="{CAF042D6-E4DC-4C6C-95D9-20A25F8E0590}"/>
          </ac:spMkLst>
        </pc:spChg>
        <pc:spChg chg="mod">
          <ac:chgData name="Li Jianwen" userId="486b6c6cd3696673" providerId="LiveId" clId="{722EFA00-AE60-4EA0-94EA-EC5F89B249F1}" dt="2022-05-16T07:19:41.348" v="125" actId="20577"/>
          <ac:spMkLst>
            <pc:docMk/>
            <pc:sldMk cId="824807204" sldId="303"/>
            <ac:spMk id="8" creationId="{D40903CC-B425-47B2-8CA1-69037D9EC99F}"/>
          </ac:spMkLst>
        </pc:spChg>
      </pc:sldChg>
      <pc:sldChg chg="modSp add mod">
        <pc:chgData name="Li Jianwen" userId="486b6c6cd3696673" providerId="LiveId" clId="{722EFA00-AE60-4EA0-94EA-EC5F89B249F1}" dt="2022-05-16T07:20:41.239" v="198" actId="20577"/>
        <pc:sldMkLst>
          <pc:docMk/>
          <pc:sldMk cId="2017499419" sldId="304"/>
        </pc:sldMkLst>
        <pc:spChg chg="mod">
          <ac:chgData name="Li Jianwen" userId="486b6c6cd3696673" providerId="LiveId" clId="{722EFA00-AE60-4EA0-94EA-EC5F89B249F1}" dt="2022-05-16T07:20:41.239" v="198" actId="20577"/>
          <ac:spMkLst>
            <pc:docMk/>
            <pc:sldMk cId="2017499419" sldId="304"/>
            <ac:spMk id="2" creationId="{90E949DE-B546-461B-8557-ED24AC8DF223}"/>
          </ac:spMkLst>
        </pc:spChg>
      </pc:sldChg>
      <pc:sldChg chg="modSp add mod">
        <pc:chgData name="Li Jianwen" userId="486b6c6cd3696673" providerId="LiveId" clId="{722EFA00-AE60-4EA0-94EA-EC5F89B249F1}" dt="2022-05-16T07:19:56.767" v="143" actId="20577"/>
        <pc:sldMkLst>
          <pc:docMk/>
          <pc:sldMk cId="2615971300" sldId="305"/>
        </pc:sldMkLst>
        <pc:spChg chg="mod">
          <ac:chgData name="Li Jianwen" userId="486b6c6cd3696673" providerId="LiveId" clId="{722EFA00-AE60-4EA0-94EA-EC5F89B249F1}" dt="2022-05-16T07:19:48.835" v="130" actId="20577"/>
          <ac:spMkLst>
            <pc:docMk/>
            <pc:sldMk cId="2615971300" sldId="305"/>
            <ac:spMk id="7" creationId="{CAF042D6-E4DC-4C6C-95D9-20A25F8E0590}"/>
          </ac:spMkLst>
        </pc:spChg>
        <pc:spChg chg="mod">
          <ac:chgData name="Li Jianwen" userId="486b6c6cd3696673" providerId="LiveId" clId="{722EFA00-AE60-4EA0-94EA-EC5F89B249F1}" dt="2022-05-16T07:19:56.767" v="143" actId="20577"/>
          <ac:spMkLst>
            <pc:docMk/>
            <pc:sldMk cId="2615971300" sldId="305"/>
            <ac:spMk id="8" creationId="{D40903CC-B425-47B2-8CA1-69037D9EC99F}"/>
          </ac:spMkLst>
        </pc:spChg>
      </pc:sldChg>
      <pc:sldChg chg="modSp add mod">
        <pc:chgData name="Li Jianwen" userId="486b6c6cd3696673" providerId="LiveId" clId="{722EFA00-AE60-4EA0-94EA-EC5F89B249F1}" dt="2022-05-16T07:20:10.981" v="154" actId="20577"/>
        <pc:sldMkLst>
          <pc:docMk/>
          <pc:sldMk cId="3173194106" sldId="306"/>
        </pc:sldMkLst>
        <pc:spChg chg="mod">
          <ac:chgData name="Li Jianwen" userId="486b6c6cd3696673" providerId="LiveId" clId="{722EFA00-AE60-4EA0-94EA-EC5F89B249F1}" dt="2022-05-16T07:20:10.981" v="154" actId="20577"/>
          <ac:spMkLst>
            <pc:docMk/>
            <pc:sldMk cId="3173194106" sldId="306"/>
            <ac:spMk id="8" creationId="{D40903CC-B425-47B2-8CA1-69037D9EC99F}"/>
          </ac:spMkLst>
        </pc:spChg>
      </pc:sldChg>
      <pc:sldChg chg="modSp add mod">
        <pc:chgData name="Li Jianwen" userId="486b6c6cd3696673" providerId="LiveId" clId="{722EFA00-AE60-4EA0-94EA-EC5F89B249F1}" dt="2022-05-16T07:20:23.261" v="164" actId="20577"/>
        <pc:sldMkLst>
          <pc:docMk/>
          <pc:sldMk cId="836916505" sldId="307"/>
        </pc:sldMkLst>
        <pc:spChg chg="mod">
          <ac:chgData name="Li Jianwen" userId="486b6c6cd3696673" providerId="LiveId" clId="{722EFA00-AE60-4EA0-94EA-EC5F89B249F1}" dt="2022-05-16T07:20:23.261" v="164" actId="20577"/>
          <ac:spMkLst>
            <pc:docMk/>
            <pc:sldMk cId="836916505" sldId="307"/>
            <ac:spMk id="8" creationId="{D40903CC-B425-47B2-8CA1-69037D9EC99F}"/>
          </ac:spMkLst>
        </pc:spChg>
      </pc:sldChg>
      <pc:sldChg chg="add">
        <pc:chgData name="Li Jianwen" userId="486b6c6cd3696673" providerId="LiveId" clId="{722EFA00-AE60-4EA0-94EA-EC5F89B249F1}" dt="2022-05-16T07:45:59.194" v="304"/>
        <pc:sldMkLst>
          <pc:docMk/>
          <pc:sldMk cId="2262380502" sldId="312"/>
        </pc:sldMkLst>
      </pc:sldChg>
      <pc:sldChg chg="addSp modSp add mod">
        <pc:chgData name="Li Jianwen" userId="486b6c6cd3696673" providerId="LiveId" clId="{722EFA00-AE60-4EA0-94EA-EC5F89B249F1}" dt="2022-05-18T14:07:09.335" v="358" actId="207"/>
        <pc:sldMkLst>
          <pc:docMk/>
          <pc:sldMk cId="3948506099" sldId="360"/>
        </pc:sldMkLst>
        <pc:spChg chg="mod">
          <ac:chgData name="Li Jianwen" userId="486b6c6cd3696673" providerId="LiveId" clId="{722EFA00-AE60-4EA0-94EA-EC5F89B249F1}" dt="2022-05-16T07:20:52.288" v="205" actId="20577"/>
          <ac:spMkLst>
            <pc:docMk/>
            <pc:sldMk cId="3948506099" sldId="360"/>
            <ac:spMk id="2" creationId="{D15315F2-9058-4AAB-BD37-6288699FBC0A}"/>
          </ac:spMkLst>
        </pc:spChg>
        <pc:spChg chg="mod">
          <ac:chgData name="Li Jianwen" userId="486b6c6cd3696673" providerId="LiveId" clId="{722EFA00-AE60-4EA0-94EA-EC5F89B249F1}" dt="2022-05-18T14:05:35.893" v="330" actId="20577"/>
          <ac:spMkLst>
            <pc:docMk/>
            <pc:sldMk cId="3948506099" sldId="360"/>
            <ac:spMk id="3" creationId="{4DC5F210-5568-4DA5-A54A-89F22264C734}"/>
          </ac:spMkLst>
        </pc:spChg>
        <pc:spChg chg="add mod">
          <ac:chgData name="Li Jianwen" userId="486b6c6cd3696673" providerId="LiveId" clId="{722EFA00-AE60-4EA0-94EA-EC5F89B249F1}" dt="2022-05-18T14:07:09.335" v="358" actId="207"/>
          <ac:spMkLst>
            <pc:docMk/>
            <pc:sldMk cId="3948506099" sldId="360"/>
            <ac:spMk id="5" creationId="{0A6D9C86-680E-6A5F-18E3-49333E9BD433}"/>
          </ac:spMkLst>
        </pc:spChg>
      </pc:sldChg>
      <pc:sldChg chg="modSp add mod">
        <pc:chgData name="Li Jianwen" userId="486b6c6cd3696673" providerId="LiveId" clId="{722EFA00-AE60-4EA0-94EA-EC5F89B249F1}" dt="2022-05-18T14:07:41.676" v="398" actId="1035"/>
        <pc:sldMkLst>
          <pc:docMk/>
          <pc:sldMk cId="1640571581" sldId="361"/>
        </pc:sldMkLst>
        <pc:spChg chg="mod">
          <ac:chgData name="Li Jianwen" userId="486b6c6cd3696673" providerId="LiveId" clId="{722EFA00-AE60-4EA0-94EA-EC5F89B249F1}" dt="2022-05-16T07:21:02.661" v="212" actId="20577"/>
          <ac:spMkLst>
            <pc:docMk/>
            <pc:sldMk cId="1640571581" sldId="361"/>
            <ac:spMk id="2" creationId="{D15315F2-9058-4AAB-BD37-6288699FBC0A}"/>
          </ac:spMkLst>
        </pc:spChg>
        <pc:spChg chg="mod">
          <ac:chgData name="Li Jianwen" userId="486b6c6cd3696673" providerId="LiveId" clId="{722EFA00-AE60-4EA0-94EA-EC5F89B249F1}" dt="2022-05-18T14:05:27.286" v="328" actId="20577"/>
          <ac:spMkLst>
            <pc:docMk/>
            <pc:sldMk cId="1640571581" sldId="361"/>
            <ac:spMk id="3" creationId="{4DC5F210-5568-4DA5-A54A-89F22264C734}"/>
          </ac:spMkLst>
        </pc:spChg>
        <pc:picChg chg="mod">
          <ac:chgData name="Li Jianwen" userId="486b6c6cd3696673" providerId="LiveId" clId="{722EFA00-AE60-4EA0-94EA-EC5F89B249F1}" dt="2022-05-18T14:07:41.676" v="398" actId="1035"/>
          <ac:picMkLst>
            <pc:docMk/>
            <pc:sldMk cId="1640571581" sldId="361"/>
            <ac:picMk id="6" creationId="{9F05E860-609A-4286-B611-8976FD860CF9}"/>
          </ac:picMkLst>
        </pc:picChg>
      </pc:sldChg>
      <pc:sldChg chg="modSp add mod">
        <pc:chgData name="Li Jianwen" userId="486b6c6cd3696673" providerId="LiveId" clId="{722EFA00-AE60-4EA0-94EA-EC5F89B249F1}" dt="2022-05-16T07:21:12.828" v="225" actId="20577"/>
        <pc:sldMkLst>
          <pc:docMk/>
          <pc:sldMk cId="775753752" sldId="362"/>
        </pc:sldMkLst>
        <pc:spChg chg="mod">
          <ac:chgData name="Li Jianwen" userId="486b6c6cd3696673" providerId="LiveId" clId="{722EFA00-AE60-4EA0-94EA-EC5F89B249F1}" dt="2022-05-16T07:21:12.828" v="225" actId="20577"/>
          <ac:spMkLst>
            <pc:docMk/>
            <pc:sldMk cId="775753752" sldId="362"/>
            <ac:spMk id="2" creationId="{14F531C3-57BF-44BF-A8CE-2657139656A5}"/>
          </ac:spMkLst>
        </pc:spChg>
      </pc:sldChg>
      <pc:sldChg chg="modSp add mod">
        <pc:chgData name="Li Jianwen" userId="486b6c6cd3696673" providerId="LiveId" clId="{722EFA00-AE60-4EA0-94EA-EC5F89B249F1}" dt="2022-05-16T07:21:21.415" v="226"/>
        <pc:sldMkLst>
          <pc:docMk/>
          <pc:sldMk cId="2418572194" sldId="363"/>
        </pc:sldMkLst>
        <pc:spChg chg="mod">
          <ac:chgData name="Li Jianwen" userId="486b6c6cd3696673" providerId="LiveId" clId="{722EFA00-AE60-4EA0-94EA-EC5F89B249F1}" dt="2022-05-16T07:21:21.415" v="226"/>
          <ac:spMkLst>
            <pc:docMk/>
            <pc:sldMk cId="2418572194" sldId="363"/>
            <ac:spMk id="2" creationId="{14F531C3-57BF-44BF-A8CE-2657139656A5}"/>
          </ac:spMkLst>
        </pc:spChg>
      </pc:sldChg>
      <pc:sldChg chg="modSp add mod">
        <pc:chgData name="Li Jianwen" userId="486b6c6cd3696673" providerId="LiveId" clId="{722EFA00-AE60-4EA0-94EA-EC5F89B249F1}" dt="2022-05-16T07:21:26.109" v="227"/>
        <pc:sldMkLst>
          <pc:docMk/>
          <pc:sldMk cId="2440396394" sldId="364"/>
        </pc:sldMkLst>
        <pc:spChg chg="mod">
          <ac:chgData name="Li Jianwen" userId="486b6c6cd3696673" providerId="LiveId" clId="{722EFA00-AE60-4EA0-94EA-EC5F89B249F1}" dt="2022-05-16T07:21:26.109" v="227"/>
          <ac:spMkLst>
            <pc:docMk/>
            <pc:sldMk cId="2440396394" sldId="364"/>
            <ac:spMk id="2" creationId="{14F531C3-57BF-44BF-A8CE-2657139656A5}"/>
          </ac:spMkLst>
        </pc:spChg>
      </pc:sldChg>
      <pc:sldChg chg="modSp add mod">
        <pc:chgData name="Li Jianwen" userId="486b6c6cd3696673" providerId="LiveId" clId="{722EFA00-AE60-4EA0-94EA-EC5F89B249F1}" dt="2022-05-16T07:21:31.589" v="228"/>
        <pc:sldMkLst>
          <pc:docMk/>
          <pc:sldMk cId="2749479935" sldId="365"/>
        </pc:sldMkLst>
        <pc:spChg chg="mod">
          <ac:chgData name="Li Jianwen" userId="486b6c6cd3696673" providerId="LiveId" clId="{722EFA00-AE60-4EA0-94EA-EC5F89B249F1}" dt="2022-05-16T07:21:31.589" v="228"/>
          <ac:spMkLst>
            <pc:docMk/>
            <pc:sldMk cId="2749479935" sldId="365"/>
            <ac:spMk id="2" creationId="{14F531C3-57BF-44BF-A8CE-2657139656A5}"/>
          </ac:spMkLst>
        </pc:spChg>
      </pc:sldChg>
      <pc:sldChg chg="modSp add mod">
        <pc:chgData name="Li Jianwen" userId="486b6c6cd3696673" providerId="LiveId" clId="{722EFA00-AE60-4EA0-94EA-EC5F89B249F1}" dt="2022-05-16T07:21:58.854" v="244"/>
        <pc:sldMkLst>
          <pc:docMk/>
          <pc:sldMk cId="4212666486" sldId="366"/>
        </pc:sldMkLst>
        <pc:spChg chg="mod">
          <ac:chgData name="Li Jianwen" userId="486b6c6cd3696673" providerId="LiveId" clId="{722EFA00-AE60-4EA0-94EA-EC5F89B249F1}" dt="2022-05-16T07:21:58.854" v="244"/>
          <ac:spMkLst>
            <pc:docMk/>
            <pc:sldMk cId="4212666486" sldId="366"/>
            <ac:spMk id="2" creationId="{CD14FA51-7B43-45B6-B4BA-07C281790264}"/>
          </ac:spMkLst>
        </pc:spChg>
      </pc:sldChg>
      <pc:sldChg chg="modSp add mod">
        <pc:chgData name="Li Jianwen" userId="486b6c6cd3696673" providerId="LiveId" clId="{722EFA00-AE60-4EA0-94EA-EC5F89B249F1}" dt="2022-05-16T07:21:46.640" v="243" actId="20577"/>
        <pc:sldMkLst>
          <pc:docMk/>
          <pc:sldMk cId="1249349604" sldId="367"/>
        </pc:sldMkLst>
        <pc:spChg chg="mod">
          <ac:chgData name="Li Jianwen" userId="486b6c6cd3696673" providerId="LiveId" clId="{722EFA00-AE60-4EA0-94EA-EC5F89B249F1}" dt="2022-05-16T07:21:46.640" v="243" actId="20577"/>
          <ac:spMkLst>
            <pc:docMk/>
            <pc:sldMk cId="1249349604" sldId="367"/>
            <ac:spMk id="2" creationId="{CD14FA51-7B43-45B6-B4BA-07C281790264}"/>
          </ac:spMkLst>
        </pc:spChg>
      </pc:sldChg>
      <pc:sldChg chg="modSp add mod">
        <pc:chgData name="Li Jianwen" userId="486b6c6cd3696673" providerId="LiveId" clId="{722EFA00-AE60-4EA0-94EA-EC5F89B249F1}" dt="2022-05-18T14:21:50.203" v="427" actId="20577"/>
        <pc:sldMkLst>
          <pc:docMk/>
          <pc:sldMk cId="4133770964" sldId="371"/>
        </pc:sldMkLst>
        <pc:spChg chg="mod">
          <ac:chgData name="Li Jianwen" userId="486b6c6cd3696673" providerId="LiveId" clId="{722EFA00-AE60-4EA0-94EA-EC5F89B249F1}" dt="2022-05-16T07:22:08.692" v="258" actId="20577"/>
          <ac:spMkLst>
            <pc:docMk/>
            <pc:sldMk cId="4133770964" sldId="371"/>
            <ac:spMk id="2" creationId="{14F531C3-57BF-44BF-A8CE-2657139656A5}"/>
          </ac:spMkLst>
        </pc:spChg>
        <pc:spChg chg="mod">
          <ac:chgData name="Li Jianwen" userId="486b6c6cd3696673" providerId="LiveId" clId="{722EFA00-AE60-4EA0-94EA-EC5F89B249F1}" dt="2022-05-18T14:21:50.203" v="427" actId="20577"/>
          <ac:spMkLst>
            <pc:docMk/>
            <pc:sldMk cId="4133770964" sldId="371"/>
            <ac:spMk id="5" creationId="{528C10AC-E7F3-4C9D-8789-620C9C4B7936}"/>
          </ac:spMkLst>
        </pc:spChg>
      </pc:sldChg>
      <pc:sldChg chg="addSp delSp modSp add mod">
        <pc:chgData name="Li Jianwen" userId="486b6c6cd3696673" providerId="LiveId" clId="{722EFA00-AE60-4EA0-94EA-EC5F89B249F1}" dt="2022-05-18T14:22:54.419" v="436" actId="1076"/>
        <pc:sldMkLst>
          <pc:docMk/>
          <pc:sldMk cId="618391288" sldId="373"/>
        </pc:sldMkLst>
        <pc:spChg chg="mod">
          <ac:chgData name="Li Jianwen" userId="486b6c6cd3696673" providerId="LiveId" clId="{722EFA00-AE60-4EA0-94EA-EC5F89B249F1}" dt="2022-05-16T07:22:31.265" v="275" actId="20577"/>
          <ac:spMkLst>
            <pc:docMk/>
            <pc:sldMk cId="618391288" sldId="373"/>
            <ac:spMk id="2" creationId="{CD14FA51-7B43-45B6-B4BA-07C281790264}"/>
          </ac:spMkLst>
        </pc:spChg>
        <pc:picChg chg="add del mod">
          <ac:chgData name="Li Jianwen" userId="486b6c6cd3696673" providerId="LiveId" clId="{722EFA00-AE60-4EA0-94EA-EC5F89B249F1}" dt="2022-05-18T14:22:44.526" v="432" actId="478"/>
          <ac:picMkLst>
            <pc:docMk/>
            <pc:sldMk cId="618391288" sldId="373"/>
            <ac:picMk id="6" creationId="{17C2F3BC-74BC-B55A-D2DB-14F16E7619C8}"/>
          </ac:picMkLst>
        </pc:picChg>
        <pc:picChg chg="add mod">
          <ac:chgData name="Li Jianwen" userId="486b6c6cd3696673" providerId="LiveId" clId="{722EFA00-AE60-4EA0-94EA-EC5F89B249F1}" dt="2022-05-18T14:22:54.419" v="436" actId="1076"/>
          <ac:picMkLst>
            <pc:docMk/>
            <pc:sldMk cId="618391288" sldId="373"/>
            <ac:picMk id="10" creationId="{2A4B9E57-1B89-9D5E-44D3-AF1B75E37539}"/>
          </ac:picMkLst>
        </pc:picChg>
        <pc:picChg chg="del">
          <ac:chgData name="Li Jianwen" userId="486b6c6cd3696673" providerId="LiveId" clId="{722EFA00-AE60-4EA0-94EA-EC5F89B249F1}" dt="2022-05-18T14:19:52.714" v="422" actId="478"/>
          <ac:picMkLst>
            <pc:docMk/>
            <pc:sldMk cId="618391288" sldId="373"/>
            <ac:picMk id="12" creationId="{76E3799A-2653-4EE4-A450-C8DECA37C721}"/>
          </ac:picMkLst>
        </pc:picChg>
      </pc:sldChg>
      <pc:sldChg chg="modSp add mod">
        <pc:chgData name="Li Jianwen" userId="486b6c6cd3696673" providerId="LiveId" clId="{722EFA00-AE60-4EA0-94EA-EC5F89B249F1}" dt="2022-05-18T14:22:02.513" v="429" actId="20577"/>
        <pc:sldMkLst>
          <pc:docMk/>
          <pc:sldMk cId="346456742" sldId="375"/>
        </pc:sldMkLst>
        <pc:spChg chg="mod">
          <ac:chgData name="Li Jianwen" userId="486b6c6cd3696673" providerId="LiveId" clId="{722EFA00-AE60-4EA0-94EA-EC5F89B249F1}" dt="2022-05-16T07:22:16.215" v="259"/>
          <ac:spMkLst>
            <pc:docMk/>
            <pc:sldMk cId="346456742" sldId="375"/>
            <ac:spMk id="2" creationId="{14F531C3-57BF-44BF-A8CE-2657139656A5}"/>
          </ac:spMkLst>
        </pc:spChg>
        <pc:spChg chg="mod">
          <ac:chgData name="Li Jianwen" userId="486b6c6cd3696673" providerId="LiveId" clId="{722EFA00-AE60-4EA0-94EA-EC5F89B249F1}" dt="2022-05-18T14:21:57.145" v="428" actId="20577"/>
          <ac:spMkLst>
            <pc:docMk/>
            <pc:sldMk cId="346456742" sldId="375"/>
            <ac:spMk id="5" creationId="{528C10AC-E7F3-4C9D-8789-620C9C4B7936}"/>
          </ac:spMkLst>
        </pc:spChg>
        <pc:spChg chg="mod">
          <ac:chgData name="Li Jianwen" userId="486b6c6cd3696673" providerId="LiveId" clId="{722EFA00-AE60-4EA0-94EA-EC5F89B249F1}" dt="2022-05-18T14:22:02.513" v="429" actId="20577"/>
          <ac:spMkLst>
            <pc:docMk/>
            <pc:sldMk cId="346456742" sldId="375"/>
            <ac:spMk id="7" creationId="{9BD06546-81E1-4F7D-991C-3D6807D50BBB}"/>
          </ac:spMkLst>
        </pc:spChg>
      </pc:sldChg>
      <pc:sldChg chg="modSp add mod">
        <pc:chgData name="Li Jianwen" userId="486b6c6cd3696673" providerId="LiveId" clId="{722EFA00-AE60-4EA0-94EA-EC5F89B249F1}" dt="2022-05-19T03:00:16.686" v="440" actId="20577"/>
        <pc:sldMkLst>
          <pc:docMk/>
          <pc:sldMk cId="1049166843" sldId="376"/>
        </pc:sldMkLst>
        <pc:spChg chg="mod">
          <ac:chgData name="Li Jianwen" userId="486b6c6cd3696673" providerId="LiveId" clId="{722EFA00-AE60-4EA0-94EA-EC5F89B249F1}" dt="2022-05-16T07:22:21.172" v="260"/>
          <ac:spMkLst>
            <pc:docMk/>
            <pc:sldMk cId="1049166843" sldId="376"/>
            <ac:spMk id="2" creationId="{14F531C3-57BF-44BF-A8CE-2657139656A5}"/>
          </ac:spMkLst>
        </pc:spChg>
        <pc:spChg chg="mod">
          <ac:chgData name="Li Jianwen" userId="486b6c6cd3696673" providerId="LiveId" clId="{722EFA00-AE60-4EA0-94EA-EC5F89B249F1}" dt="2022-05-19T03:00:13.943" v="439" actId="20577"/>
          <ac:spMkLst>
            <pc:docMk/>
            <pc:sldMk cId="1049166843" sldId="376"/>
            <ac:spMk id="5" creationId="{528C10AC-E7F3-4C9D-8789-620C9C4B7936}"/>
          </ac:spMkLst>
        </pc:spChg>
        <pc:spChg chg="mod">
          <ac:chgData name="Li Jianwen" userId="486b6c6cd3696673" providerId="LiveId" clId="{722EFA00-AE60-4EA0-94EA-EC5F89B249F1}" dt="2022-05-19T03:00:16.686" v="440" actId="20577"/>
          <ac:spMkLst>
            <pc:docMk/>
            <pc:sldMk cId="1049166843" sldId="376"/>
            <ac:spMk id="7" creationId="{9BD06546-81E1-4F7D-991C-3D6807D50BBB}"/>
          </ac:spMkLst>
        </pc:spChg>
        <pc:spChg chg="mod">
          <ac:chgData name="Li Jianwen" userId="486b6c6cd3696673" providerId="LiveId" clId="{722EFA00-AE60-4EA0-94EA-EC5F89B249F1}" dt="2022-05-18T14:22:10.131" v="430" actId="20577"/>
          <ac:spMkLst>
            <pc:docMk/>
            <pc:sldMk cId="1049166843" sldId="376"/>
            <ac:spMk id="19" creationId="{303C8465-D275-41D9-8C1B-8C17D5F59E60}"/>
          </ac:spMkLst>
        </pc:spChg>
        <pc:spChg chg="mod">
          <ac:chgData name="Li Jianwen" userId="486b6c6cd3696673" providerId="LiveId" clId="{722EFA00-AE60-4EA0-94EA-EC5F89B249F1}" dt="2022-05-18T14:19:25.703" v="421" actId="1076"/>
          <ac:spMkLst>
            <pc:docMk/>
            <pc:sldMk cId="1049166843" sldId="376"/>
            <ac:spMk id="26" creationId="{A73C900D-5D07-4FC3-BA12-0FEEDC58FE5F}"/>
          </ac:spMkLst>
        </pc:spChg>
        <pc:spChg chg="mod">
          <ac:chgData name="Li Jianwen" userId="486b6c6cd3696673" providerId="LiveId" clId="{722EFA00-AE60-4EA0-94EA-EC5F89B249F1}" dt="2022-05-18T14:22:12.714" v="431" actId="20577"/>
          <ac:spMkLst>
            <pc:docMk/>
            <pc:sldMk cId="1049166843" sldId="376"/>
            <ac:spMk id="29" creationId="{0B52FC7B-45CA-47D4-A74D-4100E9703AFC}"/>
          </ac:spMkLst>
        </pc:spChg>
      </pc:sldChg>
      <pc:sldChg chg="modSp add mod">
        <pc:chgData name="Li Jianwen" userId="486b6c6cd3696673" providerId="LiveId" clId="{722EFA00-AE60-4EA0-94EA-EC5F89B249F1}" dt="2022-05-18T14:26:18.805" v="438" actId="207"/>
        <pc:sldMkLst>
          <pc:docMk/>
          <pc:sldMk cId="932277730" sldId="377"/>
        </pc:sldMkLst>
        <pc:spChg chg="mod">
          <ac:chgData name="Li Jianwen" userId="486b6c6cd3696673" providerId="LiveId" clId="{722EFA00-AE60-4EA0-94EA-EC5F89B249F1}" dt="2022-05-16T07:22:40.011" v="289" actId="20577"/>
          <ac:spMkLst>
            <pc:docMk/>
            <pc:sldMk cId="932277730" sldId="377"/>
            <ac:spMk id="2" creationId="{CD14FA51-7B43-45B6-B4BA-07C281790264}"/>
          </ac:spMkLst>
        </pc:spChg>
        <pc:graphicFrameChg chg="modGraphic">
          <ac:chgData name="Li Jianwen" userId="486b6c6cd3696673" providerId="LiveId" clId="{722EFA00-AE60-4EA0-94EA-EC5F89B249F1}" dt="2022-05-18T14:26:18.805" v="438" actId="207"/>
          <ac:graphicFrameMkLst>
            <pc:docMk/>
            <pc:sldMk cId="932277730" sldId="377"/>
            <ac:graphicFrameMk id="3" creationId="{AB6E7DAD-F945-4A8C-A12B-23B1E1214B9E}"/>
          </ac:graphicFrameMkLst>
        </pc:graphicFrameChg>
      </pc:sldChg>
      <pc:sldChg chg="modSp add mod">
        <pc:chgData name="Li Jianwen" userId="486b6c6cd3696673" providerId="LiveId" clId="{722EFA00-AE60-4EA0-94EA-EC5F89B249F1}" dt="2022-05-16T07:22:48.421" v="303" actId="20577"/>
        <pc:sldMkLst>
          <pc:docMk/>
          <pc:sldMk cId="3411236789" sldId="378"/>
        </pc:sldMkLst>
        <pc:spChg chg="mod">
          <ac:chgData name="Li Jianwen" userId="486b6c6cd3696673" providerId="LiveId" clId="{722EFA00-AE60-4EA0-94EA-EC5F89B249F1}" dt="2022-05-16T07:22:48.421" v="303" actId="20577"/>
          <ac:spMkLst>
            <pc:docMk/>
            <pc:sldMk cId="3411236789" sldId="378"/>
            <ac:spMk id="2" creationId="{CD14FA51-7B43-45B6-B4BA-07C281790264}"/>
          </ac:spMkLst>
        </pc:spChg>
      </pc:sldChg>
      <pc:sldChg chg="add">
        <pc:chgData name="Li Jianwen" userId="486b6c6cd3696673" providerId="LiveId" clId="{722EFA00-AE60-4EA0-94EA-EC5F89B249F1}" dt="2022-05-16T07:45:59.194" v="304"/>
        <pc:sldMkLst>
          <pc:docMk/>
          <pc:sldMk cId="1009488588" sldId="394"/>
        </pc:sldMkLst>
      </pc:sldChg>
      <pc:sldChg chg="add">
        <pc:chgData name="Li Jianwen" userId="486b6c6cd3696673" providerId="LiveId" clId="{722EFA00-AE60-4EA0-94EA-EC5F89B249F1}" dt="2022-05-16T07:45:59.194" v="304"/>
        <pc:sldMkLst>
          <pc:docMk/>
          <pc:sldMk cId="2690042994" sldId="395"/>
        </pc:sldMkLst>
      </pc:sldChg>
      <pc:sldChg chg="add">
        <pc:chgData name="Li Jianwen" userId="486b6c6cd3696673" providerId="LiveId" clId="{722EFA00-AE60-4EA0-94EA-EC5F89B249F1}" dt="2022-05-16T07:45:59.194" v="304"/>
        <pc:sldMkLst>
          <pc:docMk/>
          <pc:sldMk cId="157876872" sldId="396"/>
        </pc:sldMkLst>
      </pc:sldChg>
      <pc:sldChg chg="add">
        <pc:chgData name="Li Jianwen" userId="486b6c6cd3696673" providerId="LiveId" clId="{722EFA00-AE60-4EA0-94EA-EC5F89B249F1}" dt="2022-05-16T07:45:59.194" v="304"/>
        <pc:sldMkLst>
          <pc:docMk/>
          <pc:sldMk cId="3219646234" sldId="398"/>
        </pc:sldMkLst>
      </pc:sldChg>
      <pc:sldChg chg="add">
        <pc:chgData name="Li Jianwen" userId="486b6c6cd3696673" providerId="LiveId" clId="{722EFA00-AE60-4EA0-94EA-EC5F89B249F1}" dt="2022-05-16T07:45:59.194" v="304"/>
        <pc:sldMkLst>
          <pc:docMk/>
          <pc:sldMk cId="3073548251" sldId="399"/>
        </pc:sldMkLst>
      </pc:sldChg>
      <pc:sldChg chg="add">
        <pc:chgData name="Li Jianwen" userId="486b6c6cd3696673" providerId="LiveId" clId="{722EFA00-AE60-4EA0-94EA-EC5F89B249F1}" dt="2022-05-16T07:45:59.194" v="304"/>
        <pc:sldMkLst>
          <pc:docMk/>
          <pc:sldMk cId="3801459992" sldId="400"/>
        </pc:sldMkLst>
      </pc:sldChg>
      <pc:sldChg chg="add">
        <pc:chgData name="Li Jianwen" userId="486b6c6cd3696673" providerId="LiveId" clId="{722EFA00-AE60-4EA0-94EA-EC5F89B249F1}" dt="2022-05-16T07:45:59.194" v="304"/>
        <pc:sldMkLst>
          <pc:docMk/>
          <pc:sldMk cId="2845825352" sldId="401"/>
        </pc:sldMkLst>
      </pc:sldChg>
      <pc:sldChg chg="add">
        <pc:chgData name="Li Jianwen" userId="486b6c6cd3696673" providerId="LiveId" clId="{722EFA00-AE60-4EA0-94EA-EC5F89B249F1}" dt="2022-05-16T07:45:59.194" v="304"/>
        <pc:sldMkLst>
          <pc:docMk/>
          <pc:sldMk cId="2193536134" sldId="402"/>
        </pc:sldMkLst>
      </pc:sldChg>
      <pc:sldChg chg="add">
        <pc:chgData name="Li Jianwen" userId="486b6c6cd3696673" providerId="LiveId" clId="{722EFA00-AE60-4EA0-94EA-EC5F89B249F1}" dt="2022-05-16T07:45:59.194" v="304"/>
        <pc:sldMkLst>
          <pc:docMk/>
          <pc:sldMk cId="2294182860" sldId="403"/>
        </pc:sldMkLst>
      </pc:sldChg>
      <pc:sldChg chg="add">
        <pc:chgData name="Li Jianwen" userId="486b6c6cd3696673" providerId="LiveId" clId="{722EFA00-AE60-4EA0-94EA-EC5F89B249F1}" dt="2022-05-16T07:45:59.194" v="304"/>
        <pc:sldMkLst>
          <pc:docMk/>
          <pc:sldMk cId="82408739" sldId="404"/>
        </pc:sldMkLst>
      </pc:sldChg>
      <pc:sldChg chg="add">
        <pc:chgData name="Li Jianwen" userId="486b6c6cd3696673" providerId="LiveId" clId="{722EFA00-AE60-4EA0-94EA-EC5F89B249F1}" dt="2022-05-16T07:45:59.194" v="304"/>
        <pc:sldMkLst>
          <pc:docMk/>
          <pc:sldMk cId="757088216" sldId="405"/>
        </pc:sldMkLst>
      </pc:sldChg>
      <pc:sldChg chg="add">
        <pc:chgData name="Li Jianwen" userId="486b6c6cd3696673" providerId="LiveId" clId="{722EFA00-AE60-4EA0-94EA-EC5F89B249F1}" dt="2022-05-16T07:45:59.194" v="304"/>
        <pc:sldMkLst>
          <pc:docMk/>
          <pc:sldMk cId="1474917049" sldId="406"/>
        </pc:sldMkLst>
      </pc:sldChg>
      <pc:sldChg chg="add">
        <pc:chgData name="Li Jianwen" userId="486b6c6cd3696673" providerId="LiveId" clId="{722EFA00-AE60-4EA0-94EA-EC5F89B249F1}" dt="2022-05-16T07:45:59.194" v="304"/>
        <pc:sldMkLst>
          <pc:docMk/>
          <pc:sldMk cId="223207883" sldId="407"/>
        </pc:sldMkLst>
      </pc:sldChg>
      <pc:sldChg chg="add">
        <pc:chgData name="Li Jianwen" userId="486b6c6cd3696673" providerId="LiveId" clId="{722EFA00-AE60-4EA0-94EA-EC5F89B249F1}" dt="2022-05-16T07:45:59.194" v="304"/>
        <pc:sldMkLst>
          <pc:docMk/>
          <pc:sldMk cId="921200082" sldId="408"/>
        </pc:sldMkLst>
      </pc:sldChg>
      <pc:sldChg chg="add">
        <pc:chgData name="Li Jianwen" userId="486b6c6cd3696673" providerId="LiveId" clId="{722EFA00-AE60-4EA0-94EA-EC5F89B249F1}" dt="2022-05-16T07:45:59.194" v="304"/>
        <pc:sldMkLst>
          <pc:docMk/>
          <pc:sldMk cId="1250878525" sldId="409"/>
        </pc:sldMkLst>
      </pc:sldChg>
      <pc:sldChg chg="add">
        <pc:chgData name="Li Jianwen" userId="486b6c6cd3696673" providerId="LiveId" clId="{722EFA00-AE60-4EA0-94EA-EC5F89B249F1}" dt="2022-05-16T07:45:59.194" v="304"/>
        <pc:sldMkLst>
          <pc:docMk/>
          <pc:sldMk cId="3182370903" sldId="410"/>
        </pc:sldMkLst>
      </pc:sldChg>
      <pc:sldChg chg="add">
        <pc:chgData name="Li Jianwen" userId="486b6c6cd3696673" providerId="LiveId" clId="{722EFA00-AE60-4EA0-94EA-EC5F89B249F1}" dt="2022-05-16T07:45:59.194" v="304"/>
        <pc:sldMkLst>
          <pc:docMk/>
          <pc:sldMk cId="2374006842" sldId="413"/>
        </pc:sldMkLst>
      </pc:sldChg>
      <pc:sldChg chg="add">
        <pc:chgData name="Li Jianwen" userId="486b6c6cd3696673" providerId="LiveId" clId="{722EFA00-AE60-4EA0-94EA-EC5F89B249F1}" dt="2022-05-16T07:45:59.194" v="304"/>
        <pc:sldMkLst>
          <pc:docMk/>
          <pc:sldMk cId="458026777" sldId="414"/>
        </pc:sldMkLst>
      </pc:sldChg>
      <pc:sldChg chg="add">
        <pc:chgData name="Li Jianwen" userId="486b6c6cd3696673" providerId="LiveId" clId="{722EFA00-AE60-4EA0-94EA-EC5F89B249F1}" dt="2022-05-16T07:45:59.194" v="304"/>
        <pc:sldMkLst>
          <pc:docMk/>
          <pc:sldMk cId="4271969088" sldId="415"/>
        </pc:sldMkLst>
      </pc:sldChg>
      <pc:sldChg chg="add">
        <pc:chgData name="Li Jianwen" userId="486b6c6cd3696673" providerId="LiveId" clId="{722EFA00-AE60-4EA0-94EA-EC5F89B249F1}" dt="2022-05-16T07:45:59.194" v="304"/>
        <pc:sldMkLst>
          <pc:docMk/>
          <pc:sldMk cId="608149956" sldId="416"/>
        </pc:sldMkLst>
      </pc:sldChg>
      <pc:sldChg chg="add">
        <pc:chgData name="Li Jianwen" userId="486b6c6cd3696673" providerId="LiveId" clId="{722EFA00-AE60-4EA0-94EA-EC5F89B249F1}" dt="2022-05-16T07:45:59.194" v="304"/>
        <pc:sldMkLst>
          <pc:docMk/>
          <pc:sldMk cId="591603669" sldId="417"/>
        </pc:sldMkLst>
      </pc:sldChg>
      <pc:sldChg chg="add">
        <pc:chgData name="Li Jianwen" userId="486b6c6cd3696673" providerId="LiveId" clId="{722EFA00-AE60-4EA0-94EA-EC5F89B249F1}" dt="2022-05-16T07:45:59.194" v="304"/>
        <pc:sldMkLst>
          <pc:docMk/>
          <pc:sldMk cId="764753279" sldId="418"/>
        </pc:sldMkLst>
      </pc:sldChg>
      <pc:sldChg chg="add">
        <pc:chgData name="Li Jianwen" userId="486b6c6cd3696673" providerId="LiveId" clId="{722EFA00-AE60-4EA0-94EA-EC5F89B249F1}" dt="2022-05-16T07:45:59.194" v="304"/>
        <pc:sldMkLst>
          <pc:docMk/>
          <pc:sldMk cId="3051544829" sldId="419"/>
        </pc:sldMkLst>
      </pc:sldChg>
      <pc:sldChg chg="add">
        <pc:chgData name="Li Jianwen" userId="486b6c6cd3696673" providerId="LiveId" clId="{722EFA00-AE60-4EA0-94EA-EC5F89B249F1}" dt="2022-05-16T07:45:59.194" v="304"/>
        <pc:sldMkLst>
          <pc:docMk/>
          <pc:sldMk cId="29416904" sldId="420"/>
        </pc:sldMkLst>
      </pc:sldChg>
      <pc:sldChg chg="add">
        <pc:chgData name="Li Jianwen" userId="486b6c6cd3696673" providerId="LiveId" clId="{722EFA00-AE60-4EA0-94EA-EC5F89B249F1}" dt="2022-05-16T07:45:59.194" v="304"/>
        <pc:sldMkLst>
          <pc:docMk/>
          <pc:sldMk cId="1330220783" sldId="421"/>
        </pc:sldMkLst>
      </pc:sldChg>
      <pc:sldChg chg="add">
        <pc:chgData name="Li Jianwen" userId="486b6c6cd3696673" providerId="LiveId" clId="{722EFA00-AE60-4EA0-94EA-EC5F89B249F1}" dt="2022-05-16T07:45:59.194" v="304"/>
        <pc:sldMkLst>
          <pc:docMk/>
          <pc:sldMk cId="1637758726" sldId="422"/>
        </pc:sldMkLst>
      </pc:sldChg>
      <pc:sldChg chg="add">
        <pc:chgData name="Li Jianwen" userId="486b6c6cd3696673" providerId="LiveId" clId="{722EFA00-AE60-4EA0-94EA-EC5F89B249F1}" dt="2022-05-16T07:45:59.194" v="304"/>
        <pc:sldMkLst>
          <pc:docMk/>
          <pc:sldMk cId="4038439981" sldId="423"/>
        </pc:sldMkLst>
      </pc:sldChg>
      <pc:sldChg chg="add">
        <pc:chgData name="Li Jianwen" userId="486b6c6cd3696673" providerId="LiveId" clId="{722EFA00-AE60-4EA0-94EA-EC5F89B249F1}" dt="2022-05-16T07:45:59.194" v="304"/>
        <pc:sldMkLst>
          <pc:docMk/>
          <pc:sldMk cId="320676848" sldId="424"/>
        </pc:sldMkLst>
      </pc:sldChg>
      <pc:sldChg chg="add">
        <pc:chgData name="Li Jianwen" userId="486b6c6cd3696673" providerId="LiveId" clId="{722EFA00-AE60-4EA0-94EA-EC5F89B249F1}" dt="2022-05-16T07:45:59.194" v="304"/>
        <pc:sldMkLst>
          <pc:docMk/>
          <pc:sldMk cId="1861547489" sldId="425"/>
        </pc:sldMkLst>
      </pc:sldChg>
      <pc:sldChg chg="add">
        <pc:chgData name="Li Jianwen" userId="486b6c6cd3696673" providerId="LiveId" clId="{722EFA00-AE60-4EA0-94EA-EC5F89B249F1}" dt="2022-05-16T07:45:59.194" v="304"/>
        <pc:sldMkLst>
          <pc:docMk/>
          <pc:sldMk cId="1621839405" sldId="426"/>
        </pc:sldMkLst>
      </pc:sldChg>
      <pc:sldChg chg="add">
        <pc:chgData name="Li Jianwen" userId="486b6c6cd3696673" providerId="LiveId" clId="{722EFA00-AE60-4EA0-94EA-EC5F89B249F1}" dt="2022-05-16T07:45:59.194" v="304"/>
        <pc:sldMkLst>
          <pc:docMk/>
          <pc:sldMk cId="2110794684" sldId="427"/>
        </pc:sldMkLst>
      </pc:sldChg>
      <pc:sldChg chg="add">
        <pc:chgData name="Li Jianwen" userId="486b6c6cd3696673" providerId="LiveId" clId="{722EFA00-AE60-4EA0-94EA-EC5F89B249F1}" dt="2022-05-16T07:45:59.194" v="304"/>
        <pc:sldMkLst>
          <pc:docMk/>
          <pc:sldMk cId="3009454196" sldId="428"/>
        </pc:sldMkLst>
      </pc:sldChg>
      <pc:sldChg chg="add">
        <pc:chgData name="Li Jianwen" userId="486b6c6cd3696673" providerId="LiveId" clId="{722EFA00-AE60-4EA0-94EA-EC5F89B249F1}" dt="2022-05-16T07:45:59.194" v="304"/>
        <pc:sldMkLst>
          <pc:docMk/>
          <pc:sldMk cId="1915223692" sldId="430"/>
        </pc:sldMkLst>
      </pc:sldChg>
      <pc:sldChg chg="add">
        <pc:chgData name="Li Jianwen" userId="486b6c6cd3696673" providerId="LiveId" clId="{722EFA00-AE60-4EA0-94EA-EC5F89B249F1}" dt="2022-05-16T07:45:59.194" v="304"/>
        <pc:sldMkLst>
          <pc:docMk/>
          <pc:sldMk cId="681887933" sldId="431"/>
        </pc:sldMkLst>
      </pc:sldChg>
      <pc:sldChg chg="add">
        <pc:chgData name="Li Jianwen" userId="486b6c6cd3696673" providerId="LiveId" clId="{722EFA00-AE60-4EA0-94EA-EC5F89B249F1}" dt="2022-05-16T07:45:59.194" v="304"/>
        <pc:sldMkLst>
          <pc:docMk/>
          <pc:sldMk cId="3326687591" sldId="432"/>
        </pc:sldMkLst>
      </pc:sldChg>
      <pc:sldChg chg="add">
        <pc:chgData name="Li Jianwen" userId="486b6c6cd3696673" providerId="LiveId" clId="{722EFA00-AE60-4EA0-94EA-EC5F89B249F1}" dt="2022-05-16T07:45:59.194" v="304"/>
        <pc:sldMkLst>
          <pc:docMk/>
          <pc:sldMk cId="3298468031" sldId="433"/>
        </pc:sldMkLst>
      </pc:sldChg>
      <pc:sldChg chg="add">
        <pc:chgData name="Li Jianwen" userId="486b6c6cd3696673" providerId="LiveId" clId="{722EFA00-AE60-4EA0-94EA-EC5F89B249F1}" dt="2022-05-16T07:45:59.194" v="304"/>
        <pc:sldMkLst>
          <pc:docMk/>
          <pc:sldMk cId="391371767" sldId="434"/>
        </pc:sldMkLst>
      </pc:sldChg>
      <pc:sldChg chg="add">
        <pc:chgData name="Li Jianwen" userId="486b6c6cd3696673" providerId="LiveId" clId="{722EFA00-AE60-4EA0-94EA-EC5F89B249F1}" dt="2022-05-16T07:45:59.194" v="304"/>
        <pc:sldMkLst>
          <pc:docMk/>
          <pc:sldMk cId="2617429066" sldId="438"/>
        </pc:sldMkLst>
      </pc:sldChg>
      <pc:sldChg chg="add">
        <pc:chgData name="Li Jianwen" userId="486b6c6cd3696673" providerId="LiveId" clId="{722EFA00-AE60-4EA0-94EA-EC5F89B249F1}" dt="2022-05-16T07:45:59.194" v="304"/>
        <pc:sldMkLst>
          <pc:docMk/>
          <pc:sldMk cId="1345291379" sldId="439"/>
        </pc:sldMkLst>
      </pc:sldChg>
      <pc:sldChg chg="add">
        <pc:chgData name="Li Jianwen" userId="486b6c6cd3696673" providerId="LiveId" clId="{722EFA00-AE60-4EA0-94EA-EC5F89B249F1}" dt="2022-05-16T07:45:59.194" v="304"/>
        <pc:sldMkLst>
          <pc:docMk/>
          <pc:sldMk cId="1075611474" sldId="441"/>
        </pc:sldMkLst>
      </pc:sldChg>
      <pc:sldChg chg="add">
        <pc:chgData name="Li Jianwen" userId="486b6c6cd3696673" providerId="LiveId" clId="{722EFA00-AE60-4EA0-94EA-EC5F89B249F1}" dt="2022-05-16T07:45:59.194" v="304"/>
        <pc:sldMkLst>
          <pc:docMk/>
          <pc:sldMk cId="1167463362" sldId="443"/>
        </pc:sldMkLst>
      </pc:sldChg>
      <pc:sldChg chg="add">
        <pc:chgData name="Li Jianwen" userId="486b6c6cd3696673" providerId="LiveId" clId="{722EFA00-AE60-4EA0-94EA-EC5F89B249F1}" dt="2022-05-16T07:45:59.194" v="304"/>
        <pc:sldMkLst>
          <pc:docMk/>
          <pc:sldMk cId="761908704" sldId="444"/>
        </pc:sldMkLst>
      </pc:sldChg>
      <pc:sldChg chg="add">
        <pc:chgData name="Li Jianwen" userId="486b6c6cd3696673" providerId="LiveId" clId="{722EFA00-AE60-4EA0-94EA-EC5F89B249F1}" dt="2022-05-16T07:45:59.194" v="304"/>
        <pc:sldMkLst>
          <pc:docMk/>
          <pc:sldMk cId="1175486694" sldId="463"/>
        </pc:sldMkLst>
      </pc:sldChg>
      <pc:sldChg chg="add">
        <pc:chgData name="Li Jianwen" userId="486b6c6cd3696673" providerId="LiveId" clId="{722EFA00-AE60-4EA0-94EA-EC5F89B249F1}" dt="2022-05-16T07:45:59.194" v="304"/>
        <pc:sldMkLst>
          <pc:docMk/>
          <pc:sldMk cId="1284629429" sldId="464"/>
        </pc:sldMkLst>
      </pc:sldChg>
      <pc:sldChg chg="add">
        <pc:chgData name="Li Jianwen" userId="486b6c6cd3696673" providerId="LiveId" clId="{722EFA00-AE60-4EA0-94EA-EC5F89B249F1}" dt="2022-05-16T07:45:59.194" v="304"/>
        <pc:sldMkLst>
          <pc:docMk/>
          <pc:sldMk cId="1996806744" sldId="478"/>
        </pc:sldMkLst>
      </pc:sldChg>
      <pc:sldChg chg="add">
        <pc:chgData name="Li Jianwen" userId="486b6c6cd3696673" providerId="LiveId" clId="{722EFA00-AE60-4EA0-94EA-EC5F89B249F1}" dt="2022-05-16T07:45:59.194" v="304"/>
        <pc:sldMkLst>
          <pc:docMk/>
          <pc:sldMk cId="3859106858" sldId="479"/>
        </pc:sldMkLst>
      </pc:sldChg>
      <pc:sldChg chg="add">
        <pc:chgData name="Li Jianwen" userId="486b6c6cd3696673" providerId="LiveId" clId="{722EFA00-AE60-4EA0-94EA-EC5F89B249F1}" dt="2022-05-16T07:45:59.194" v="304"/>
        <pc:sldMkLst>
          <pc:docMk/>
          <pc:sldMk cId="1003741259" sldId="480"/>
        </pc:sldMkLst>
      </pc:sldChg>
      <pc:sldChg chg="add">
        <pc:chgData name="Li Jianwen" userId="486b6c6cd3696673" providerId="LiveId" clId="{722EFA00-AE60-4EA0-94EA-EC5F89B249F1}" dt="2022-05-16T07:45:59.194" v="304"/>
        <pc:sldMkLst>
          <pc:docMk/>
          <pc:sldMk cId="1087972014" sldId="481"/>
        </pc:sldMkLst>
      </pc:sldChg>
      <pc:sldChg chg="add">
        <pc:chgData name="Li Jianwen" userId="486b6c6cd3696673" providerId="LiveId" clId="{722EFA00-AE60-4EA0-94EA-EC5F89B249F1}" dt="2022-05-16T07:45:59.194" v="304"/>
        <pc:sldMkLst>
          <pc:docMk/>
          <pc:sldMk cId="283699950" sldId="482"/>
        </pc:sldMkLst>
      </pc:sldChg>
      <pc:sldChg chg="add">
        <pc:chgData name="Li Jianwen" userId="486b6c6cd3696673" providerId="LiveId" clId="{722EFA00-AE60-4EA0-94EA-EC5F89B249F1}" dt="2022-05-16T07:45:59.194" v="304"/>
        <pc:sldMkLst>
          <pc:docMk/>
          <pc:sldMk cId="2192565534" sldId="483"/>
        </pc:sldMkLst>
      </pc:sldChg>
      <pc:sldChg chg="add">
        <pc:chgData name="Li Jianwen" userId="486b6c6cd3696673" providerId="LiveId" clId="{722EFA00-AE60-4EA0-94EA-EC5F89B249F1}" dt="2022-05-16T07:45:59.194" v="304"/>
        <pc:sldMkLst>
          <pc:docMk/>
          <pc:sldMk cId="3533474558" sldId="484"/>
        </pc:sldMkLst>
      </pc:sldChg>
      <pc:sldChg chg="add">
        <pc:chgData name="Li Jianwen" userId="486b6c6cd3696673" providerId="LiveId" clId="{722EFA00-AE60-4EA0-94EA-EC5F89B249F1}" dt="2022-05-16T07:45:59.194" v="304"/>
        <pc:sldMkLst>
          <pc:docMk/>
          <pc:sldMk cId="2072404886" sldId="485"/>
        </pc:sldMkLst>
      </pc:sldChg>
      <pc:sldChg chg="add">
        <pc:chgData name="Li Jianwen" userId="486b6c6cd3696673" providerId="LiveId" clId="{722EFA00-AE60-4EA0-94EA-EC5F89B249F1}" dt="2022-05-16T07:45:59.194" v="304"/>
        <pc:sldMkLst>
          <pc:docMk/>
          <pc:sldMk cId="471497707" sldId="486"/>
        </pc:sldMkLst>
      </pc:sldChg>
      <pc:sldChg chg="add">
        <pc:chgData name="Li Jianwen" userId="486b6c6cd3696673" providerId="LiveId" clId="{722EFA00-AE60-4EA0-94EA-EC5F89B249F1}" dt="2022-05-16T07:45:59.194" v="304"/>
        <pc:sldMkLst>
          <pc:docMk/>
          <pc:sldMk cId="1449765911" sldId="504"/>
        </pc:sldMkLst>
      </pc:sldChg>
      <pc:sldChg chg="add">
        <pc:chgData name="Li Jianwen" userId="486b6c6cd3696673" providerId="LiveId" clId="{722EFA00-AE60-4EA0-94EA-EC5F89B249F1}" dt="2022-05-16T07:45:59.194" v="304"/>
        <pc:sldMkLst>
          <pc:docMk/>
          <pc:sldMk cId="2649984188" sldId="536"/>
        </pc:sldMkLst>
      </pc:sldChg>
      <pc:sldChg chg="add">
        <pc:chgData name="Li Jianwen" userId="486b6c6cd3696673" providerId="LiveId" clId="{722EFA00-AE60-4EA0-94EA-EC5F89B249F1}" dt="2022-05-16T07:45:59.194" v="304"/>
        <pc:sldMkLst>
          <pc:docMk/>
          <pc:sldMk cId="748724321" sldId="537"/>
        </pc:sldMkLst>
      </pc:sldChg>
      <pc:sldChg chg="add">
        <pc:chgData name="Li Jianwen" userId="486b6c6cd3696673" providerId="LiveId" clId="{722EFA00-AE60-4EA0-94EA-EC5F89B249F1}" dt="2022-05-16T07:45:59.194" v="304"/>
        <pc:sldMkLst>
          <pc:docMk/>
          <pc:sldMk cId="2613309026" sldId="540"/>
        </pc:sldMkLst>
      </pc:sldChg>
      <pc:sldChg chg="add">
        <pc:chgData name="Li Jianwen" userId="486b6c6cd3696673" providerId="LiveId" clId="{722EFA00-AE60-4EA0-94EA-EC5F89B249F1}" dt="2022-05-16T07:45:59.194" v="304"/>
        <pc:sldMkLst>
          <pc:docMk/>
          <pc:sldMk cId="2418783294" sldId="541"/>
        </pc:sldMkLst>
      </pc:sldChg>
      <pc:sldChg chg="add">
        <pc:chgData name="Li Jianwen" userId="486b6c6cd3696673" providerId="LiveId" clId="{722EFA00-AE60-4EA0-94EA-EC5F89B249F1}" dt="2022-05-16T07:45:59.194" v="304"/>
        <pc:sldMkLst>
          <pc:docMk/>
          <pc:sldMk cId="1749652001" sldId="542"/>
        </pc:sldMkLst>
      </pc:sldChg>
      <pc:sldChg chg="add">
        <pc:chgData name="Li Jianwen" userId="486b6c6cd3696673" providerId="LiveId" clId="{722EFA00-AE60-4EA0-94EA-EC5F89B249F1}" dt="2022-05-16T07:45:59.194" v="304"/>
        <pc:sldMkLst>
          <pc:docMk/>
          <pc:sldMk cId="683577818" sldId="550"/>
        </pc:sldMkLst>
      </pc:sldChg>
      <pc:sldChg chg="addSp modSp add del mod">
        <pc:chgData name="Li Jianwen" userId="486b6c6cd3696673" providerId="LiveId" clId="{722EFA00-AE60-4EA0-94EA-EC5F89B249F1}" dt="2022-05-18T14:16:06.231" v="416" actId="47"/>
        <pc:sldMkLst>
          <pc:docMk/>
          <pc:sldMk cId="523417701" sldId="551"/>
        </pc:sldMkLst>
        <pc:spChg chg="mod">
          <ac:chgData name="Li Jianwen" userId="486b6c6cd3696673" providerId="LiveId" clId="{722EFA00-AE60-4EA0-94EA-EC5F89B249F1}" dt="2022-05-18T14:11:01.069" v="406" actId="20577"/>
          <ac:spMkLst>
            <pc:docMk/>
            <pc:sldMk cId="523417701" sldId="551"/>
            <ac:spMk id="2" creationId="{98AD596F-E022-4587-96AA-035F34BFFF11}"/>
          </ac:spMkLst>
        </pc:spChg>
        <pc:spChg chg="add mod">
          <ac:chgData name="Li Jianwen" userId="486b6c6cd3696673" providerId="LiveId" clId="{722EFA00-AE60-4EA0-94EA-EC5F89B249F1}" dt="2022-05-18T14:11:26.721" v="415" actId="14100"/>
          <ac:spMkLst>
            <pc:docMk/>
            <pc:sldMk cId="523417701" sldId="551"/>
            <ac:spMk id="3" creationId="{8FB30650-84AD-21AA-CC54-6C65F5740516}"/>
          </ac:spMkLst>
        </pc:spChg>
      </pc:sldChg>
    </pc:docChg>
  </pc:docChgLst>
  <pc:docChgLst>
    <pc:chgData name="Li Jianwen" userId="486b6c6cd3696673" providerId="LiveId" clId="{EF516933-4393-4163-B85F-99BD1B9BFE23}"/>
    <pc:docChg chg="custSel modSld">
      <pc:chgData name="Li Jianwen" userId="486b6c6cd3696673" providerId="LiveId" clId="{EF516933-4393-4163-B85F-99BD1B9BFE23}" dt="2022-12-02T01:50:10.705" v="44" actId="478"/>
      <pc:docMkLst>
        <pc:docMk/>
      </pc:docMkLst>
      <pc:sldChg chg="addSp modSp mod">
        <pc:chgData name="Li Jianwen" userId="486b6c6cd3696673" providerId="LiveId" clId="{EF516933-4393-4163-B85F-99BD1B9BFE23}" dt="2022-12-02T01:36:06.714" v="43" actId="20577"/>
        <pc:sldMkLst>
          <pc:docMk/>
          <pc:sldMk cId="3948506099" sldId="360"/>
        </pc:sldMkLst>
        <pc:spChg chg="add mod">
          <ac:chgData name="Li Jianwen" userId="486b6c6cd3696673" providerId="LiveId" clId="{EF516933-4393-4163-B85F-99BD1B9BFE23}" dt="2022-12-02T01:36:06.714" v="43" actId="20577"/>
          <ac:spMkLst>
            <pc:docMk/>
            <pc:sldMk cId="3948506099" sldId="360"/>
            <ac:spMk id="6" creationId="{9A183965-77B7-B755-E044-453780216C6E}"/>
          </ac:spMkLst>
        </pc:spChg>
      </pc:sldChg>
      <pc:sldChg chg="delSp mod">
        <pc:chgData name="Li Jianwen" userId="486b6c6cd3696673" providerId="LiveId" clId="{EF516933-4393-4163-B85F-99BD1B9BFE23}" dt="2022-12-02T01:50:10.705" v="44" actId="478"/>
        <pc:sldMkLst>
          <pc:docMk/>
          <pc:sldMk cId="391371767" sldId="434"/>
        </pc:sldMkLst>
        <pc:spChg chg="del">
          <ac:chgData name="Li Jianwen" userId="486b6c6cd3696673" providerId="LiveId" clId="{EF516933-4393-4163-B85F-99BD1B9BFE23}" dt="2022-12-02T01:50:10.705" v="44" actId="478"/>
          <ac:spMkLst>
            <pc:docMk/>
            <pc:sldMk cId="391371767" sldId="434"/>
            <ac:spMk id="9" creationId="{E1901948-FA8F-49CF-BC15-ECB778F7843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16F58C-5474-4C7A-BE6E-C9B9A33DCCA3}" type="datetimeFigureOut">
              <a:rPr lang="zh-CN" altLang="en-US" smtClean="0"/>
              <a:t>2025/10/20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82E0F0-FB8A-4196-8FF8-D647DB7DD003}" type="slidenum">
              <a:rPr lang="zh-CN" altLang="en-US" smtClean="0"/>
              <a:t>‹#›</a:t>
            </a:fld>
            <a:endParaRPr lang="zh-CN" altLang="en-US"/>
          </a:p>
        </p:txBody>
      </p:sp>
    </p:spTree>
    <p:extLst>
      <p:ext uri="{BB962C8B-B14F-4D97-AF65-F5344CB8AC3E}">
        <p14:creationId xmlns:p14="http://schemas.microsoft.com/office/powerpoint/2010/main" val="29749262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cnblogs.com/youcong/p/9498489.html"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cnblogs.com/youcong/p/9498489.html"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www.cnblogs.com/youcong/p/9498489.html"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zhidao.baidu.com/question/200598398237763645.html" TargetMode="External"/><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For so many model, why do we invent so many models? </a:t>
            </a:r>
            <a:endParaRPr lang="zh-CN" altLang="en-US"/>
          </a:p>
          <a:p>
            <a:endParaRPr lang="zh-CN" altLang="en-US" dirty="0"/>
          </a:p>
        </p:txBody>
      </p:sp>
      <p:sp>
        <p:nvSpPr>
          <p:cNvPr id="4" name="灯片编号占位符 3"/>
          <p:cNvSpPr>
            <a:spLocks noGrp="1"/>
          </p:cNvSpPr>
          <p:nvPr>
            <p:ph type="sldNum" sz="quarter" idx="10"/>
          </p:nvPr>
        </p:nvSpPr>
        <p:spPr/>
        <p:txBody>
          <a:bodyPr/>
          <a:lstStyle/>
          <a:p>
            <a:fld id="{A21E6206-BDE5-4065-9057-FBCEE5A2C778}" type="slidenum">
              <a:rPr lang="zh-CN" altLang="en-US" smtClean="0"/>
              <a:t>2</a:t>
            </a:fld>
            <a:endParaRPr lang="zh-CN" altLang="en-US"/>
          </a:p>
        </p:txBody>
      </p:sp>
    </p:spTree>
    <p:extLst>
      <p:ext uri="{BB962C8B-B14F-4D97-AF65-F5344CB8AC3E}">
        <p14:creationId xmlns:p14="http://schemas.microsoft.com/office/powerpoint/2010/main" val="20785526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hlinkClick r:id="rId3"/>
              </a:rPr>
              <a:t>https://www.cnblogs.com/youcong/p/9498489.html</a:t>
            </a:r>
            <a:endParaRPr lang="en-US" dirty="0"/>
          </a:p>
          <a:p>
            <a:endParaRPr lang="en-US" dirty="0"/>
          </a:p>
        </p:txBody>
      </p:sp>
      <p:sp>
        <p:nvSpPr>
          <p:cNvPr id="4" name="灯片编号占位符 3"/>
          <p:cNvSpPr>
            <a:spLocks noGrp="1"/>
          </p:cNvSpPr>
          <p:nvPr>
            <p:ph type="sldNum" sz="quarter" idx="5"/>
          </p:nvPr>
        </p:nvSpPr>
        <p:spPr/>
        <p:txBody>
          <a:bodyPr/>
          <a:lstStyle/>
          <a:p>
            <a:fld id="{5D7DFEF9-723B-45C9-B3C8-A1DB83608736}" type="slidenum">
              <a:rPr lang="en-US" smtClean="0"/>
              <a:t>6</a:t>
            </a:fld>
            <a:endParaRPr lang="en-US"/>
          </a:p>
        </p:txBody>
      </p:sp>
    </p:spTree>
    <p:extLst>
      <p:ext uri="{BB962C8B-B14F-4D97-AF65-F5344CB8AC3E}">
        <p14:creationId xmlns:p14="http://schemas.microsoft.com/office/powerpoint/2010/main" val="23297273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hlinkClick r:id="rId3"/>
              </a:rPr>
              <a:t>https://www.cnblogs.com/youcong/p/9498489.html</a:t>
            </a:r>
            <a:endParaRPr lang="en-US" dirty="0"/>
          </a:p>
          <a:p>
            <a:endParaRPr lang="en-US" dirty="0"/>
          </a:p>
        </p:txBody>
      </p:sp>
      <p:sp>
        <p:nvSpPr>
          <p:cNvPr id="4" name="灯片编号占位符 3"/>
          <p:cNvSpPr>
            <a:spLocks noGrp="1"/>
          </p:cNvSpPr>
          <p:nvPr>
            <p:ph type="sldNum" sz="quarter" idx="5"/>
          </p:nvPr>
        </p:nvSpPr>
        <p:spPr/>
        <p:txBody>
          <a:bodyPr/>
          <a:lstStyle/>
          <a:p>
            <a:fld id="{5D7DFEF9-723B-45C9-B3C8-A1DB83608736}" type="slidenum">
              <a:rPr lang="en-US" smtClean="0"/>
              <a:t>7</a:t>
            </a:fld>
            <a:endParaRPr lang="en-US"/>
          </a:p>
        </p:txBody>
      </p:sp>
    </p:spTree>
    <p:extLst>
      <p:ext uri="{BB962C8B-B14F-4D97-AF65-F5344CB8AC3E}">
        <p14:creationId xmlns:p14="http://schemas.microsoft.com/office/powerpoint/2010/main" val="10115044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hlinkClick r:id="rId3"/>
              </a:rPr>
              <a:t>https://www.cnblogs.com/youcong/p/9498489.html</a:t>
            </a:r>
            <a:endParaRPr lang="en-US" dirty="0"/>
          </a:p>
          <a:p>
            <a:endParaRPr lang="en-US" dirty="0"/>
          </a:p>
        </p:txBody>
      </p:sp>
      <p:sp>
        <p:nvSpPr>
          <p:cNvPr id="4" name="灯片编号占位符 3"/>
          <p:cNvSpPr>
            <a:spLocks noGrp="1"/>
          </p:cNvSpPr>
          <p:nvPr>
            <p:ph type="sldNum" sz="quarter" idx="5"/>
          </p:nvPr>
        </p:nvSpPr>
        <p:spPr/>
        <p:txBody>
          <a:bodyPr/>
          <a:lstStyle/>
          <a:p>
            <a:fld id="{5D7DFEF9-723B-45C9-B3C8-A1DB83608736}" type="slidenum">
              <a:rPr lang="en-US" smtClean="0"/>
              <a:t>8</a:t>
            </a:fld>
            <a:endParaRPr lang="en-US"/>
          </a:p>
        </p:txBody>
      </p:sp>
    </p:spTree>
    <p:extLst>
      <p:ext uri="{BB962C8B-B14F-4D97-AF65-F5344CB8AC3E}">
        <p14:creationId xmlns:p14="http://schemas.microsoft.com/office/powerpoint/2010/main" val="8130460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000000"/>
                </a:solidFill>
                <a:effectLst/>
                <a:latin typeface="微软雅黑" panose="020B0503020204020204" pitchFamily="34" charset="-122"/>
                <a:ea typeface="微软雅黑" panose="020B0503020204020204" pitchFamily="34" charset="-122"/>
              </a:rPr>
              <a:t>近年来，安全关键领域（如汽车和航空电子）中嵌入式软件的复杂性显著增加。在这种情况下，软件测试有着很重要的作用，他负责确保一个系统能够作为一个整体满足他的功能需求。此类系统测试活动通常称为验收测试</a:t>
            </a:r>
            <a:r>
              <a:rPr lang="en-US" altLang="zh-CN" b="0" i="0" dirty="0">
                <a:solidFill>
                  <a:srgbClr val="000000"/>
                </a:solidFill>
                <a:effectLst/>
                <a:latin typeface="微软雅黑" panose="020B0503020204020204" pitchFamily="34" charset="-122"/>
                <a:ea typeface="微软雅黑" panose="020B0503020204020204" pitchFamily="34" charset="-122"/>
              </a:rPr>
              <a:t>[1]</a:t>
            </a:r>
            <a:r>
              <a:rPr lang="zh-CN" altLang="en-US" b="0" i="0" dirty="0">
                <a:solidFill>
                  <a:srgbClr val="000000"/>
                </a:solidFill>
                <a:effectLst/>
                <a:latin typeface="微软雅黑" panose="020B0503020204020204" pitchFamily="34" charset="-122"/>
                <a:ea typeface="微软雅黑" panose="020B0503020204020204" pitchFamily="34" charset="-122"/>
              </a:rPr>
              <a:t>。与检测故障的验证相反，验收测试是在开发生命周期最后执行的验证活动，用于证明符合需求。</a:t>
            </a:r>
            <a:endParaRPr lang="en-US" altLang="zh-CN" b="0" i="0" dirty="0">
              <a:solidFill>
                <a:srgbClr val="000000"/>
              </a:solidFill>
              <a:effectLst/>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0" i="0" dirty="0">
              <a:solidFill>
                <a:srgbClr val="000000"/>
              </a:solidFill>
              <a:effectLst/>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000000"/>
                </a:solidFill>
                <a:effectLst/>
                <a:latin typeface="微软雅黑" panose="020B0503020204020204" pitchFamily="34" charset="-122"/>
                <a:ea typeface="微软雅黑" panose="020B0503020204020204" pitchFamily="34" charset="-122"/>
              </a:rPr>
              <a:t>安全关键领域中的功能需求通常用自然语言来表示。而用于验收的测试用例，要么是从需求规范中手动导出的，要么是从仅为测试目的构造的模型中生成的，后者是一种不太常见的做法，所以通常都是手动导出的。</a:t>
            </a:r>
            <a:endParaRPr lang="en-US" altLang="zh-CN" b="0" i="0" dirty="0">
              <a:solidFill>
                <a:srgbClr val="000000"/>
              </a:solidFill>
              <a:effectLst/>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0" i="0" dirty="0">
              <a:solidFill>
                <a:srgbClr val="000000"/>
              </a:solidFill>
              <a:effectLst/>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000000"/>
                </a:solidFill>
                <a:effectLst/>
                <a:latin typeface="微软雅黑" panose="020B0503020204020204" pitchFamily="34" charset="-122"/>
                <a:ea typeface="微软雅黑" panose="020B0503020204020204" pitchFamily="34" charset="-122"/>
              </a:rPr>
              <a:t>从自然语言描述的需求规范自动生成测试则实现了上述两个方法的所有优点，因为它不需要额外为测试建模，降低了测试成本，还保证了测试是系统的，正确地涵盖了所有需求</a:t>
            </a:r>
            <a:endParaRPr lang="en-US" altLang="zh-CN" b="0" i="0" dirty="0">
              <a:solidFill>
                <a:srgbClr val="000000"/>
              </a:solidFill>
              <a:effectLst/>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0" i="0" dirty="0">
              <a:solidFill>
                <a:srgbClr val="000000"/>
              </a:solidFill>
              <a:effectLst/>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000000"/>
                </a:solidFill>
                <a:effectLst/>
                <a:latin typeface="微软雅黑" panose="020B0503020204020204" pitchFamily="34" charset="-122"/>
                <a:ea typeface="微软雅黑" panose="020B0503020204020204" pitchFamily="34" charset="-122"/>
              </a:rPr>
              <a:t>然而，现有方法通常不适用于工业环境，因为它们通常要求将系统规范用</a:t>
            </a:r>
            <a:r>
              <a:rPr lang="en-US" altLang="zh-CN" b="0" i="0" dirty="0">
                <a:solidFill>
                  <a:srgbClr val="000000"/>
                </a:solidFill>
                <a:effectLst/>
                <a:latin typeface="微软雅黑" panose="020B0503020204020204" pitchFamily="34" charset="-122"/>
                <a:ea typeface="微软雅黑" panose="020B0503020204020204" pitchFamily="34" charset="-122"/>
              </a:rPr>
              <a:t>UML</a:t>
            </a:r>
            <a:r>
              <a:rPr lang="zh-CN" altLang="en-US" b="0" i="0" dirty="0">
                <a:solidFill>
                  <a:srgbClr val="000000"/>
                </a:solidFill>
                <a:effectLst/>
                <a:latin typeface="微软雅黑" panose="020B0503020204020204" pitchFamily="34" charset="-122"/>
                <a:ea typeface="微软雅黑" panose="020B0503020204020204" pitchFamily="34" charset="-122"/>
              </a:rPr>
              <a:t>行为模型去进行描述，如活动图</a:t>
            </a:r>
            <a:r>
              <a:rPr lang="en-US" altLang="zh-CN" b="0" i="0" dirty="0">
                <a:solidFill>
                  <a:srgbClr val="000000"/>
                </a:solidFill>
                <a:effectLst/>
                <a:latin typeface="微软雅黑" panose="020B0503020204020204" pitchFamily="34" charset="-122"/>
                <a:ea typeface="微软雅黑" panose="020B0503020204020204" pitchFamily="34" charset="-122"/>
              </a:rPr>
              <a:t>[10]</a:t>
            </a:r>
            <a:r>
              <a:rPr lang="zh-CN" altLang="en-US" b="0" i="0" dirty="0">
                <a:solidFill>
                  <a:srgbClr val="000000"/>
                </a:solidFill>
                <a:effectLst/>
                <a:latin typeface="微软雅黑" panose="020B0503020204020204" pitchFamily="34" charset="-122"/>
                <a:ea typeface="微软雅黑" panose="020B0503020204020204" pitchFamily="34" charset="-122"/>
              </a:rPr>
              <a:t>、状态图</a:t>
            </a:r>
            <a:r>
              <a:rPr lang="en-US" altLang="zh-CN" b="0" i="0" dirty="0">
                <a:solidFill>
                  <a:srgbClr val="000000"/>
                </a:solidFill>
                <a:effectLst/>
                <a:latin typeface="微软雅黑" panose="020B0503020204020204" pitchFamily="34" charset="-122"/>
                <a:ea typeface="微软雅黑" panose="020B0503020204020204" pitchFamily="34" charset="-122"/>
              </a:rPr>
              <a:t>[11]</a:t>
            </a:r>
            <a:r>
              <a:rPr lang="zh-CN" altLang="en-US" b="0" i="0" dirty="0">
                <a:solidFill>
                  <a:srgbClr val="000000"/>
                </a:solidFill>
                <a:effectLst/>
                <a:latin typeface="微软雅黑" panose="020B0503020204020204" pitchFamily="34" charset="-122"/>
                <a:ea typeface="微软雅黑" panose="020B0503020204020204" pitchFamily="34" charset="-122"/>
              </a:rPr>
              <a:t>和序列图等。然而如果用这些图去精准描述所有系统规范是非常复杂而且耗时的，这在工业上可行性不大。而一些直接通过自然语言描述的需求生成测试用例的方法中，测试用例又是不可执行的，而且通常需要大量的人工干预提供测试的输入数据。而另一些方法又要求需求规范用受限制的自然语言进行编写，而这种自然语言由于受限制，它的可用性又不高。</a:t>
            </a:r>
            <a:endParaRPr lang="zh-CN" altLang="en-US" dirty="0"/>
          </a:p>
        </p:txBody>
      </p:sp>
      <p:sp>
        <p:nvSpPr>
          <p:cNvPr id="4" name="灯片编号占位符 3"/>
          <p:cNvSpPr>
            <a:spLocks noGrp="1"/>
          </p:cNvSpPr>
          <p:nvPr>
            <p:ph type="sldNum" sz="quarter" idx="5"/>
          </p:nvPr>
        </p:nvSpPr>
        <p:spPr/>
        <p:txBody>
          <a:bodyPr/>
          <a:lstStyle/>
          <a:p>
            <a:fld id="{C9F6C1ED-381D-4E31-A074-36F851170E42}" type="slidenum">
              <a:rPr lang="zh-CN" altLang="en-US" smtClean="0"/>
              <a:t>10</a:t>
            </a:fld>
            <a:endParaRPr lang="zh-CN" altLang="en-US"/>
          </a:p>
        </p:txBody>
      </p:sp>
    </p:spTree>
    <p:extLst>
      <p:ext uri="{BB962C8B-B14F-4D97-AF65-F5344CB8AC3E}">
        <p14:creationId xmlns:p14="http://schemas.microsoft.com/office/powerpoint/2010/main" val="4115585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000000"/>
                </a:solidFill>
                <a:effectLst/>
                <a:latin typeface="微软雅黑" panose="020B0503020204020204" pitchFamily="34" charset="-122"/>
                <a:ea typeface="微软雅黑" panose="020B0503020204020204" pitchFamily="34" charset="-122"/>
              </a:rPr>
              <a:t>近年来，安全关键领域（如汽车和航空电子）中嵌入式软件的复杂性显著增加。在这种情况下，软件测试有着很重要的作用，他负责确保一个系统能够作为一个整体满足他的功能需求。此类系统测试活动通常称为验收测试</a:t>
            </a:r>
            <a:r>
              <a:rPr lang="en-US" altLang="zh-CN" b="0" i="0" dirty="0">
                <a:solidFill>
                  <a:srgbClr val="000000"/>
                </a:solidFill>
                <a:effectLst/>
                <a:latin typeface="微软雅黑" panose="020B0503020204020204" pitchFamily="34" charset="-122"/>
                <a:ea typeface="微软雅黑" panose="020B0503020204020204" pitchFamily="34" charset="-122"/>
              </a:rPr>
              <a:t>[1]</a:t>
            </a:r>
            <a:r>
              <a:rPr lang="zh-CN" altLang="en-US" b="0" i="0" dirty="0">
                <a:solidFill>
                  <a:srgbClr val="000000"/>
                </a:solidFill>
                <a:effectLst/>
                <a:latin typeface="微软雅黑" panose="020B0503020204020204" pitchFamily="34" charset="-122"/>
                <a:ea typeface="微软雅黑" panose="020B0503020204020204" pitchFamily="34" charset="-122"/>
              </a:rPr>
              <a:t>。与检测故障的验证相反，验收测试是在开发生命周期最后执行的验证活动，用于证明符合需求。</a:t>
            </a:r>
            <a:endParaRPr lang="en-US" altLang="zh-CN" b="0" i="0" dirty="0">
              <a:solidFill>
                <a:srgbClr val="000000"/>
              </a:solidFill>
              <a:effectLst/>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0" i="0" dirty="0">
              <a:solidFill>
                <a:srgbClr val="000000"/>
              </a:solidFill>
              <a:effectLst/>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000000"/>
                </a:solidFill>
                <a:effectLst/>
                <a:latin typeface="微软雅黑" panose="020B0503020204020204" pitchFamily="34" charset="-122"/>
                <a:ea typeface="微软雅黑" panose="020B0503020204020204" pitchFamily="34" charset="-122"/>
              </a:rPr>
              <a:t>安全关键领域中的功能需求通常用自然语言来表示。而用于验收的测试用例，要么是从需求规范中手动导出的，要么是从仅为测试目的构造的模型中生成的，后者是一种不太常见的做法，所以通常都是手动导出的。</a:t>
            </a:r>
            <a:endParaRPr lang="en-US" altLang="zh-CN" b="0" i="0" dirty="0">
              <a:solidFill>
                <a:srgbClr val="000000"/>
              </a:solidFill>
              <a:effectLst/>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0" i="0" dirty="0">
              <a:solidFill>
                <a:srgbClr val="000000"/>
              </a:solidFill>
              <a:effectLst/>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000000"/>
                </a:solidFill>
                <a:effectLst/>
                <a:latin typeface="微软雅黑" panose="020B0503020204020204" pitchFamily="34" charset="-122"/>
                <a:ea typeface="微软雅黑" panose="020B0503020204020204" pitchFamily="34" charset="-122"/>
              </a:rPr>
              <a:t>从自然语言描述的需求规范自动生成测试则实现了上述两个方法的所有优点，因为它不需要额外为测试建模，降低了测试成本，还保证了测试是系统的，正确地涵盖了所有需求</a:t>
            </a:r>
            <a:endParaRPr lang="en-US" altLang="zh-CN" b="0" i="0" dirty="0">
              <a:solidFill>
                <a:srgbClr val="000000"/>
              </a:solidFill>
              <a:effectLst/>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0" i="0" dirty="0">
              <a:solidFill>
                <a:srgbClr val="000000"/>
              </a:solidFill>
              <a:effectLst/>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000000"/>
                </a:solidFill>
                <a:effectLst/>
                <a:latin typeface="微软雅黑" panose="020B0503020204020204" pitchFamily="34" charset="-122"/>
                <a:ea typeface="微软雅黑" panose="020B0503020204020204" pitchFamily="34" charset="-122"/>
              </a:rPr>
              <a:t>然而，现有方法通常不适用于工业环境，因为它们通常要求将系统规范用</a:t>
            </a:r>
            <a:r>
              <a:rPr lang="en-US" altLang="zh-CN" b="0" i="0" dirty="0">
                <a:solidFill>
                  <a:srgbClr val="000000"/>
                </a:solidFill>
                <a:effectLst/>
                <a:latin typeface="微软雅黑" panose="020B0503020204020204" pitchFamily="34" charset="-122"/>
                <a:ea typeface="微软雅黑" panose="020B0503020204020204" pitchFamily="34" charset="-122"/>
              </a:rPr>
              <a:t>UML</a:t>
            </a:r>
            <a:r>
              <a:rPr lang="zh-CN" altLang="en-US" b="0" i="0" dirty="0">
                <a:solidFill>
                  <a:srgbClr val="000000"/>
                </a:solidFill>
                <a:effectLst/>
                <a:latin typeface="微软雅黑" panose="020B0503020204020204" pitchFamily="34" charset="-122"/>
                <a:ea typeface="微软雅黑" panose="020B0503020204020204" pitchFamily="34" charset="-122"/>
              </a:rPr>
              <a:t>行为模型去进行描述，如活动图</a:t>
            </a:r>
            <a:r>
              <a:rPr lang="en-US" altLang="zh-CN" b="0" i="0" dirty="0">
                <a:solidFill>
                  <a:srgbClr val="000000"/>
                </a:solidFill>
                <a:effectLst/>
                <a:latin typeface="微软雅黑" panose="020B0503020204020204" pitchFamily="34" charset="-122"/>
                <a:ea typeface="微软雅黑" panose="020B0503020204020204" pitchFamily="34" charset="-122"/>
              </a:rPr>
              <a:t>[10]</a:t>
            </a:r>
            <a:r>
              <a:rPr lang="zh-CN" altLang="en-US" b="0" i="0" dirty="0">
                <a:solidFill>
                  <a:srgbClr val="000000"/>
                </a:solidFill>
                <a:effectLst/>
                <a:latin typeface="微软雅黑" panose="020B0503020204020204" pitchFamily="34" charset="-122"/>
                <a:ea typeface="微软雅黑" panose="020B0503020204020204" pitchFamily="34" charset="-122"/>
              </a:rPr>
              <a:t>、状态图</a:t>
            </a:r>
            <a:r>
              <a:rPr lang="en-US" altLang="zh-CN" b="0" i="0" dirty="0">
                <a:solidFill>
                  <a:srgbClr val="000000"/>
                </a:solidFill>
                <a:effectLst/>
                <a:latin typeface="微软雅黑" panose="020B0503020204020204" pitchFamily="34" charset="-122"/>
                <a:ea typeface="微软雅黑" panose="020B0503020204020204" pitchFamily="34" charset="-122"/>
              </a:rPr>
              <a:t>[11]</a:t>
            </a:r>
            <a:r>
              <a:rPr lang="zh-CN" altLang="en-US" b="0" i="0" dirty="0">
                <a:solidFill>
                  <a:srgbClr val="000000"/>
                </a:solidFill>
                <a:effectLst/>
                <a:latin typeface="微软雅黑" panose="020B0503020204020204" pitchFamily="34" charset="-122"/>
                <a:ea typeface="微软雅黑" panose="020B0503020204020204" pitchFamily="34" charset="-122"/>
              </a:rPr>
              <a:t>和序列图等。然而如果用这些图去精准描述所有系统规范是非常复杂而且耗时的，这在工业上可行性不大。而一些直接通过自然语言描述的需求生成测试用例的方法中，测试用例又是不可执行的，而且通常需要大量的人工干预提供测试的输入数据。而另一些方法又要求需求规范用受限制的自然语言进行编写，而这种自然语言由于受限制，它的可用性又不高。</a:t>
            </a:r>
            <a:endParaRPr lang="zh-CN" altLang="en-US" dirty="0"/>
          </a:p>
        </p:txBody>
      </p:sp>
      <p:sp>
        <p:nvSpPr>
          <p:cNvPr id="4" name="灯片编号占位符 3"/>
          <p:cNvSpPr>
            <a:spLocks noGrp="1"/>
          </p:cNvSpPr>
          <p:nvPr>
            <p:ph type="sldNum" sz="quarter" idx="5"/>
          </p:nvPr>
        </p:nvSpPr>
        <p:spPr/>
        <p:txBody>
          <a:bodyPr/>
          <a:lstStyle/>
          <a:p>
            <a:fld id="{C9F6C1ED-381D-4E31-A074-36F851170E42}" type="slidenum">
              <a:rPr lang="zh-CN" altLang="en-US" smtClean="0"/>
              <a:t>11</a:t>
            </a:fld>
            <a:endParaRPr lang="zh-CN" altLang="en-US"/>
          </a:p>
        </p:txBody>
      </p:sp>
    </p:spTree>
    <p:extLst>
      <p:ext uri="{BB962C8B-B14F-4D97-AF65-F5344CB8AC3E}">
        <p14:creationId xmlns:p14="http://schemas.microsoft.com/office/powerpoint/2010/main" val="23836683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000000"/>
                </a:solidFill>
                <a:effectLst/>
                <a:latin typeface="微软雅黑" panose="020B0503020204020204" pitchFamily="34" charset="-122"/>
                <a:ea typeface="微软雅黑" panose="020B0503020204020204" pitchFamily="34" charset="-122"/>
              </a:rPr>
              <a:t>近年来，安全关键领域（如汽车和航空电子）中嵌入式软件的复杂性显著增加。在这种情况下，软件测试有着很重要的作用，他负责确保一个系统能够作为一个整体满足他的功能需求。此类系统测试活动通常称为验收测试</a:t>
            </a:r>
            <a:r>
              <a:rPr lang="en-US" altLang="zh-CN" b="0" i="0" dirty="0">
                <a:solidFill>
                  <a:srgbClr val="000000"/>
                </a:solidFill>
                <a:effectLst/>
                <a:latin typeface="微软雅黑" panose="020B0503020204020204" pitchFamily="34" charset="-122"/>
                <a:ea typeface="微软雅黑" panose="020B0503020204020204" pitchFamily="34" charset="-122"/>
              </a:rPr>
              <a:t>[1]</a:t>
            </a:r>
            <a:r>
              <a:rPr lang="zh-CN" altLang="en-US" b="0" i="0" dirty="0">
                <a:solidFill>
                  <a:srgbClr val="000000"/>
                </a:solidFill>
                <a:effectLst/>
                <a:latin typeface="微软雅黑" panose="020B0503020204020204" pitchFamily="34" charset="-122"/>
                <a:ea typeface="微软雅黑" panose="020B0503020204020204" pitchFamily="34" charset="-122"/>
              </a:rPr>
              <a:t>。与检测故障的验证相反，验收测试是在开发生命周期最后执行的验证活动，用于证明符合需求。</a:t>
            </a:r>
            <a:endParaRPr lang="en-US" altLang="zh-CN" b="0" i="0" dirty="0">
              <a:solidFill>
                <a:srgbClr val="000000"/>
              </a:solidFill>
              <a:effectLst/>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0" i="0" dirty="0">
              <a:solidFill>
                <a:srgbClr val="000000"/>
              </a:solidFill>
              <a:effectLst/>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000000"/>
                </a:solidFill>
                <a:effectLst/>
                <a:latin typeface="微软雅黑" panose="020B0503020204020204" pitchFamily="34" charset="-122"/>
                <a:ea typeface="微软雅黑" panose="020B0503020204020204" pitchFamily="34" charset="-122"/>
              </a:rPr>
              <a:t>安全关键领域中的功能需求通常用自然语言来表示。而用于验收的测试用例，要么是从需求规范中手动导出的，要么是从仅为测试目的构造的模型中生成的，后者是一种不太常见的做法，所以通常都是手动导出的。</a:t>
            </a:r>
            <a:endParaRPr lang="en-US" altLang="zh-CN" b="0" i="0" dirty="0">
              <a:solidFill>
                <a:srgbClr val="000000"/>
              </a:solidFill>
              <a:effectLst/>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0" i="0" dirty="0">
              <a:solidFill>
                <a:srgbClr val="000000"/>
              </a:solidFill>
              <a:effectLst/>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000000"/>
                </a:solidFill>
                <a:effectLst/>
                <a:latin typeface="微软雅黑" panose="020B0503020204020204" pitchFamily="34" charset="-122"/>
                <a:ea typeface="微软雅黑" panose="020B0503020204020204" pitchFamily="34" charset="-122"/>
              </a:rPr>
              <a:t>从自然语言描述的需求规范自动生成测试则实现了上述两个方法的所有优点，因为它不需要额外为测试建模，降低了测试成本，还保证了测试是系统的，正确地涵盖了所有需求</a:t>
            </a:r>
            <a:endParaRPr lang="en-US" altLang="zh-CN" b="0" i="0" dirty="0">
              <a:solidFill>
                <a:srgbClr val="000000"/>
              </a:solidFill>
              <a:effectLst/>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0" i="0" dirty="0">
              <a:solidFill>
                <a:srgbClr val="000000"/>
              </a:solidFill>
              <a:effectLst/>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000000"/>
                </a:solidFill>
                <a:effectLst/>
                <a:latin typeface="微软雅黑" panose="020B0503020204020204" pitchFamily="34" charset="-122"/>
                <a:ea typeface="微软雅黑" panose="020B0503020204020204" pitchFamily="34" charset="-122"/>
              </a:rPr>
              <a:t>然而，现有方法通常不适用于工业环境，因为它们通常要求将系统规范用</a:t>
            </a:r>
            <a:r>
              <a:rPr lang="en-US" altLang="zh-CN" b="0" i="0" dirty="0">
                <a:solidFill>
                  <a:srgbClr val="000000"/>
                </a:solidFill>
                <a:effectLst/>
                <a:latin typeface="微软雅黑" panose="020B0503020204020204" pitchFamily="34" charset="-122"/>
                <a:ea typeface="微软雅黑" panose="020B0503020204020204" pitchFamily="34" charset="-122"/>
              </a:rPr>
              <a:t>UML</a:t>
            </a:r>
            <a:r>
              <a:rPr lang="zh-CN" altLang="en-US" b="0" i="0" dirty="0">
                <a:solidFill>
                  <a:srgbClr val="000000"/>
                </a:solidFill>
                <a:effectLst/>
                <a:latin typeface="微软雅黑" panose="020B0503020204020204" pitchFamily="34" charset="-122"/>
                <a:ea typeface="微软雅黑" panose="020B0503020204020204" pitchFamily="34" charset="-122"/>
              </a:rPr>
              <a:t>行为模型去进行描述，如活动图</a:t>
            </a:r>
            <a:r>
              <a:rPr lang="en-US" altLang="zh-CN" b="0" i="0" dirty="0">
                <a:solidFill>
                  <a:srgbClr val="000000"/>
                </a:solidFill>
                <a:effectLst/>
                <a:latin typeface="微软雅黑" panose="020B0503020204020204" pitchFamily="34" charset="-122"/>
                <a:ea typeface="微软雅黑" panose="020B0503020204020204" pitchFamily="34" charset="-122"/>
              </a:rPr>
              <a:t>[10]</a:t>
            </a:r>
            <a:r>
              <a:rPr lang="zh-CN" altLang="en-US" b="0" i="0" dirty="0">
                <a:solidFill>
                  <a:srgbClr val="000000"/>
                </a:solidFill>
                <a:effectLst/>
                <a:latin typeface="微软雅黑" panose="020B0503020204020204" pitchFamily="34" charset="-122"/>
                <a:ea typeface="微软雅黑" panose="020B0503020204020204" pitchFamily="34" charset="-122"/>
              </a:rPr>
              <a:t>、状态图</a:t>
            </a:r>
            <a:r>
              <a:rPr lang="en-US" altLang="zh-CN" b="0" i="0" dirty="0">
                <a:solidFill>
                  <a:srgbClr val="000000"/>
                </a:solidFill>
                <a:effectLst/>
                <a:latin typeface="微软雅黑" panose="020B0503020204020204" pitchFamily="34" charset="-122"/>
                <a:ea typeface="微软雅黑" panose="020B0503020204020204" pitchFamily="34" charset="-122"/>
              </a:rPr>
              <a:t>[11]</a:t>
            </a:r>
            <a:r>
              <a:rPr lang="zh-CN" altLang="en-US" b="0" i="0" dirty="0">
                <a:solidFill>
                  <a:srgbClr val="000000"/>
                </a:solidFill>
                <a:effectLst/>
                <a:latin typeface="微软雅黑" panose="020B0503020204020204" pitchFamily="34" charset="-122"/>
                <a:ea typeface="微软雅黑" panose="020B0503020204020204" pitchFamily="34" charset="-122"/>
              </a:rPr>
              <a:t>和序列图等。然而如果用这些图去精准描述所有系统规范是非常复杂而且耗时的，这在工业上可行性不大。而一些直接通过自然语言描述的需求生成测试用例的方法中，测试用例又是不可执行的，而且通常需要大量的人工干预提供测试的输入数据。而另一些方法又要求需求规范用受限制的自然语言进行编写，而这种自然语言由于受限制，它的可用性又不高。</a:t>
            </a:r>
            <a:endParaRPr lang="zh-CN" altLang="en-US" dirty="0"/>
          </a:p>
        </p:txBody>
      </p:sp>
      <p:sp>
        <p:nvSpPr>
          <p:cNvPr id="4" name="灯片编号占位符 3"/>
          <p:cNvSpPr>
            <a:spLocks noGrp="1"/>
          </p:cNvSpPr>
          <p:nvPr>
            <p:ph type="sldNum" sz="quarter" idx="5"/>
          </p:nvPr>
        </p:nvSpPr>
        <p:spPr/>
        <p:txBody>
          <a:bodyPr/>
          <a:lstStyle/>
          <a:p>
            <a:fld id="{C9F6C1ED-381D-4E31-A074-36F851170E42}" type="slidenum">
              <a:rPr lang="zh-CN" altLang="en-US" smtClean="0"/>
              <a:t>12</a:t>
            </a:fld>
            <a:endParaRPr lang="zh-CN" altLang="en-US"/>
          </a:p>
        </p:txBody>
      </p:sp>
    </p:spTree>
    <p:extLst>
      <p:ext uri="{BB962C8B-B14F-4D97-AF65-F5344CB8AC3E}">
        <p14:creationId xmlns:p14="http://schemas.microsoft.com/office/powerpoint/2010/main" val="41270774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000000"/>
                </a:solidFill>
                <a:effectLst/>
                <a:latin typeface="微软雅黑" panose="020B0503020204020204" pitchFamily="34" charset="-122"/>
                <a:ea typeface="微软雅黑" panose="020B0503020204020204" pitchFamily="34" charset="-122"/>
              </a:rPr>
              <a:t>近年来，安全关键领域（如汽车和航空电子）中嵌入式软件的复杂性显著增加。在这种情况下，软件测试有着很重要的作用，他负责确保一个系统能够作为一个整体满足他的功能需求。此类系统测试活动通常称为验收测试</a:t>
            </a:r>
            <a:r>
              <a:rPr lang="en-US" altLang="zh-CN" b="0" i="0" dirty="0">
                <a:solidFill>
                  <a:srgbClr val="000000"/>
                </a:solidFill>
                <a:effectLst/>
                <a:latin typeface="微软雅黑" panose="020B0503020204020204" pitchFamily="34" charset="-122"/>
                <a:ea typeface="微软雅黑" panose="020B0503020204020204" pitchFamily="34" charset="-122"/>
              </a:rPr>
              <a:t>[1]</a:t>
            </a:r>
            <a:r>
              <a:rPr lang="zh-CN" altLang="en-US" b="0" i="0" dirty="0">
                <a:solidFill>
                  <a:srgbClr val="000000"/>
                </a:solidFill>
                <a:effectLst/>
                <a:latin typeface="微软雅黑" panose="020B0503020204020204" pitchFamily="34" charset="-122"/>
                <a:ea typeface="微软雅黑" panose="020B0503020204020204" pitchFamily="34" charset="-122"/>
              </a:rPr>
              <a:t>。与检测故障的验证相反，验收测试是在开发生命周期最后执行的验证活动，用于证明符合需求。</a:t>
            </a:r>
            <a:endParaRPr lang="en-US" altLang="zh-CN" b="0" i="0" dirty="0">
              <a:solidFill>
                <a:srgbClr val="000000"/>
              </a:solidFill>
              <a:effectLst/>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0" i="0" dirty="0">
              <a:solidFill>
                <a:srgbClr val="000000"/>
              </a:solidFill>
              <a:effectLst/>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000000"/>
                </a:solidFill>
                <a:effectLst/>
                <a:latin typeface="微软雅黑" panose="020B0503020204020204" pitchFamily="34" charset="-122"/>
                <a:ea typeface="微软雅黑" panose="020B0503020204020204" pitchFamily="34" charset="-122"/>
              </a:rPr>
              <a:t>安全关键领域中的功能需求通常用自然语言来表示。而用于验收的测试用例，要么是从需求规范中手动导出的，要么是从仅为测试目的构造的模型中生成的，后者是一种不太常见的做法，所以通常都是手动导出的。</a:t>
            </a:r>
            <a:endParaRPr lang="en-US" altLang="zh-CN" b="0" i="0" dirty="0">
              <a:solidFill>
                <a:srgbClr val="000000"/>
              </a:solidFill>
              <a:effectLst/>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0" i="0" dirty="0">
              <a:solidFill>
                <a:srgbClr val="000000"/>
              </a:solidFill>
              <a:effectLst/>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000000"/>
                </a:solidFill>
                <a:effectLst/>
                <a:latin typeface="微软雅黑" panose="020B0503020204020204" pitchFamily="34" charset="-122"/>
                <a:ea typeface="微软雅黑" panose="020B0503020204020204" pitchFamily="34" charset="-122"/>
              </a:rPr>
              <a:t>从自然语言描述的需求规范自动生成测试则实现了上述两个方法的所有优点，因为它不需要额外为测试建模，降低了测试成本，还保证了测试是系统的，正确地涵盖了所有需求</a:t>
            </a:r>
            <a:endParaRPr lang="en-US" altLang="zh-CN" b="0" i="0" dirty="0">
              <a:solidFill>
                <a:srgbClr val="000000"/>
              </a:solidFill>
              <a:effectLst/>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0" i="0" dirty="0">
              <a:solidFill>
                <a:srgbClr val="000000"/>
              </a:solidFill>
              <a:effectLst/>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000000"/>
                </a:solidFill>
                <a:effectLst/>
                <a:latin typeface="微软雅黑" panose="020B0503020204020204" pitchFamily="34" charset="-122"/>
                <a:ea typeface="微软雅黑" panose="020B0503020204020204" pitchFamily="34" charset="-122"/>
              </a:rPr>
              <a:t>然而，现有方法通常不适用于工业环境，因为它们通常要求将系统规范用</a:t>
            </a:r>
            <a:r>
              <a:rPr lang="en-US" altLang="zh-CN" b="0" i="0" dirty="0">
                <a:solidFill>
                  <a:srgbClr val="000000"/>
                </a:solidFill>
                <a:effectLst/>
                <a:latin typeface="微软雅黑" panose="020B0503020204020204" pitchFamily="34" charset="-122"/>
                <a:ea typeface="微软雅黑" panose="020B0503020204020204" pitchFamily="34" charset="-122"/>
              </a:rPr>
              <a:t>UML</a:t>
            </a:r>
            <a:r>
              <a:rPr lang="zh-CN" altLang="en-US" b="0" i="0" dirty="0">
                <a:solidFill>
                  <a:srgbClr val="000000"/>
                </a:solidFill>
                <a:effectLst/>
                <a:latin typeface="微软雅黑" panose="020B0503020204020204" pitchFamily="34" charset="-122"/>
                <a:ea typeface="微软雅黑" panose="020B0503020204020204" pitchFamily="34" charset="-122"/>
              </a:rPr>
              <a:t>行为模型去进行描述，如活动图</a:t>
            </a:r>
            <a:r>
              <a:rPr lang="en-US" altLang="zh-CN" b="0" i="0" dirty="0">
                <a:solidFill>
                  <a:srgbClr val="000000"/>
                </a:solidFill>
                <a:effectLst/>
                <a:latin typeface="微软雅黑" panose="020B0503020204020204" pitchFamily="34" charset="-122"/>
                <a:ea typeface="微软雅黑" panose="020B0503020204020204" pitchFamily="34" charset="-122"/>
              </a:rPr>
              <a:t>[10]</a:t>
            </a:r>
            <a:r>
              <a:rPr lang="zh-CN" altLang="en-US" b="0" i="0" dirty="0">
                <a:solidFill>
                  <a:srgbClr val="000000"/>
                </a:solidFill>
                <a:effectLst/>
                <a:latin typeface="微软雅黑" panose="020B0503020204020204" pitchFamily="34" charset="-122"/>
                <a:ea typeface="微软雅黑" panose="020B0503020204020204" pitchFamily="34" charset="-122"/>
              </a:rPr>
              <a:t>、状态图</a:t>
            </a:r>
            <a:r>
              <a:rPr lang="en-US" altLang="zh-CN" b="0" i="0" dirty="0">
                <a:solidFill>
                  <a:srgbClr val="000000"/>
                </a:solidFill>
                <a:effectLst/>
                <a:latin typeface="微软雅黑" panose="020B0503020204020204" pitchFamily="34" charset="-122"/>
                <a:ea typeface="微软雅黑" panose="020B0503020204020204" pitchFamily="34" charset="-122"/>
              </a:rPr>
              <a:t>[11]</a:t>
            </a:r>
            <a:r>
              <a:rPr lang="zh-CN" altLang="en-US" b="0" i="0" dirty="0">
                <a:solidFill>
                  <a:srgbClr val="000000"/>
                </a:solidFill>
                <a:effectLst/>
                <a:latin typeface="微软雅黑" panose="020B0503020204020204" pitchFamily="34" charset="-122"/>
                <a:ea typeface="微软雅黑" panose="020B0503020204020204" pitchFamily="34" charset="-122"/>
              </a:rPr>
              <a:t>和序列图等。然而如果用这些图去精准描述所有系统规范是非常复杂而且耗时的，这在工业上可行性不大。而一些直接通过自然语言描述的需求生成测试用例的方法中，测试用例又是不可执行的，而且通常需要大量的人工干预提供测试的输入数据。而另一些方法又要求需求规范用受限制的自然语言进行编写，而这种自然语言由于受限制，它的可用性又不高。</a:t>
            </a:r>
            <a:endParaRPr lang="zh-CN" altLang="en-US" dirty="0"/>
          </a:p>
        </p:txBody>
      </p:sp>
      <p:sp>
        <p:nvSpPr>
          <p:cNvPr id="4" name="灯片编号占位符 3"/>
          <p:cNvSpPr>
            <a:spLocks noGrp="1"/>
          </p:cNvSpPr>
          <p:nvPr>
            <p:ph type="sldNum" sz="quarter" idx="5"/>
          </p:nvPr>
        </p:nvSpPr>
        <p:spPr/>
        <p:txBody>
          <a:bodyPr/>
          <a:lstStyle/>
          <a:p>
            <a:fld id="{C9F6C1ED-381D-4E31-A074-36F851170E42}" type="slidenum">
              <a:rPr lang="zh-CN" altLang="en-US" smtClean="0"/>
              <a:t>13</a:t>
            </a:fld>
            <a:endParaRPr lang="zh-CN" altLang="en-US"/>
          </a:p>
        </p:txBody>
      </p:sp>
    </p:spTree>
    <p:extLst>
      <p:ext uri="{BB962C8B-B14F-4D97-AF65-F5344CB8AC3E}">
        <p14:creationId xmlns:p14="http://schemas.microsoft.com/office/powerpoint/2010/main" val="39945570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000000"/>
                </a:solidFill>
                <a:effectLst/>
                <a:latin typeface="微软雅黑" panose="020B0503020204020204" pitchFamily="34" charset="-122"/>
                <a:ea typeface="微软雅黑" panose="020B0503020204020204" pitchFamily="34" charset="-122"/>
              </a:rPr>
              <a:t>近年来，安全关键领域（如汽车和航空电子）中嵌入式软件的复杂性显著增加。在这种情况下，软件测试有着很重要的作用，他负责确保一个系统能够作为一个整体满足他的功能需求。此类系统测试活动通常称为验收测试</a:t>
            </a:r>
            <a:r>
              <a:rPr lang="en-US" altLang="zh-CN" b="0" i="0" dirty="0">
                <a:solidFill>
                  <a:srgbClr val="000000"/>
                </a:solidFill>
                <a:effectLst/>
                <a:latin typeface="微软雅黑" panose="020B0503020204020204" pitchFamily="34" charset="-122"/>
                <a:ea typeface="微软雅黑" panose="020B0503020204020204" pitchFamily="34" charset="-122"/>
              </a:rPr>
              <a:t>[1]</a:t>
            </a:r>
            <a:r>
              <a:rPr lang="zh-CN" altLang="en-US" b="0" i="0" dirty="0">
                <a:solidFill>
                  <a:srgbClr val="000000"/>
                </a:solidFill>
                <a:effectLst/>
                <a:latin typeface="微软雅黑" panose="020B0503020204020204" pitchFamily="34" charset="-122"/>
                <a:ea typeface="微软雅黑" panose="020B0503020204020204" pitchFamily="34" charset="-122"/>
              </a:rPr>
              <a:t>。与检测故障的验证相反，验收测试是在开发生命周期最后执行的验证活动，用于证明符合需求。</a:t>
            </a:r>
            <a:endParaRPr lang="en-US" altLang="zh-CN" b="0" i="0" dirty="0">
              <a:solidFill>
                <a:srgbClr val="000000"/>
              </a:solidFill>
              <a:effectLst/>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0" i="0" dirty="0">
              <a:solidFill>
                <a:srgbClr val="000000"/>
              </a:solidFill>
              <a:effectLst/>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000000"/>
                </a:solidFill>
                <a:effectLst/>
                <a:latin typeface="微软雅黑" panose="020B0503020204020204" pitchFamily="34" charset="-122"/>
                <a:ea typeface="微软雅黑" panose="020B0503020204020204" pitchFamily="34" charset="-122"/>
              </a:rPr>
              <a:t>安全关键领域中的功能需求通常用自然语言来表示。而用于验收的测试用例，要么是从需求规范中手动导出的，要么是从仅为测试目的构造的模型中生成的，后者是一种不太常见的做法，所以通常都是手动导出的。</a:t>
            </a:r>
            <a:endParaRPr lang="en-US" altLang="zh-CN" b="0" i="0" dirty="0">
              <a:solidFill>
                <a:srgbClr val="000000"/>
              </a:solidFill>
              <a:effectLst/>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0" i="0" dirty="0">
              <a:solidFill>
                <a:srgbClr val="000000"/>
              </a:solidFill>
              <a:effectLst/>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000000"/>
                </a:solidFill>
                <a:effectLst/>
                <a:latin typeface="微软雅黑" panose="020B0503020204020204" pitchFamily="34" charset="-122"/>
                <a:ea typeface="微软雅黑" panose="020B0503020204020204" pitchFamily="34" charset="-122"/>
              </a:rPr>
              <a:t>从自然语言描述的需求规范自动生成测试则实现了上述两个方法的所有优点，因为它不需要额外为测试建模，降低了测试成本，还保证了测试是系统的，正确地涵盖了所有需求</a:t>
            </a:r>
            <a:endParaRPr lang="en-US" altLang="zh-CN" b="0" i="0" dirty="0">
              <a:solidFill>
                <a:srgbClr val="000000"/>
              </a:solidFill>
              <a:effectLst/>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0" i="0" dirty="0">
              <a:solidFill>
                <a:srgbClr val="000000"/>
              </a:solidFill>
              <a:effectLst/>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000000"/>
                </a:solidFill>
                <a:effectLst/>
                <a:latin typeface="微软雅黑" panose="020B0503020204020204" pitchFamily="34" charset="-122"/>
                <a:ea typeface="微软雅黑" panose="020B0503020204020204" pitchFamily="34" charset="-122"/>
              </a:rPr>
              <a:t>然而，现有方法通常不适用于工业环境，因为它们通常要求将系统规范用</a:t>
            </a:r>
            <a:r>
              <a:rPr lang="en-US" altLang="zh-CN" b="0" i="0" dirty="0">
                <a:solidFill>
                  <a:srgbClr val="000000"/>
                </a:solidFill>
                <a:effectLst/>
                <a:latin typeface="微软雅黑" panose="020B0503020204020204" pitchFamily="34" charset="-122"/>
                <a:ea typeface="微软雅黑" panose="020B0503020204020204" pitchFamily="34" charset="-122"/>
              </a:rPr>
              <a:t>UML</a:t>
            </a:r>
            <a:r>
              <a:rPr lang="zh-CN" altLang="en-US" b="0" i="0" dirty="0">
                <a:solidFill>
                  <a:srgbClr val="000000"/>
                </a:solidFill>
                <a:effectLst/>
                <a:latin typeface="微软雅黑" panose="020B0503020204020204" pitchFamily="34" charset="-122"/>
                <a:ea typeface="微软雅黑" panose="020B0503020204020204" pitchFamily="34" charset="-122"/>
              </a:rPr>
              <a:t>行为模型去进行描述，如活动图</a:t>
            </a:r>
            <a:r>
              <a:rPr lang="en-US" altLang="zh-CN" b="0" i="0" dirty="0">
                <a:solidFill>
                  <a:srgbClr val="000000"/>
                </a:solidFill>
                <a:effectLst/>
                <a:latin typeface="微软雅黑" panose="020B0503020204020204" pitchFamily="34" charset="-122"/>
                <a:ea typeface="微软雅黑" panose="020B0503020204020204" pitchFamily="34" charset="-122"/>
              </a:rPr>
              <a:t>[10]</a:t>
            </a:r>
            <a:r>
              <a:rPr lang="zh-CN" altLang="en-US" b="0" i="0" dirty="0">
                <a:solidFill>
                  <a:srgbClr val="000000"/>
                </a:solidFill>
                <a:effectLst/>
                <a:latin typeface="微软雅黑" panose="020B0503020204020204" pitchFamily="34" charset="-122"/>
                <a:ea typeface="微软雅黑" panose="020B0503020204020204" pitchFamily="34" charset="-122"/>
              </a:rPr>
              <a:t>、状态图</a:t>
            </a:r>
            <a:r>
              <a:rPr lang="en-US" altLang="zh-CN" b="0" i="0" dirty="0">
                <a:solidFill>
                  <a:srgbClr val="000000"/>
                </a:solidFill>
                <a:effectLst/>
                <a:latin typeface="微软雅黑" panose="020B0503020204020204" pitchFamily="34" charset="-122"/>
                <a:ea typeface="微软雅黑" panose="020B0503020204020204" pitchFamily="34" charset="-122"/>
              </a:rPr>
              <a:t>[11]</a:t>
            </a:r>
            <a:r>
              <a:rPr lang="zh-CN" altLang="en-US" b="0" i="0" dirty="0">
                <a:solidFill>
                  <a:srgbClr val="000000"/>
                </a:solidFill>
                <a:effectLst/>
                <a:latin typeface="微软雅黑" panose="020B0503020204020204" pitchFamily="34" charset="-122"/>
                <a:ea typeface="微软雅黑" panose="020B0503020204020204" pitchFamily="34" charset="-122"/>
              </a:rPr>
              <a:t>和序列图等。然而如果用这些图去精准描述所有系统规范是非常复杂而且耗时的，这在工业上可行性不大。而一些直接通过自然语言描述的需求生成测试用例的方法中，测试用例又是不可执行的，而且通常需要大量的人工干预提供测试的输入数据。而另一些方法又要求需求规范用受限制的自然语言进行编写，而这种自然语言由于受限制，它的可用性又不高。</a:t>
            </a:r>
            <a:endParaRPr lang="zh-CN" altLang="en-US" dirty="0"/>
          </a:p>
        </p:txBody>
      </p:sp>
      <p:sp>
        <p:nvSpPr>
          <p:cNvPr id="4" name="灯片编号占位符 3"/>
          <p:cNvSpPr>
            <a:spLocks noGrp="1"/>
          </p:cNvSpPr>
          <p:nvPr>
            <p:ph type="sldNum" sz="quarter" idx="5"/>
          </p:nvPr>
        </p:nvSpPr>
        <p:spPr/>
        <p:txBody>
          <a:bodyPr/>
          <a:lstStyle/>
          <a:p>
            <a:fld id="{C9F6C1ED-381D-4E31-A074-36F851170E42}" type="slidenum">
              <a:rPr lang="zh-CN" altLang="en-US" smtClean="0"/>
              <a:t>14</a:t>
            </a:fld>
            <a:endParaRPr lang="zh-CN" altLang="en-US"/>
          </a:p>
        </p:txBody>
      </p:sp>
    </p:spTree>
    <p:extLst>
      <p:ext uri="{BB962C8B-B14F-4D97-AF65-F5344CB8AC3E}">
        <p14:creationId xmlns:p14="http://schemas.microsoft.com/office/powerpoint/2010/main" val="4666910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9F6C1ED-381D-4E31-A074-36F851170E42}" type="slidenum">
              <a:rPr lang="zh-CN" altLang="en-US" smtClean="0"/>
              <a:t>15</a:t>
            </a:fld>
            <a:endParaRPr lang="zh-CN" altLang="en-US"/>
          </a:p>
        </p:txBody>
      </p:sp>
    </p:spTree>
    <p:extLst>
      <p:ext uri="{BB962C8B-B14F-4D97-AF65-F5344CB8AC3E}">
        <p14:creationId xmlns:p14="http://schemas.microsoft.com/office/powerpoint/2010/main" val="12037428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a:hlinkClick r:id="rId3"/>
              </a:rPr>
              <a:t>https://zhidao.baidu.com/question/200598398237763645.html</a:t>
            </a:r>
            <a:endParaRPr lang="en-US" dirty="0"/>
          </a:p>
        </p:txBody>
      </p:sp>
      <p:sp>
        <p:nvSpPr>
          <p:cNvPr id="4" name="灯片编号占位符 3"/>
          <p:cNvSpPr>
            <a:spLocks noGrp="1"/>
          </p:cNvSpPr>
          <p:nvPr>
            <p:ph type="sldNum" sz="quarter" idx="5"/>
          </p:nvPr>
        </p:nvSpPr>
        <p:spPr/>
        <p:txBody>
          <a:bodyPr/>
          <a:lstStyle/>
          <a:p>
            <a:fld id="{5997C855-066B-4A66-8327-5093B992FB1B}" type="slidenum">
              <a:rPr lang="en-US" smtClean="0"/>
              <a:t>59</a:t>
            </a:fld>
            <a:endParaRPr lang="en-US"/>
          </a:p>
        </p:txBody>
      </p:sp>
    </p:spTree>
    <p:extLst>
      <p:ext uri="{BB962C8B-B14F-4D97-AF65-F5344CB8AC3E}">
        <p14:creationId xmlns:p14="http://schemas.microsoft.com/office/powerpoint/2010/main" val="38198980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For so many model, why do we invent so many models? </a:t>
            </a:r>
            <a:endParaRPr lang="zh-CN" altLang="en-US"/>
          </a:p>
          <a:p>
            <a:endParaRPr lang="zh-CN" altLang="en-US" dirty="0"/>
          </a:p>
        </p:txBody>
      </p:sp>
      <p:sp>
        <p:nvSpPr>
          <p:cNvPr id="4" name="灯片编号占位符 3"/>
          <p:cNvSpPr>
            <a:spLocks noGrp="1"/>
          </p:cNvSpPr>
          <p:nvPr>
            <p:ph type="sldNum" sz="quarter" idx="10"/>
          </p:nvPr>
        </p:nvSpPr>
        <p:spPr/>
        <p:txBody>
          <a:bodyPr/>
          <a:lstStyle/>
          <a:p>
            <a:fld id="{A21E6206-BDE5-4065-9057-FBCEE5A2C778}" type="slidenum">
              <a:rPr lang="zh-CN" altLang="en-US" smtClean="0"/>
              <a:t>75</a:t>
            </a:fld>
            <a:endParaRPr lang="zh-CN" altLang="en-US"/>
          </a:p>
        </p:txBody>
      </p:sp>
    </p:spTree>
    <p:extLst>
      <p:ext uri="{BB962C8B-B14F-4D97-AF65-F5344CB8AC3E}">
        <p14:creationId xmlns:p14="http://schemas.microsoft.com/office/powerpoint/2010/main" val="19650322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Tree>
    <p:extLst>
      <p:ext uri="{BB962C8B-B14F-4D97-AF65-F5344CB8AC3E}">
        <p14:creationId xmlns:p14="http://schemas.microsoft.com/office/powerpoint/2010/main" val="5917485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Tree>
    <p:extLst>
      <p:ext uri="{BB962C8B-B14F-4D97-AF65-F5344CB8AC3E}">
        <p14:creationId xmlns:p14="http://schemas.microsoft.com/office/powerpoint/2010/main" val="1237060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Tree>
    <p:extLst>
      <p:ext uri="{BB962C8B-B14F-4D97-AF65-F5344CB8AC3E}">
        <p14:creationId xmlns:p14="http://schemas.microsoft.com/office/powerpoint/2010/main" val="24449811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Tree>
    <p:extLst>
      <p:ext uri="{BB962C8B-B14F-4D97-AF65-F5344CB8AC3E}">
        <p14:creationId xmlns:p14="http://schemas.microsoft.com/office/powerpoint/2010/main" val="19652010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Tree>
    <p:extLst>
      <p:ext uri="{BB962C8B-B14F-4D97-AF65-F5344CB8AC3E}">
        <p14:creationId xmlns:p14="http://schemas.microsoft.com/office/powerpoint/2010/main" val="14706282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For so many model, why do we invent so many models? </a:t>
            </a:r>
            <a:endParaRPr lang="zh-CN" altLang="en-US"/>
          </a:p>
          <a:p>
            <a:endParaRPr lang="zh-CN" altLang="en-US" dirty="0"/>
          </a:p>
        </p:txBody>
      </p:sp>
      <p:sp>
        <p:nvSpPr>
          <p:cNvPr id="4" name="灯片编号占位符 3"/>
          <p:cNvSpPr>
            <a:spLocks noGrp="1"/>
          </p:cNvSpPr>
          <p:nvPr>
            <p:ph type="sldNum" sz="quarter" idx="10"/>
          </p:nvPr>
        </p:nvSpPr>
        <p:spPr/>
        <p:txBody>
          <a:bodyPr/>
          <a:lstStyle/>
          <a:p>
            <a:fld id="{A21E6206-BDE5-4065-9057-FBCEE5A2C778}" type="slidenum">
              <a:rPr lang="zh-CN" altLang="en-US" smtClean="0"/>
              <a:t>87</a:t>
            </a:fld>
            <a:endParaRPr lang="zh-CN" altLang="en-US"/>
          </a:p>
        </p:txBody>
      </p:sp>
    </p:spTree>
    <p:extLst>
      <p:ext uri="{BB962C8B-B14F-4D97-AF65-F5344CB8AC3E}">
        <p14:creationId xmlns:p14="http://schemas.microsoft.com/office/powerpoint/2010/main" val="27582683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r>
              <a:rPr lang="zh-CN" altLang="en-US"/>
              <a:t> </a:t>
            </a:r>
          </a:p>
        </p:txBody>
      </p:sp>
    </p:spTree>
    <p:extLst>
      <p:ext uri="{BB962C8B-B14F-4D97-AF65-F5344CB8AC3E}">
        <p14:creationId xmlns:p14="http://schemas.microsoft.com/office/powerpoint/2010/main" val="21197364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r>
              <a:rPr lang="zh-CN" altLang="en-US"/>
              <a:t> </a:t>
            </a:r>
          </a:p>
        </p:txBody>
      </p:sp>
    </p:spTree>
    <p:extLst>
      <p:ext uri="{BB962C8B-B14F-4D97-AF65-F5344CB8AC3E}">
        <p14:creationId xmlns:p14="http://schemas.microsoft.com/office/powerpoint/2010/main" val="30756348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r>
              <a:rPr lang="zh-CN" altLang="en-US"/>
              <a:t> </a:t>
            </a:r>
          </a:p>
        </p:txBody>
      </p:sp>
    </p:spTree>
    <p:extLst>
      <p:ext uri="{BB962C8B-B14F-4D97-AF65-F5344CB8AC3E}">
        <p14:creationId xmlns:p14="http://schemas.microsoft.com/office/powerpoint/2010/main" val="133463358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r>
              <a:rPr lang="zh-CN" altLang="en-US"/>
              <a:t> </a:t>
            </a:r>
          </a:p>
        </p:txBody>
      </p:sp>
    </p:spTree>
    <p:extLst>
      <p:ext uri="{BB962C8B-B14F-4D97-AF65-F5344CB8AC3E}">
        <p14:creationId xmlns:p14="http://schemas.microsoft.com/office/powerpoint/2010/main" val="295586378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r>
              <a:rPr lang="zh-CN" altLang="en-US"/>
              <a:t> </a:t>
            </a:r>
          </a:p>
        </p:txBody>
      </p:sp>
    </p:spTree>
    <p:extLst>
      <p:ext uri="{BB962C8B-B14F-4D97-AF65-F5344CB8AC3E}">
        <p14:creationId xmlns:p14="http://schemas.microsoft.com/office/powerpoint/2010/main" val="105399706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r>
              <a:rPr lang="zh-CN" altLang="en-US"/>
              <a:t> </a:t>
            </a:r>
          </a:p>
        </p:txBody>
      </p:sp>
    </p:spTree>
    <p:extLst>
      <p:ext uri="{BB962C8B-B14F-4D97-AF65-F5344CB8AC3E}">
        <p14:creationId xmlns:p14="http://schemas.microsoft.com/office/powerpoint/2010/main" val="335788455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r>
              <a:rPr lang="zh-CN" altLang="en-US"/>
              <a:t> </a:t>
            </a:r>
          </a:p>
        </p:txBody>
      </p:sp>
    </p:spTree>
    <p:extLst>
      <p:ext uri="{BB962C8B-B14F-4D97-AF65-F5344CB8AC3E}">
        <p14:creationId xmlns:p14="http://schemas.microsoft.com/office/powerpoint/2010/main" val="71332871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r>
              <a:rPr lang="zh-CN" altLang="en-US"/>
              <a:t> </a:t>
            </a:r>
          </a:p>
        </p:txBody>
      </p:sp>
    </p:spTree>
    <p:extLst>
      <p:ext uri="{BB962C8B-B14F-4D97-AF65-F5344CB8AC3E}">
        <p14:creationId xmlns:p14="http://schemas.microsoft.com/office/powerpoint/2010/main" val="46898888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r>
              <a:rPr lang="zh-CN" altLang="en-US"/>
              <a:t> </a:t>
            </a:r>
          </a:p>
        </p:txBody>
      </p:sp>
    </p:spTree>
    <p:extLst>
      <p:ext uri="{BB962C8B-B14F-4D97-AF65-F5344CB8AC3E}">
        <p14:creationId xmlns:p14="http://schemas.microsoft.com/office/powerpoint/2010/main" val="279054494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r>
              <a:rPr lang="zh-CN" altLang="en-US"/>
              <a:t> </a:t>
            </a:r>
          </a:p>
        </p:txBody>
      </p:sp>
    </p:spTree>
    <p:extLst>
      <p:ext uri="{BB962C8B-B14F-4D97-AF65-F5344CB8AC3E}">
        <p14:creationId xmlns:p14="http://schemas.microsoft.com/office/powerpoint/2010/main" val="48564396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r>
              <a:rPr lang="zh-CN" altLang="en-US"/>
              <a:t> </a:t>
            </a:r>
          </a:p>
        </p:txBody>
      </p:sp>
    </p:spTree>
    <p:extLst>
      <p:ext uri="{BB962C8B-B14F-4D97-AF65-F5344CB8AC3E}">
        <p14:creationId xmlns:p14="http://schemas.microsoft.com/office/powerpoint/2010/main" val="16098346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r>
              <a:rPr lang="zh-CN" altLang="en-US"/>
              <a:t> </a:t>
            </a:r>
          </a:p>
        </p:txBody>
      </p:sp>
    </p:spTree>
    <p:extLst>
      <p:ext uri="{BB962C8B-B14F-4D97-AF65-F5344CB8AC3E}">
        <p14:creationId xmlns:p14="http://schemas.microsoft.com/office/powerpoint/2010/main" val="326757617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r>
              <a:rPr lang="zh-CN" altLang="en-US"/>
              <a:t> </a:t>
            </a:r>
          </a:p>
        </p:txBody>
      </p:sp>
    </p:spTree>
    <p:extLst>
      <p:ext uri="{BB962C8B-B14F-4D97-AF65-F5344CB8AC3E}">
        <p14:creationId xmlns:p14="http://schemas.microsoft.com/office/powerpoint/2010/main" val="322487855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r>
              <a:rPr lang="zh-CN" altLang="en-US"/>
              <a:t> </a:t>
            </a:r>
          </a:p>
        </p:txBody>
      </p:sp>
    </p:spTree>
    <p:extLst>
      <p:ext uri="{BB962C8B-B14F-4D97-AF65-F5344CB8AC3E}">
        <p14:creationId xmlns:p14="http://schemas.microsoft.com/office/powerpoint/2010/main" val="182358016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r>
              <a:rPr lang="zh-CN" altLang="en-US"/>
              <a:t> </a:t>
            </a:r>
          </a:p>
        </p:txBody>
      </p:sp>
    </p:spTree>
    <p:extLst>
      <p:ext uri="{BB962C8B-B14F-4D97-AF65-F5344CB8AC3E}">
        <p14:creationId xmlns:p14="http://schemas.microsoft.com/office/powerpoint/2010/main" val="270586987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r>
              <a:rPr lang="zh-CN" altLang="en-US"/>
              <a:t> </a:t>
            </a:r>
          </a:p>
        </p:txBody>
      </p:sp>
    </p:spTree>
    <p:extLst>
      <p:ext uri="{BB962C8B-B14F-4D97-AF65-F5344CB8AC3E}">
        <p14:creationId xmlns:p14="http://schemas.microsoft.com/office/powerpoint/2010/main" val="313448957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r>
              <a:rPr lang="zh-CN" altLang="en-US"/>
              <a:t> </a:t>
            </a:r>
          </a:p>
        </p:txBody>
      </p:sp>
    </p:spTree>
    <p:extLst>
      <p:ext uri="{BB962C8B-B14F-4D97-AF65-F5344CB8AC3E}">
        <p14:creationId xmlns:p14="http://schemas.microsoft.com/office/powerpoint/2010/main" val="278830854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r>
              <a:rPr lang="zh-CN" altLang="en-US"/>
              <a:t> </a:t>
            </a:r>
          </a:p>
        </p:txBody>
      </p:sp>
    </p:spTree>
    <p:extLst>
      <p:ext uri="{BB962C8B-B14F-4D97-AF65-F5344CB8AC3E}">
        <p14:creationId xmlns:p14="http://schemas.microsoft.com/office/powerpoint/2010/main" val="323845364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r>
              <a:rPr lang="zh-CN" altLang="en-US"/>
              <a:t> </a:t>
            </a:r>
          </a:p>
        </p:txBody>
      </p:sp>
    </p:spTree>
    <p:extLst>
      <p:ext uri="{BB962C8B-B14F-4D97-AF65-F5344CB8AC3E}">
        <p14:creationId xmlns:p14="http://schemas.microsoft.com/office/powerpoint/2010/main" val="68039494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r>
              <a:rPr lang="zh-CN" altLang="en-US"/>
              <a:t> </a:t>
            </a:r>
          </a:p>
        </p:txBody>
      </p:sp>
    </p:spTree>
    <p:extLst>
      <p:ext uri="{BB962C8B-B14F-4D97-AF65-F5344CB8AC3E}">
        <p14:creationId xmlns:p14="http://schemas.microsoft.com/office/powerpoint/2010/main" val="350303995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r>
              <a:rPr lang="zh-CN" altLang="en-US"/>
              <a:t> </a:t>
            </a:r>
          </a:p>
        </p:txBody>
      </p:sp>
    </p:spTree>
    <p:extLst>
      <p:ext uri="{BB962C8B-B14F-4D97-AF65-F5344CB8AC3E}">
        <p14:creationId xmlns:p14="http://schemas.microsoft.com/office/powerpoint/2010/main" val="13055150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FCE34D3-95CA-CE58-A69B-7055B5EF9DB6}"/>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1447E359-D708-649D-43F7-981D4E98561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2427C2B6-036C-9198-4095-E1085318F448}"/>
              </a:ext>
            </a:extLst>
          </p:cNvPr>
          <p:cNvSpPr>
            <a:spLocks noGrp="1"/>
          </p:cNvSpPr>
          <p:nvPr>
            <p:ph type="dt" sz="half" idx="10"/>
          </p:nvPr>
        </p:nvSpPr>
        <p:spPr/>
        <p:txBody>
          <a:bodyPr/>
          <a:lstStyle/>
          <a:p>
            <a:fld id="{2243F3AF-425B-42CA-AAE1-8547EBF0910C}" type="datetimeFigureOut">
              <a:rPr lang="zh-CN" altLang="en-US" smtClean="0"/>
              <a:t>2025/10/20</a:t>
            </a:fld>
            <a:endParaRPr lang="zh-CN" altLang="en-US"/>
          </a:p>
        </p:txBody>
      </p:sp>
      <p:sp>
        <p:nvSpPr>
          <p:cNvPr id="5" name="页脚占位符 4">
            <a:extLst>
              <a:ext uri="{FF2B5EF4-FFF2-40B4-BE49-F238E27FC236}">
                <a16:creationId xmlns:a16="http://schemas.microsoft.com/office/drawing/2014/main" id="{6678A49C-9541-B8D1-C6E1-EC1BAFE2B95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3F9EDCF-9B1E-9041-AE30-191A59A42E92}"/>
              </a:ext>
            </a:extLst>
          </p:cNvPr>
          <p:cNvSpPr>
            <a:spLocks noGrp="1"/>
          </p:cNvSpPr>
          <p:nvPr>
            <p:ph type="sldNum" sz="quarter" idx="12"/>
          </p:nvPr>
        </p:nvSpPr>
        <p:spPr/>
        <p:txBody>
          <a:bodyPr/>
          <a:lstStyle/>
          <a:p>
            <a:fld id="{A3E51792-B64D-4AF8-986D-BB25A34649D7}" type="slidenum">
              <a:rPr lang="zh-CN" altLang="en-US" smtClean="0"/>
              <a:t>‹#›</a:t>
            </a:fld>
            <a:endParaRPr lang="zh-CN" altLang="en-US"/>
          </a:p>
        </p:txBody>
      </p:sp>
    </p:spTree>
    <p:extLst>
      <p:ext uri="{BB962C8B-B14F-4D97-AF65-F5344CB8AC3E}">
        <p14:creationId xmlns:p14="http://schemas.microsoft.com/office/powerpoint/2010/main" val="29133591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7B9360-9A54-8209-BCD6-B50E01FDB642}"/>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C81A982D-0E23-F25B-0C35-36A75C30DA45}"/>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3AB487A-CD8D-5C06-16A5-A9699F972A3E}"/>
              </a:ext>
            </a:extLst>
          </p:cNvPr>
          <p:cNvSpPr>
            <a:spLocks noGrp="1"/>
          </p:cNvSpPr>
          <p:nvPr>
            <p:ph type="dt" sz="half" idx="10"/>
          </p:nvPr>
        </p:nvSpPr>
        <p:spPr/>
        <p:txBody>
          <a:bodyPr/>
          <a:lstStyle/>
          <a:p>
            <a:fld id="{2243F3AF-425B-42CA-AAE1-8547EBF0910C}" type="datetimeFigureOut">
              <a:rPr lang="zh-CN" altLang="en-US" smtClean="0"/>
              <a:t>2025/10/20</a:t>
            </a:fld>
            <a:endParaRPr lang="zh-CN" altLang="en-US"/>
          </a:p>
        </p:txBody>
      </p:sp>
      <p:sp>
        <p:nvSpPr>
          <p:cNvPr id="5" name="页脚占位符 4">
            <a:extLst>
              <a:ext uri="{FF2B5EF4-FFF2-40B4-BE49-F238E27FC236}">
                <a16:creationId xmlns:a16="http://schemas.microsoft.com/office/drawing/2014/main" id="{7BA9CE27-FDE0-A3F2-FE19-48D76D5B573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8C4C038-D1C0-6250-2EF2-352761BBFB62}"/>
              </a:ext>
            </a:extLst>
          </p:cNvPr>
          <p:cNvSpPr>
            <a:spLocks noGrp="1"/>
          </p:cNvSpPr>
          <p:nvPr>
            <p:ph type="sldNum" sz="quarter" idx="12"/>
          </p:nvPr>
        </p:nvSpPr>
        <p:spPr/>
        <p:txBody>
          <a:bodyPr/>
          <a:lstStyle/>
          <a:p>
            <a:fld id="{A3E51792-B64D-4AF8-986D-BB25A34649D7}" type="slidenum">
              <a:rPr lang="zh-CN" altLang="en-US" smtClean="0"/>
              <a:t>‹#›</a:t>
            </a:fld>
            <a:endParaRPr lang="zh-CN" altLang="en-US"/>
          </a:p>
        </p:txBody>
      </p:sp>
    </p:spTree>
    <p:extLst>
      <p:ext uri="{BB962C8B-B14F-4D97-AF65-F5344CB8AC3E}">
        <p14:creationId xmlns:p14="http://schemas.microsoft.com/office/powerpoint/2010/main" val="18674645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A34DEF8-5AB5-2E24-93C0-0751AA97A6AC}"/>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EE07E530-8312-ABF1-45F1-01BB20120AA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633F02FA-D171-31D2-3C9C-3871DCD045AD}"/>
              </a:ext>
            </a:extLst>
          </p:cNvPr>
          <p:cNvSpPr>
            <a:spLocks noGrp="1"/>
          </p:cNvSpPr>
          <p:nvPr>
            <p:ph type="dt" sz="half" idx="10"/>
          </p:nvPr>
        </p:nvSpPr>
        <p:spPr/>
        <p:txBody>
          <a:bodyPr/>
          <a:lstStyle/>
          <a:p>
            <a:fld id="{2243F3AF-425B-42CA-AAE1-8547EBF0910C}" type="datetimeFigureOut">
              <a:rPr lang="zh-CN" altLang="en-US" smtClean="0"/>
              <a:t>2025/10/20</a:t>
            </a:fld>
            <a:endParaRPr lang="zh-CN" altLang="en-US"/>
          </a:p>
        </p:txBody>
      </p:sp>
      <p:sp>
        <p:nvSpPr>
          <p:cNvPr id="5" name="页脚占位符 4">
            <a:extLst>
              <a:ext uri="{FF2B5EF4-FFF2-40B4-BE49-F238E27FC236}">
                <a16:creationId xmlns:a16="http://schemas.microsoft.com/office/drawing/2014/main" id="{0EDA04BF-01B8-FF09-6051-1165CE15888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A0CCA8C-47A8-25C9-D523-282478A39D61}"/>
              </a:ext>
            </a:extLst>
          </p:cNvPr>
          <p:cNvSpPr>
            <a:spLocks noGrp="1"/>
          </p:cNvSpPr>
          <p:nvPr>
            <p:ph type="sldNum" sz="quarter" idx="12"/>
          </p:nvPr>
        </p:nvSpPr>
        <p:spPr/>
        <p:txBody>
          <a:bodyPr/>
          <a:lstStyle/>
          <a:p>
            <a:fld id="{A3E51792-B64D-4AF8-986D-BB25A34649D7}" type="slidenum">
              <a:rPr lang="zh-CN" altLang="en-US" smtClean="0"/>
              <a:t>‹#›</a:t>
            </a:fld>
            <a:endParaRPr lang="zh-CN" altLang="en-US"/>
          </a:p>
        </p:txBody>
      </p:sp>
    </p:spTree>
    <p:extLst>
      <p:ext uri="{BB962C8B-B14F-4D97-AF65-F5344CB8AC3E}">
        <p14:creationId xmlns:p14="http://schemas.microsoft.com/office/powerpoint/2010/main" val="24065430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00B082-5894-D298-AECC-BEB088239905}"/>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158673A-38BD-03A4-F401-94AAEB5F497F}"/>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693CCB8F-D3C7-81A2-79A7-0F9F3EDC7CDE}"/>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3B7C9095-4C26-FC35-B697-C78570F2EDCA}"/>
              </a:ext>
            </a:extLst>
          </p:cNvPr>
          <p:cNvSpPr>
            <a:spLocks noGrp="1"/>
          </p:cNvSpPr>
          <p:nvPr>
            <p:ph type="dt" sz="half" idx="10"/>
          </p:nvPr>
        </p:nvSpPr>
        <p:spPr/>
        <p:txBody>
          <a:bodyPr/>
          <a:lstStyle/>
          <a:p>
            <a:fld id="{2243F3AF-425B-42CA-AAE1-8547EBF0910C}" type="datetimeFigureOut">
              <a:rPr lang="zh-CN" altLang="en-US" smtClean="0"/>
              <a:t>2025/10/20</a:t>
            </a:fld>
            <a:endParaRPr lang="zh-CN" altLang="en-US"/>
          </a:p>
        </p:txBody>
      </p:sp>
      <p:sp>
        <p:nvSpPr>
          <p:cNvPr id="6" name="页脚占位符 5">
            <a:extLst>
              <a:ext uri="{FF2B5EF4-FFF2-40B4-BE49-F238E27FC236}">
                <a16:creationId xmlns:a16="http://schemas.microsoft.com/office/drawing/2014/main" id="{44E0E4AE-CA36-8B27-8D78-C6215BE3841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5F12CB9-D29F-9AEE-F4F3-19957F0A9B08}"/>
              </a:ext>
            </a:extLst>
          </p:cNvPr>
          <p:cNvSpPr>
            <a:spLocks noGrp="1"/>
          </p:cNvSpPr>
          <p:nvPr>
            <p:ph type="sldNum" sz="quarter" idx="12"/>
          </p:nvPr>
        </p:nvSpPr>
        <p:spPr/>
        <p:txBody>
          <a:bodyPr/>
          <a:lstStyle/>
          <a:p>
            <a:fld id="{A3E51792-B64D-4AF8-986D-BB25A34649D7}" type="slidenum">
              <a:rPr lang="zh-CN" altLang="en-US" smtClean="0"/>
              <a:t>‹#›</a:t>
            </a:fld>
            <a:endParaRPr lang="zh-CN" altLang="en-US"/>
          </a:p>
        </p:txBody>
      </p:sp>
    </p:spTree>
    <p:extLst>
      <p:ext uri="{BB962C8B-B14F-4D97-AF65-F5344CB8AC3E}">
        <p14:creationId xmlns:p14="http://schemas.microsoft.com/office/powerpoint/2010/main" val="37205446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2B97C2-855F-274C-BF62-AF1C7056C247}"/>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ECC0318E-02CF-7FF5-B127-CD794259CF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4D010E6E-708B-7D05-8893-6735A7675CF2}"/>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5F602FE9-4B7D-7E06-168E-BD2BAFD7F56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475D4928-C94D-5FD1-A33D-4118728D0A20}"/>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8096DA3C-C191-42E8-8C08-EEA2484F0EF8}"/>
              </a:ext>
            </a:extLst>
          </p:cNvPr>
          <p:cNvSpPr>
            <a:spLocks noGrp="1"/>
          </p:cNvSpPr>
          <p:nvPr>
            <p:ph type="dt" sz="half" idx="10"/>
          </p:nvPr>
        </p:nvSpPr>
        <p:spPr/>
        <p:txBody>
          <a:bodyPr/>
          <a:lstStyle/>
          <a:p>
            <a:fld id="{2243F3AF-425B-42CA-AAE1-8547EBF0910C}" type="datetimeFigureOut">
              <a:rPr lang="zh-CN" altLang="en-US" smtClean="0"/>
              <a:t>2025/10/20</a:t>
            </a:fld>
            <a:endParaRPr lang="zh-CN" altLang="en-US"/>
          </a:p>
        </p:txBody>
      </p:sp>
      <p:sp>
        <p:nvSpPr>
          <p:cNvPr id="8" name="页脚占位符 7">
            <a:extLst>
              <a:ext uri="{FF2B5EF4-FFF2-40B4-BE49-F238E27FC236}">
                <a16:creationId xmlns:a16="http://schemas.microsoft.com/office/drawing/2014/main" id="{54D0A377-82AD-CD02-9498-8511E800AEE4}"/>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54F93BCF-4B1D-6EEF-19C8-2E56A5076E03}"/>
              </a:ext>
            </a:extLst>
          </p:cNvPr>
          <p:cNvSpPr>
            <a:spLocks noGrp="1"/>
          </p:cNvSpPr>
          <p:nvPr>
            <p:ph type="sldNum" sz="quarter" idx="12"/>
          </p:nvPr>
        </p:nvSpPr>
        <p:spPr/>
        <p:txBody>
          <a:bodyPr/>
          <a:lstStyle/>
          <a:p>
            <a:fld id="{A3E51792-B64D-4AF8-986D-BB25A34649D7}" type="slidenum">
              <a:rPr lang="zh-CN" altLang="en-US" smtClean="0"/>
              <a:t>‹#›</a:t>
            </a:fld>
            <a:endParaRPr lang="zh-CN" altLang="en-US"/>
          </a:p>
        </p:txBody>
      </p:sp>
    </p:spTree>
    <p:extLst>
      <p:ext uri="{BB962C8B-B14F-4D97-AF65-F5344CB8AC3E}">
        <p14:creationId xmlns:p14="http://schemas.microsoft.com/office/powerpoint/2010/main" val="15201610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617D27-C2BD-87EF-E6BA-D15E07573954}"/>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14C976C1-E953-8DFB-E616-68E1EA12ACC0}"/>
              </a:ext>
            </a:extLst>
          </p:cNvPr>
          <p:cNvSpPr>
            <a:spLocks noGrp="1"/>
          </p:cNvSpPr>
          <p:nvPr>
            <p:ph type="dt" sz="half" idx="10"/>
          </p:nvPr>
        </p:nvSpPr>
        <p:spPr/>
        <p:txBody>
          <a:bodyPr/>
          <a:lstStyle/>
          <a:p>
            <a:fld id="{2243F3AF-425B-42CA-AAE1-8547EBF0910C}" type="datetimeFigureOut">
              <a:rPr lang="zh-CN" altLang="en-US" smtClean="0"/>
              <a:t>2025/10/20</a:t>
            </a:fld>
            <a:endParaRPr lang="zh-CN" altLang="en-US"/>
          </a:p>
        </p:txBody>
      </p:sp>
      <p:sp>
        <p:nvSpPr>
          <p:cNvPr id="4" name="页脚占位符 3">
            <a:extLst>
              <a:ext uri="{FF2B5EF4-FFF2-40B4-BE49-F238E27FC236}">
                <a16:creationId xmlns:a16="http://schemas.microsoft.com/office/drawing/2014/main" id="{CE821B4D-3C0D-7353-95C3-6610B75BA212}"/>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FD5D0AAF-322D-EEC6-E0FE-4940DAB095D2}"/>
              </a:ext>
            </a:extLst>
          </p:cNvPr>
          <p:cNvSpPr>
            <a:spLocks noGrp="1"/>
          </p:cNvSpPr>
          <p:nvPr>
            <p:ph type="sldNum" sz="quarter" idx="12"/>
          </p:nvPr>
        </p:nvSpPr>
        <p:spPr/>
        <p:txBody>
          <a:bodyPr/>
          <a:lstStyle/>
          <a:p>
            <a:fld id="{A3E51792-B64D-4AF8-986D-BB25A34649D7}" type="slidenum">
              <a:rPr lang="zh-CN" altLang="en-US" smtClean="0"/>
              <a:t>‹#›</a:t>
            </a:fld>
            <a:endParaRPr lang="zh-CN" altLang="en-US"/>
          </a:p>
        </p:txBody>
      </p:sp>
    </p:spTree>
    <p:extLst>
      <p:ext uri="{BB962C8B-B14F-4D97-AF65-F5344CB8AC3E}">
        <p14:creationId xmlns:p14="http://schemas.microsoft.com/office/powerpoint/2010/main" val="35349871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8CE6F68D-8DC4-9BFC-4EE6-D44D8C2A7A01}"/>
              </a:ext>
            </a:extLst>
          </p:cNvPr>
          <p:cNvSpPr>
            <a:spLocks noGrp="1"/>
          </p:cNvSpPr>
          <p:nvPr>
            <p:ph type="dt" sz="half" idx="10"/>
          </p:nvPr>
        </p:nvSpPr>
        <p:spPr/>
        <p:txBody>
          <a:bodyPr/>
          <a:lstStyle/>
          <a:p>
            <a:fld id="{2243F3AF-425B-42CA-AAE1-8547EBF0910C}" type="datetimeFigureOut">
              <a:rPr lang="zh-CN" altLang="en-US" smtClean="0"/>
              <a:t>2025/10/20</a:t>
            </a:fld>
            <a:endParaRPr lang="zh-CN" altLang="en-US"/>
          </a:p>
        </p:txBody>
      </p:sp>
      <p:sp>
        <p:nvSpPr>
          <p:cNvPr id="3" name="页脚占位符 2">
            <a:extLst>
              <a:ext uri="{FF2B5EF4-FFF2-40B4-BE49-F238E27FC236}">
                <a16:creationId xmlns:a16="http://schemas.microsoft.com/office/drawing/2014/main" id="{C4822530-DB94-23F8-229D-D10FBC35A2AF}"/>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D4134DF1-6CBF-118C-6B7B-9C6F094B7426}"/>
              </a:ext>
            </a:extLst>
          </p:cNvPr>
          <p:cNvSpPr>
            <a:spLocks noGrp="1"/>
          </p:cNvSpPr>
          <p:nvPr>
            <p:ph type="sldNum" sz="quarter" idx="12"/>
          </p:nvPr>
        </p:nvSpPr>
        <p:spPr/>
        <p:txBody>
          <a:bodyPr/>
          <a:lstStyle/>
          <a:p>
            <a:fld id="{A3E51792-B64D-4AF8-986D-BB25A34649D7}" type="slidenum">
              <a:rPr lang="zh-CN" altLang="en-US" smtClean="0"/>
              <a:t>‹#›</a:t>
            </a:fld>
            <a:endParaRPr lang="zh-CN" altLang="en-US"/>
          </a:p>
        </p:txBody>
      </p:sp>
    </p:spTree>
    <p:extLst>
      <p:ext uri="{BB962C8B-B14F-4D97-AF65-F5344CB8AC3E}">
        <p14:creationId xmlns:p14="http://schemas.microsoft.com/office/powerpoint/2010/main" val="22196887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CAD26A6-591E-28C8-65A8-1F9126251F7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A508552A-A3A0-21C9-4D7F-26639901A10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70CF1942-A89B-C18E-B874-01FA90EC81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E2FA60C-43BE-C42F-04DA-9DCC0A589FD7}"/>
              </a:ext>
            </a:extLst>
          </p:cNvPr>
          <p:cNvSpPr>
            <a:spLocks noGrp="1"/>
          </p:cNvSpPr>
          <p:nvPr>
            <p:ph type="dt" sz="half" idx="10"/>
          </p:nvPr>
        </p:nvSpPr>
        <p:spPr/>
        <p:txBody>
          <a:bodyPr/>
          <a:lstStyle/>
          <a:p>
            <a:fld id="{2243F3AF-425B-42CA-AAE1-8547EBF0910C}" type="datetimeFigureOut">
              <a:rPr lang="zh-CN" altLang="en-US" smtClean="0"/>
              <a:t>2025/10/20</a:t>
            </a:fld>
            <a:endParaRPr lang="zh-CN" altLang="en-US"/>
          </a:p>
        </p:txBody>
      </p:sp>
      <p:sp>
        <p:nvSpPr>
          <p:cNvPr id="6" name="页脚占位符 5">
            <a:extLst>
              <a:ext uri="{FF2B5EF4-FFF2-40B4-BE49-F238E27FC236}">
                <a16:creationId xmlns:a16="http://schemas.microsoft.com/office/drawing/2014/main" id="{889C0CAD-F612-72ED-841C-1F1FA4029C8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F79BAA1-9ED8-8F1C-BFC9-34078677A00F}"/>
              </a:ext>
            </a:extLst>
          </p:cNvPr>
          <p:cNvSpPr>
            <a:spLocks noGrp="1"/>
          </p:cNvSpPr>
          <p:nvPr>
            <p:ph type="sldNum" sz="quarter" idx="12"/>
          </p:nvPr>
        </p:nvSpPr>
        <p:spPr/>
        <p:txBody>
          <a:bodyPr/>
          <a:lstStyle/>
          <a:p>
            <a:fld id="{A3E51792-B64D-4AF8-986D-BB25A34649D7}" type="slidenum">
              <a:rPr lang="zh-CN" altLang="en-US" smtClean="0"/>
              <a:t>‹#›</a:t>
            </a:fld>
            <a:endParaRPr lang="zh-CN" altLang="en-US"/>
          </a:p>
        </p:txBody>
      </p:sp>
    </p:spTree>
    <p:extLst>
      <p:ext uri="{BB962C8B-B14F-4D97-AF65-F5344CB8AC3E}">
        <p14:creationId xmlns:p14="http://schemas.microsoft.com/office/powerpoint/2010/main" val="5356040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C76764-DF7F-75D0-D5D6-6668A24F970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50CEA1B6-8CAB-2B9B-D5A5-E0965A57C3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D6C7C089-9463-C66B-6057-74E084E63B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B522962D-2C31-BDAF-B781-A4D23BD78F25}"/>
              </a:ext>
            </a:extLst>
          </p:cNvPr>
          <p:cNvSpPr>
            <a:spLocks noGrp="1"/>
          </p:cNvSpPr>
          <p:nvPr>
            <p:ph type="dt" sz="half" idx="10"/>
          </p:nvPr>
        </p:nvSpPr>
        <p:spPr/>
        <p:txBody>
          <a:bodyPr/>
          <a:lstStyle/>
          <a:p>
            <a:fld id="{2243F3AF-425B-42CA-AAE1-8547EBF0910C}" type="datetimeFigureOut">
              <a:rPr lang="zh-CN" altLang="en-US" smtClean="0"/>
              <a:t>2025/10/20</a:t>
            </a:fld>
            <a:endParaRPr lang="zh-CN" altLang="en-US"/>
          </a:p>
        </p:txBody>
      </p:sp>
      <p:sp>
        <p:nvSpPr>
          <p:cNvPr id="6" name="页脚占位符 5">
            <a:extLst>
              <a:ext uri="{FF2B5EF4-FFF2-40B4-BE49-F238E27FC236}">
                <a16:creationId xmlns:a16="http://schemas.microsoft.com/office/drawing/2014/main" id="{59968C45-AC6A-22D4-34C5-5BAF108FEAE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FCAC2EB-4465-73D2-CDEF-E736EC373171}"/>
              </a:ext>
            </a:extLst>
          </p:cNvPr>
          <p:cNvSpPr>
            <a:spLocks noGrp="1"/>
          </p:cNvSpPr>
          <p:nvPr>
            <p:ph type="sldNum" sz="quarter" idx="12"/>
          </p:nvPr>
        </p:nvSpPr>
        <p:spPr/>
        <p:txBody>
          <a:bodyPr/>
          <a:lstStyle/>
          <a:p>
            <a:fld id="{A3E51792-B64D-4AF8-986D-BB25A34649D7}" type="slidenum">
              <a:rPr lang="zh-CN" altLang="en-US" smtClean="0"/>
              <a:t>‹#›</a:t>
            </a:fld>
            <a:endParaRPr lang="zh-CN" altLang="en-US"/>
          </a:p>
        </p:txBody>
      </p:sp>
    </p:spTree>
    <p:extLst>
      <p:ext uri="{BB962C8B-B14F-4D97-AF65-F5344CB8AC3E}">
        <p14:creationId xmlns:p14="http://schemas.microsoft.com/office/powerpoint/2010/main" val="34498189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CFBC13-83CB-9E01-BF5F-59E5A142B3A5}"/>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3B521422-648C-52B8-88E9-F8443BE417CA}"/>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75B3BE9-6DC0-74AA-90A0-43E42B3B3DE7}"/>
              </a:ext>
            </a:extLst>
          </p:cNvPr>
          <p:cNvSpPr>
            <a:spLocks noGrp="1"/>
          </p:cNvSpPr>
          <p:nvPr>
            <p:ph type="dt" sz="half" idx="10"/>
          </p:nvPr>
        </p:nvSpPr>
        <p:spPr/>
        <p:txBody>
          <a:bodyPr/>
          <a:lstStyle/>
          <a:p>
            <a:fld id="{2243F3AF-425B-42CA-AAE1-8547EBF0910C}" type="datetimeFigureOut">
              <a:rPr lang="zh-CN" altLang="en-US" smtClean="0"/>
              <a:t>2025/10/20</a:t>
            </a:fld>
            <a:endParaRPr lang="zh-CN" altLang="en-US"/>
          </a:p>
        </p:txBody>
      </p:sp>
      <p:sp>
        <p:nvSpPr>
          <p:cNvPr id="5" name="页脚占位符 4">
            <a:extLst>
              <a:ext uri="{FF2B5EF4-FFF2-40B4-BE49-F238E27FC236}">
                <a16:creationId xmlns:a16="http://schemas.microsoft.com/office/drawing/2014/main" id="{871F5D87-5C3F-32B9-BFF6-09DB71CF197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0743539-E0D8-1F45-327E-F65307F74C90}"/>
              </a:ext>
            </a:extLst>
          </p:cNvPr>
          <p:cNvSpPr>
            <a:spLocks noGrp="1"/>
          </p:cNvSpPr>
          <p:nvPr>
            <p:ph type="sldNum" sz="quarter" idx="12"/>
          </p:nvPr>
        </p:nvSpPr>
        <p:spPr/>
        <p:txBody>
          <a:bodyPr/>
          <a:lstStyle/>
          <a:p>
            <a:fld id="{A3E51792-B64D-4AF8-986D-BB25A34649D7}" type="slidenum">
              <a:rPr lang="zh-CN" altLang="en-US" smtClean="0"/>
              <a:t>‹#›</a:t>
            </a:fld>
            <a:endParaRPr lang="zh-CN" altLang="en-US"/>
          </a:p>
        </p:txBody>
      </p:sp>
    </p:spTree>
    <p:extLst>
      <p:ext uri="{BB962C8B-B14F-4D97-AF65-F5344CB8AC3E}">
        <p14:creationId xmlns:p14="http://schemas.microsoft.com/office/powerpoint/2010/main" val="36647738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B08D5389-F4FB-0839-D7B0-A7B3595C9204}"/>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6E47C89A-51F5-AF24-8E08-A34EF3B81FAC}"/>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0223BB5-8C80-EA1D-8E9D-F55721F57A9B}"/>
              </a:ext>
            </a:extLst>
          </p:cNvPr>
          <p:cNvSpPr>
            <a:spLocks noGrp="1"/>
          </p:cNvSpPr>
          <p:nvPr>
            <p:ph type="dt" sz="half" idx="10"/>
          </p:nvPr>
        </p:nvSpPr>
        <p:spPr/>
        <p:txBody>
          <a:bodyPr/>
          <a:lstStyle/>
          <a:p>
            <a:fld id="{2243F3AF-425B-42CA-AAE1-8547EBF0910C}" type="datetimeFigureOut">
              <a:rPr lang="zh-CN" altLang="en-US" smtClean="0"/>
              <a:t>2025/10/20</a:t>
            </a:fld>
            <a:endParaRPr lang="zh-CN" altLang="en-US"/>
          </a:p>
        </p:txBody>
      </p:sp>
      <p:sp>
        <p:nvSpPr>
          <p:cNvPr id="5" name="页脚占位符 4">
            <a:extLst>
              <a:ext uri="{FF2B5EF4-FFF2-40B4-BE49-F238E27FC236}">
                <a16:creationId xmlns:a16="http://schemas.microsoft.com/office/drawing/2014/main" id="{159B3ABF-6F86-7DDC-B743-C2273E75CFF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3D7B0BA-3FE8-4962-4FBD-093B048E339C}"/>
              </a:ext>
            </a:extLst>
          </p:cNvPr>
          <p:cNvSpPr>
            <a:spLocks noGrp="1"/>
          </p:cNvSpPr>
          <p:nvPr>
            <p:ph type="sldNum" sz="quarter" idx="12"/>
          </p:nvPr>
        </p:nvSpPr>
        <p:spPr/>
        <p:txBody>
          <a:bodyPr/>
          <a:lstStyle/>
          <a:p>
            <a:fld id="{A3E51792-B64D-4AF8-986D-BB25A34649D7}" type="slidenum">
              <a:rPr lang="zh-CN" altLang="en-US" smtClean="0"/>
              <a:t>‹#›</a:t>
            </a:fld>
            <a:endParaRPr lang="zh-CN" altLang="en-US"/>
          </a:p>
        </p:txBody>
      </p:sp>
    </p:spTree>
    <p:extLst>
      <p:ext uri="{BB962C8B-B14F-4D97-AF65-F5344CB8AC3E}">
        <p14:creationId xmlns:p14="http://schemas.microsoft.com/office/powerpoint/2010/main" val="39651701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4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7356925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6BC59D88-0F42-5EA5-CC48-18B74643316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09A29048-6CA9-EAB5-3550-DB5F4017D8D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D99D78D-8848-C572-4DB4-34A5AB0EDC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243F3AF-425B-42CA-AAE1-8547EBF0910C}" type="datetimeFigureOut">
              <a:rPr lang="zh-CN" altLang="en-US" smtClean="0"/>
              <a:t>2025/10/20</a:t>
            </a:fld>
            <a:endParaRPr lang="zh-CN" altLang="en-US"/>
          </a:p>
        </p:txBody>
      </p:sp>
      <p:sp>
        <p:nvSpPr>
          <p:cNvPr id="5" name="页脚占位符 4">
            <a:extLst>
              <a:ext uri="{FF2B5EF4-FFF2-40B4-BE49-F238E27FC236}">
                <a16:creationId xmlns:a16="http://schemas.microsoft.com/office/drawing/2014/main" id="{BD27EBDE-1B6D-463D-07E7-DB0D47C7A5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2BD8F59B-6668-B0C6-5CDA-B75E30E16FE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3E51792-B64D-4AF8-986D-BB25A34649D7}" type="slidenum">
              <a:rPr lang="zh-CN" altLang="en-US" smtClean="0"/>
              <a:t>‹#›</a:t>
            </a:fld>
            <a:endParaRPr lang="zh-CN" altLang="en-US"/>
          </a:p>
        </p:txBody>
      </p:sp>
    </p:spTree>
    <p:extLst>
      <p:ext uri="{BB962C8B-B14F-4D97-AF65-F5344CB8AC3E}">
        <p14:creationId xmlns:p14="http://schemas.microsoft.com/office/powerpoint/2010/main" val="11543604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emf"/><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emf"/><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4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4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13.jpeg"/><Relationship Id="rId4" Type="http://schemas.openxmlformats.org/officeDocument/2006/relationships/image" Target="../media/image2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5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5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5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6.xml"/><Relationship Id="rId5" Type="http://schemas.openxmlformats.org/officeDocument/2006/relationships/image" Target="../media/image30.png"/><Relationship Id="rId4" Type="http://schemas.openxmlformats.org/officeDocument/2006/relationships/image" Target="../media/image29.png"/></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9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NULL"/></Relationships>
</file>

<file path=ppt/slides/_rels/slide9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image" Target="../media/image39.png"/></Relationships>
</file>

<file path=ppt/slides/_rels/slide9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9.xml"/><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1.xml"/><Relationship Id="rId1" Type="http://schemas.openxmlformats.org/officeDocument/2006/relationships/slideLayout" Target="../slideLayouts/slideLayout7.xml"/><Relationship Id="rId4" Type="http://schemas.openxmlformats.org/officeDocument/2006/relationships/image" Target="../media/image42.png"/></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3.xml"/><Relationship Id="rId1" Type="http://schemas.openxmlformats.org/officeDocument/2006/relationships/slideLayout" Target="../slideLayouts/slideLayout7.xml"/><Relationship Id="rId4" Type="http://schemas.openxmlformats.org/officeDocument/2006/relationships/image" Target="../media/image44.png"/></Relationships>
</file>

<file path=ppt/slides/_rels/slide10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4.xml"/><Relationship Id="rId1" Type="http://schemas.openxmlformats.org/officeDocument/2006/relationships/slideLayout" Target="../slideLayouts/slideLayout7.xml"/><Relationship Id="rId4" Type="http://schemas.openxmlformats.org/officeDocument/2006/relationships/image" Target="../media/image46.png"/></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6.xml"/><Relationship Id="rId1" Type="http://schemas.openxmlformats.org/officeDocument/2006/relationships/slideLayout" Target="../slideLayouts/slideLayout7.xml"/><Relationship Id="rId4" Type="http://schemas.openxmlformats.org/officeDocument/2006/relationships/image" Target="../media/image48.png"/></Relationships>
</file>

<file path=ppt/slides/_rels/slide10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7.xml"/><Relationship Id="rId1" Type="http://schemas.openxmlformats.org/officeDocument/2006/relationships/slideLayout" Target="../slideLayouts/slideLayout7.xml"/><Relationship Id="rId4" Type="http://schemas.openxmlformats.org/officeDocument/2006/relationships/image" Target="../media/image50.png"/></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DD0DFC-558B-17EC-70E0-43D8E36D4BA0}"/>
              </a:ext>
            </a:extLst>
          </p:cNvPr>
          <p:cNvSpPr>
            <a:spLocks noGrp="1"/>
          </p:cNvSpPr>
          <p:nvPr>
            <p:ph type="ctrTitle"/>
          </p:nvPr>
        </p:nvSpPr>
        <p:spPr/>
        <p:txBody>
          <a:bodyPr/>
          <a:lstStyle/>
          <a:p>
            <a:br>
              <a:rPr lang="en-US" altLang="zh-CN" dirty="0"/>
            </a:br>
            <a:r>
              <a:rPr lang="zh-CN" altLang="en-US" b="1" dirty="0"/>
              <a:t>由</a:t>
            </a:r>
            <a:r>
              <a:rPr lang="en-US" altLang="zh-CN" b="1" dirty="0"/>
              <a:t>FSM</a:t>
            </a:r>
            <a:r>
              <a:rPr lang="zh-CN" altLang="en-US" b="1" dirty="0"/>
              <a:t>衍生的验证技术</a:t>
            </a:r>
          </a:p>
        </p:txBody>
      </p:sp>
      <p:sp>
        <p:nvSpPr>
          <p:cNvPr id="3" name="副标题 2">
            <a:extLst>
              <a:ext uri="{FF2B5EF4-FFF2-40B4-BE49-F238E27FC236}">
                <a16:creationId xmlns:a16="http://schemas.microsoft.com/office/drawing/2014/main" id="{C2761C94-8DFF-A1EF-1E7E-F8311F7E890F}"/>
              </a:ext>
            </a:extLst>
          </p:cNvPr>
          <p:cNvSpPr>
            <a:spLocks noGrp="1"/>
          </p:cNvSpPr>
          <p:nvPr>
            <p:ph type="subTitle" idx="1"/>
          </p:nvPr>
        </p:nvSpPr>
        <p:spPr/>
        <p:txBody>
          <a:bodyPr/>
          <a:lstStyle/>
          <a:p>
            <a:endParaRPr lang="zh-CN" altLang="en-US" dirty="0"/>
          </a:p>
        </p:txBody>
      </p:sp>
    </p:spTree>
    <p:extLst>
      <p:ext uri="{BB962C8B-B14F-4D97-AF65-F5344CB8AC3E}">
        <p14:creationId xmlns:p14="http://schemas.microsoft.com/office/powerpoint/2010/main" val="35085535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192501" y="2837824"/>
            <a:ext cx="7819698" cy="830997"/>
          </a:xfrm>
          <a:prstGeom prst="rect">
            <a:avLst/>
          </a:prstGeom>
        </p:spPr>
        <p:txBody>
          <a:bodyPr wrap="square">
            <a:spAutoFit/>
          </a:bodyPr>
          <a:lstStyle/>
          <a:p>
            <a:pPr algn="ctr">
              <a:defRPr/>
            </a:pPr>
            <a:r>
              <a:rPr lang="zh-CN" altLang="en-US" sz="4800" b="1" dirty="0">
                <a:solidFill>
                  <a:schemeClr val="tx1">
                    <a:lumMod val="85000"/>
                    <a:lumOff val="15000"/>
                  </a:schemeClr>
                </a:solidFill>
                <a:latin typeface="微软雅黑" panose="020B0503020204020204" pitchFamily="34" charset="-122"/>
                <a:ea typeface="微软雅黑" panose="020B0503020204020204" pitchFamily="34" charset="-122"/>
                <a:cs typeface="Times New Roman" pitchFamily="18" charset="0"/>
              </a:rPr>
              <a:t>电动汽车状态分析</a:t>
            </a:r>
            <a:endParaRPr lang="zh-CN" altLang="en-US" sz="3200" b="1" dirty="0">
              <a:solidFill>
                <a:schemeClr val="tx1">
                  <a:lumMod val="85000"/>
                  <a:lumOff val="15000"/>
                </a:schemeClr>
              </a:solidFill>
              <a:latin typeface="微软雅黑" panose="020B0503020204020204" pitchFamily="34" charset="-122"/>
              <a:ea typeface="微软雅黑" panose="020B0503020204020204" pitchFamily="34" charset="-122"/>
              <a:cs typeface="Times New Roman" pitchFamily="18" charset="0"/>
            </a:endParaRPr>
          </a:p>
        </p:txBody>
      </p:sp>
    </p:spTree>
    <p:extLst>
      <p:ext uri="{BB962C8B-B14F-4D97-AF65-F5344CB8AC3E}">
        <p14:creationId xmlns:p14="http://schemas.microsoft.com/office/powerpoint/2010/main" val="35274843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KSO_Shape"/>
          <p:cNvSpPr>
            <a:spLocks/>
          </p:cNvSpPr>
          <p:nvPr/>
        </p:nvSpPr>
        <p:spPr bwMode="auto">
          <a:xfrm>
            <a:off x="3314976" y="2449786"/>
            <a:ext cx="5729175" cy="3593662"/>
          </a:xfrm>
          <a:custGeom>
            <a:avLst/>
            <a:gdLst>
              <a:gd name="T0" fmla="*/ 319412206 w 11015"/>
              <a:gd name="T1" fmla="*/ 113428496 h 8233"/>
              <a:gd name="T2" fmla="*/ 303559804 w 11015"/>
              <a:gd name="T3" fmla="*/ 86871270 h 8233"/>
              <a:gd name="T4" fmla="*/ 318036421 w 11015"/>
              <a:gd name="T5" fmla="*/ 72950306 h 8233"/>
              <a:gd name="T6" fmla="*/ 326201892 w 11015"/>
              <a:gd name="T7" fmla="*/ 61269971 h 8233"/>
              <a:gd name="T8" fmla="*/ 318305525 w 11015"/>
              <a:gd name="T9" fmla="*/ 51800204 h 8233"/>
              <a:gd name="T10" fmla="*/ 296770118 w 11015"/>
              <a:gd name="T11" fmla="*/ 52875513 h 8233"/>
              <a:gd name="T12" fmla="*/ 294676434 w 11015"/>
              <a:gd name="T13" fmla="*/ 65153453 h 8233"/>
              <a:gd name="T14" fmla="*/ 277777017 w 11015"/>
              <a:gd name="T15" fmla="*/ 36863536 h 8233"/>
              <a:gd name="T16" fmla="*/ 257766994 w 11015"/>
              <a:gd name="T17" fmla="*/ 6930593 h 8233"/>
              <a:gd name="T18" fmla="*/ 201984305 w 11015"/>
              <a:gd name="T19" fmla="*/ 567543 h 8233"/>
              <a:gd name="T20" fmla="*/ 80727899 w 11015"/>
              <a:gd name="T21" fmla="*/ 3913371 h 8233"/>
              <a:gd name="T22" fmla="*/ 62781813 w 11015"/>
              <a:gd name="T23" fmla="*/ 16280977 h 8233"/>
              <a:gd name="T24" fmla="*/ 41605269 w 11015"/>
              <a:gd name="T25" fmla="*/ 64048082 h 8233"/>
              <a:gd name="T26" fmla="*/ 34097684 w 11015"/>
              <a:gd name="T27" fmla="*/ 57655316 h 8233"/>
              <a:gd name="T28" fmla="*/ 27397930 w 11015"/>
              <a:gd name="T29" fmla="*/ 51053327 h 8233"/>
              <a:gd name="T30" fmla="*/ 4157448 w 11015"/>
              <a:gd name="T31" fmla="*/ 54548427 h 8233"/>
              <a:gd name="T32" fmla="*/ 5802684 w 11015"/>
              <a:gd name="T33" fmla="*/ 70082527 h 8233"/>
              <a:gd name="T34" fmla="*/ 31884321 w 11015"/>
              <a:gd name="T35" fmla="*/ 74354392 h 8233"/>
              <a:gd name="T36" fmla="*/ 17228360 w 11015"/>
              <a:gd name="T37" fmla="*/ 103809458 h 8233"/>
              <a:gd name="T38" fmla="*/ 3140526 w 11015"/>
              <a:gd name="T39" fmla="*/ 125288164 h 8233"/>
              <a:gd name="T40" fmla="*/ 628140 w 11015"/>
              <a:gd name="T41" fmla="*/ 174071145 h 8233"/>
              <a:gd name="T42" fmla="*/ 7357987 w 11015"/>
              <a:gd name="T43" fmla="*/ 198298420 h 8233"/>
              <a:gd name="T44" fmla="*/ 16241357 w 11015"/>
              <a:gd name="T45" fmla="*/ 245886364 h 8233"/>
              <a:gd name="T46" fmla="*/ 61854477 w 11015"/>
              <a:gd name="T47" fmla="*/ 206842150 h 8233"/>
              <a:gd name="T48" fmla="*/ 226989354 w 11015"/>
              <a:gd name="T49" fmla="*/ 208634446 h 8233"/>
              <a:gd name="T50" fmla="*/ 271346367 w 11015"/>
              <a:gd name="T51" fmla="*/ 245946142 h 8233"/>
              <a:gd name="T52" fmla="*/ 317826983 w 11015"/>
              <a:gd name="T53" fmla="*/ 200299939 h 8233"/>
              <a:gd name="T54" fmla="*/ 327368413 w 11015"/>
              <a:gd name="T55" fmla="*/ 185243715 h 8233"/>
              <a:gd name="T56" fmla="*/ 80787738 w 11015"/>
              <a:gd name="T57" fmla="*/ 15026162 h 8233"/>
              <a:gd name="T58" fmla="*/ 219721126 w 11015"/>
              <a:gd name="T59" fmla="*/ 13831298 h 8233"/>
              <a:gd name="T60" fmla="*/ 265424177 w 11015"/>
              <a:gd name="T61" fmla="*/ 33159214 h 8233"/>
              <a:gd name="T62" fmla="*/ 164716175 w 11015"/>
              <a:gd name="T63" fmla="*/ 70948960 h 8233"/>
              <a:gd name="T64" fmla="*/ 64905417 w 11015"/>
              <a:gd name="T65" fmla="*/ 31456411 h 8233"/>
              <a:gd name="T66" fmla="*/ 28085736 w 11015"/>
              <a:gd name="T67" fmla="*/ 188679209 h 8233"/>
              <a:gd name="T68" fmla="*/ 19381883 w 11015"/>
              <a:gd name="T69" fmla="*/ 179089887 h 8233"/>
              <a:gd name="T70" fmla="*/ 23300148 w 11015"/>
              <a:gd name="T71" fmla="*/ 167051058 h 8233"/>
              <a:gd name="T72" fmla="*/ 35683080 w 11015"/>
              <a:gd name="T73" fmla="*/ 164332552 h 8233"/>
              <a:gd name="T74" fmla="*/ 44386932 w 11015"/>
              <a:gd name="T75" fmla="*/ 173921874 h 8233"/>
              <a:gd name="T76" fmla="*/ 40498588 w 11015"/>
              <a:gd name="T77" fmla="*/ 185960703 h 8233"/>
              <a:gd name="T78" fmla="*/ 81206440 w 11015"/>
              <a:gd name="T79" fmla="*/ 136162017 h 8233"/>
              <a:gd name="T80" fmla="*/ 59162572 w 11015"/>
              <a:gd name="T81" fmla="*/ 141240536 h 8233"/>
              <a:gd name="T82" fmla="*/ 29581373 w 11015"/>
              <a:gd name="T83" fmla="*/ 133981338 h 8233"/>
              <a:gd name="T84" fmla="*/ 24346990 w 11015"/>
              <a:gd name="T85" fmla="*/ 110500940 h 8233"/>
              <a:gd name="T86" fmla="*/ 31645137 w 11015"/>
              <a:gd name="T87" fmla="*/ 96759309 h 8233"/>
              <a:gd name="T88" fmla="*/ 62692054 w 11015"/>
              <a:gd name="T89" fmla="*/ 115400299 h 8233"/>
              <a:gd name="T90" fmla="*/ 81206440 w 11015"/>
              <a:gd name="T91" fmla="*/ 124899954 h 8233"/>
              <a:gd name="T92" fmla="*/ 217089061 w 11015"/>
              <a:gd name="T93" fmla="*/ 188111666 h 8233"/>
              <a:gd name="T94" fmla="*/ 112373036 w 11015"/>
              <a:gd name="T95" fmla="*/ 188111666 h 8233"/>
              <a:gd name="T96" fmla="*/ 114975181 w 11015"/>
              <a:gd name="T97" fmla="*/ 161345218 h 8233"/>
              <a:gd name="T98" fmla="*/ 266680284 w 11015"/>
              <a:gd name="T99" fmla="*/ 141150870 h 8233"/>
              <a:gd name="T100" fmla="*/ 247777115 w 11015"/>
              <a:gd name="T101" fmla="*/ 135176202 h 8233"/>
              <a:gd name="T102" fmla="*/ 250080064 w 11015"/>
              <a:gd name="T103" fmla="*/ 123197151 h 8233"/>
              <a:gd name="T104" fmla="*/ 282712204 w 11015"/>
              <a:gd name="T105" fmla="*/ 104078285 h 8233"/>
              <a:gd name="T106" fmla="*/ 300568704 w 11015"/>
              <a:gd name="T107" fmla="*/ 98043840 h 8233"/>
              <a:gd name="T108" fmla="*/ 304935590 w 11015"/>
              <a:gd name="T109" fmla="*/ 120448756 h 8233"/>
              <a:gd name="T110" fmla="*/ 294317398 w 11015"/>
              <a:gd name="T111" fmla="*/ 137685659 h 8233"/>
              <a:gd name="T112" fmla="*/ 296889797 w 11015"/>
              <a:gd name="T113" fmla="*/ 189246752 h 8233"/>
              <a:gd name="T114" fmla="*/ 286062167 w 11015"/>
              <a:gd name="T115" fmla="*/ 182017443 h 8233"/>
              <a:gd name="T116" fmla="*/ 286989504 w 11015"/>
              <a:gd name="T117" fmla="*/ 169381182 h 8233"/>
              <a:gd name="T118" fmla="*/ 298205743 w 11015"/>
              <a:gd name="T119" fmla="*/ 163765008 h 8233"/>
              <a:gd name="T120" fmla="*/ 309093211 w 11015"/>
              <a:gd name="T121" fmla="*/ 170994318 h 8233"/>
              <a:gd name="T122" fmla="*/ 308165875 w 11015"/>
              <a:gd name="T123" fmla="*/ 183660468 h 8233"/>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11015" h="8233">
                <a:moveTo>
                  <a:pt x="10985" y="4535"/>
                </a:moveTo>
                <a:lnTo>
                  <a:pt x="10985" y="4535"/>
                </a:lnTo>
                <a:lnTo>
                  <a:pt x="10981" y="4498"/>
                </a:lnTo>
                <a:lnTo>
                  <a:pt x="10976" y="4458"/>
                </a:lnTo>
                <a:lnTo>
                  <a:pt x="10968" y="4413"/>
                </a:lnTo>
                <a:lnTo>
                  <a:pt x="10958" y="4363"/>
                </a:lnTo>
                <a:lnTo>
                  <a:pt x="10945" y="4310"/>
                </a:lnTo>
                <a:lnTo>
                  <a:pt x="10930" y="4254"/>
                </a:lnTo>
                <a:lnTo>
                  <a:pt x="10920" y="4225"/>
                </a:lnTo>
                <a:lnTo>
                  <a:pt x="10910" y="4194"/>
                </a:lnTo>
                <a:lnTo>
                  <a:pt x="10898" y="4164"/>
                </a:lnTo>
                <a:lnTo>
                  <a:pt x="10885" y="4132"/>
                </a:lnTo>
                <a:lnTo>
                  <a:pt x="10872" y="4100"/>
                </a:lnTo>
                <a:lnTo>
                  <a:pt x="10856" y="4068"/>
                </a:lnTo>
                <a:lnTo>
                  <a:pt x="10840" y="4035"/>
                </a:lnTo>
                <a:lnTo>
                  <a:pt x="10821" y="4002"/>
                </a:lnTo>
                <a:lnTo>
                  <a:pt x="10802" y="3969"/>
                </a:lnTo>
                <a:lnTo>
                  <a:pt x="10780" y="3935"/>
                </a:lnTo>
                <a:lnTo>
                  <a:pt x="10758" y="3900"/>
                </a:lnTo>
                <a:lnTo>
                  <a:pt x="10733" y="3866"/>
                </a:lnTo>
                <a:lnTo>
                  <a:pt x="10707" y="3831"/>
                </a:lnTo>
                <a:lnTo>
                  <a:pt x="10679" y="3797"/>
                </a:lnTo>
                <a:lnTo>
                  <a:pt x="10649" y="3762"/>
                </a:lnTo>
                <a:lnTo>
                  <a:pt x="10617" y="3727"/>
                </a:lnTo>
                <a:lnTo>
                  <a:pt x="10584" y="3693"/>
                </a:lnTo>
                <a:lnTo>
                  <a:pt x="10548" y="3657"/>
                </a:lnTo>
                <a:lnTo>
                  <a:pt x="10510" y="3623"/>
                </a:lnTo>
                <a:lnTo>
                  <a:pt x="10470" y="3589"/>
                </a:lnTo>
                <a:lnTo>
                  <a:pt x="10462" y="3551"/>
                </a:lnTo>
                <a:lnTo>
                  <a:pt x="10451" y="3513"/>
                </a:lnTo>
                <a:lnTo>
                  <a:pt x="10439" y="3475"/>
                </a:lnTo>
                <a:lnTo>
                  <a:pt x="10426" y="3437"/>
                </a:lnTo>
                <a:lnTo>
                  <a:pt x="10413" y="3399"/>
                </a:lnTo>
                <a:lnTo>
                  <a:pt x="10398" y="3360"/>
                </a:lnTo>
                <a:lnTo>
                  <a:pt x="10381" y="3322"/>
                </a:lnTo>
                <a:lnTo>
                  <a:pt x="10363" y="3283"/>
                </a:lnTo>
                <a:lnTo>
                  <a:pt x="10346" y="3245"/>
                </a:lnTo>
                <a:lnTo>
                  <a:pt x="10327" y="3206"/>
                </a:lnTo>
                <a:lnTo>
                  <a:pt x="10307" y="3168"/>
                </a:lnTo>
                <a:lnTo>
                  <a:pt x="10285" y="3130"/>
                </a:lnTo>
                <a:lnTo>
                  <a:pt x="10243" y="3054"/>
                </a:lnTo>
                <a:lnTo>
                  <a:pt x="10196" y="2981"/>
                </a:lnTo>
                <a:lnTo>
                  <a:pt x="10149" y="2908"/>
                </a:lnTo>
                <a:lnTo>
                  <a:pt x="10102" y="2837"/>
                </a:lnTo>
                <a:lnTo>
                  <a:pt x="10052" y="2770"/>
                </a:lnTo>
                <a:lnTo>
                  <a:pt x="10003" y="2706"/>
                </a:lnTo>
                <a:lnTo>
                  <a:pt x="9956" y="2644"/>
                </a:lnTo>
                <a:lnTo>
                  <a:pt x="9908" y="2586"/>
                </a:lnTo>
                <a:lnTo>
                  <a:pt x="9863" y="2533"/>
                </a:lnTo>
                <a:lnTo>
                  <a:pt x="9820" y="2483"/>
                </a:lnTo>
                <a:lnTo>
                  <a:pt x="9881" y="2486"/>
                </a:lnTo>
                <a:lnTo>
                  <a:pt x="9949" y="2489"/>
                </a:lnTo>
                <a:lnTo>
                  <a:pt x="9976" y="2490"/>
                </a:lnTo>
                <a:lnTo>
                  <a:pt x="10009" y="2491"/>
                </a:lnTo>
                <a:lnTo>
                  <a:pt x="10092" y="2490"/>
                </a:lnTo>
                <a:lnTo>
                  <a:pt x="10193" y="2487"/>
                </a:lnTo>
                <a:lnTo>
                  <a:pt x="10303" y="2481"/>
                </a:lnTo>
                <a:lnTo>
                  <a:pt x="10360" y="2476"/>
                </a:lnTo>
                <a:lnTo>
                  <a:pt x="10418" y="2471"/>
                </a:lnTo>
                <a:lnTo>
                  <a:pt x="10475" y="2464"/>
                </a:lnTo>
                <a:lnTo>
                  <a:pt x="10529" y="2458"/>
                </a:lnTo>
                <a:lnTo>
                  <a:pt x="10583" y="2450"/>
                </a:lnTo>
                <a:lnTo>
                  <a:pt x="10633" y="2442"/>
                </a:lnTo>
                <a:lnTo>
                  <a:pt x="10680" y="2432"/>
                </a:lnTo>
                <a:lnTo>
                  <a:pt x="10722" y="2422"/>
                </a:lnTo>
                <a:lnTo>
                  <a:pt x="10732" y="2418"/>
                </a:lnTo>
                <a:lnTo>
                  <a:pt x="10741" y="2414"/>
                </a:lnTo>
                <a:lnTo>
                  <a:pt x="10759" y="2405"/>
                </a:lnTo>
                <a:lnTo>
                  <a:pt x="10776" y="2393"/>
                </a:lnTo>
                <a:lnTo>
                  <a:pt x="10792" y="2380"/>
                </a:lnTo>
                <a:lnTo>
                  <a:pt x="10806" y="2363"/>
                </a:lnTo>
                <a:lnTo>
                  <a:pt x="10821" y="2346"/>
                </a:lnTo>
                <a:lnTo>
                  <a:pt x="10834" y="2327"/>
                </a:lnTo>
                <a:lnTo>
                  <a:pt x="10844" y="2305"/>
                </a:lnTo>
                <a:lnTo>
                  <a:pt x="10855" y="2284"/>
                </a:lnTo>
                <a:lnTo>
                  <a:pt x="10865" y="2260"/>
                </a:lnTo>
                <a:lnTo>
                  <a:pt x="10874" y="2236"/>
                </a:lnTo>
                <a:lnTo>
                  <a:pt x="10881" y="2211"/>
                </a:lnTo>
                <a:lnTo>
                  <a:pt x="10888" y="2185"/>
                </a:lnTo>
                <a:lnTo>
                  <a:pt x="10893" y="2158"/>
                </a:lnTo>
                <a:lnTo>
                  <a:pt x="10898" y="2131"/>
                </a:lnTo>
                <a:lnTo>
                  <a:pt x="10901" y="2104"/>
                </a:lnTo>
                <a:lnTo>
                  <a:pt x="10905" y="2077"/>
                </a:lnTo>
                <a:lnTo>
                  <a:pt x="10906" y="2051"/>
                </a:lnTo>
                <a:lnTo>
                  <a:pt x="10907" y="2023"/>
                </a:lnTo>
                <a:lnTo>
                  <a:pt x="10907" y="1997"/>
                </a:lnTo>
                <a:lnTo>
                  <a:pt x="10906" y="1972"/>
                </a:lnTo>
                <a:lnTo>
                  <a:pt x="10905" y="1948"/>
                </a:lnTo>
                <a:lnTo>
                  <a:pt x="10902" y="1924"/>
                </a:lnTo>
                <a:lnTo>
                  <a:pt x="10899" y="1901"/>
                </a:lnTo>
                <a:lnTo>
                  <a:pt x="10894" y="1880"/>
                </a:lnTo>
                <a:lnTo>
                  <a:pt x="10889" y="1860"/>
                </a:lnTo>
                <a:lnTo>
                  <a:pt x="10883" y="1842"/>
                </a:lnTo>
                <a:lnTo>
                  <a:pt x="10876" y="1826"/>
                </a:lnTo>
                <a:lnTo>
                  <a:pt x="10869" y="1811"/>
                </a:lnTo>
                <a:lnTo>
                  <a:pt x="10861" y="1800"/>
                </a:lnTo>
                <a:lnTo>
                  <a:pt x="10851" y="1789"/>
                </a:lnTo>
                <a:lnTo>
                  <a:pt x="10842" y="1782"/>
                </a:lnTo>
                <a:lnTo>
                  <a:pt x="10830" y="1776"/>
                </a:lnTo>
                <a:lnTo>
                  <a:pt x="10816" y="1770"/>
                </a:lnTo>
                <a:lnTo>
                  <a:pt x="10801" y="1764"/>
                </a:lnTo>
                <a:lnTo>
                  <a:pt x="10783" y="1759"/>
                </a:lnTo>
                <a:lnTo>
                  <a:pt x="10741" y="1750"/>
                </a:lnTo>
                <a:lnTo>
                  <a:pt x="10694" y="1741"/>
                </a:lnTo>
                <a:lnTo>
                  <a:pt x="10642" y="1734"/>
                </a:lnTo>
                <a:lnTo>
                  <a:pt x="10585" y="1727"/>
                </a:lnTo>
                <a:lnTo>
                  <a:pt x="10527" y="1722"/>
                </a:lnTo>
                <a:lnTo>
                  <a:pt x="10466" y="1718"/>
                </a:lnTo>
                <a:lnTo>
                  <a:pt x="10405" y="1714"/>
                </a:lnTo>
                <a:lnTo>
                  <a:pt x="10346" y="1711"/>
                </a:lnTo>
                <a:lnTo>
                  <a:pt x="10288" y="1709"/>
                </a:lnTo>
                <a:lnTo>
                  <a:pt x="10233" y="1708"/>
                </a:lnTo>
                <a:lnTo>
                  <a:pt x="10182" y="1708"/>
                </a:lnTo>
                <a:lnTo>
                  <a:pt x="10137" y="1708"/>
                </a:lnTo>
                <a:lnTo>
                  <a:pt x="10099" y="1709"/>
                </a:lnTo>
                <a:lnTo>
                  <a:pt x="10068" y="1712"/>
                </a:lnTo>
                <a:lnTo>
                  <a:pt x="10044" y="1714"/>
                </a:lnTo>
                <a:lnTo>
                  <a:pt x="10021" y="1718"/>
                </a:lnTo>
                <a:lnTo>
                  <a:pt x="10002" y="1722"/>
                </a:lnTo>
                <a:lnTo>
                  <a:pt x="9984" y="1727"/>
                </a:lnTo>
                <a:lnTo>
                  <a:pt x="9970" y="1734"/>
                </a:lnTo>
                <a:lnTo>
                  <a:pt x="9957" y="1740"/>
                </a:lnTo>
                <a:lnTo>
                  <a:pt x="9946" y="1747"/>
                </a:lnTo>
                <a:lnTo>
                  <a:pt x="9937" y="1754"/>
                </a:lnTo>
                <a:lnTo>
                  <a:pt x="9929" y="1762"/>
                </a:lnTo>
                <a:lnTo>
                  <a:pt x="9922" y="1770"/>
                </a:lnTo>
                <a:lnTo>
                  <a:pt x="9911" y="1784"/>
                </a:lnTo>
                <a:lnTo>
                  <a:pt x="9901" y="1798"/>
                </a:lnTo>
                <a:lnTo>
                  <a:pt x="9893" y="1810"/>
                </a:lnTo>
                <a:lnTo>
                  <a:pt x="9891" y="1814"/>
                </a:lnTo>
                <a:lnTo>
                  <a:pt x="9888" y="1818"/>
                </a:lnTo>
                <a:lnTo>
                  <a:pt x="9885" y="1833"/>
                </a:lnTo>
                <a:lnTo>
                  <a:pt x="9882" y="1852"/>
                </a:lnTo>
                <a:lnTo>
                  <a:pt x="9880" y="1874"/>
                </a:lnTo>
                <a:lnTo>
                  <a:pt x="9875" y="1930"/>
                </a:lnTo>
                <a:lnTo>
                  <a:pt x="9873" y="1990"/>
                </a:lnTo>
                <a:lnTo>
                  <a:pt x="9872" y="2049"/>
                </a:lnTo>
                <a:lnTo>
                  <a:pt x="9872" y="2100"/>
                </a:lnTo>
                <a:lnTo>
                  <a:pt x="9872" y="2149"/>
                </a:lnTo>
                <a:lnTo>
                  <a:pt x="9872" y="2156"/>
                </a:lnTo>
                <a:lnTo>
                  <a:pt x="9869" y="2162"/>
                </a:lnTo>
                <a:lnTo>
                  <a:pt x="9868" y="2168"/>
                </a:lnTo>
                <a:lnTo>
                  <a:pt x="9865" y="2172"/>
                </a:lnTo>
                <a:lnTo>
                  <a:pt x="9861" y="2176"/>
                </a:lnTo>
                <a:lnTo>
                  <a:pt x="9856" y="2179"/>
                </a:lnTo>
                <a:lnTo>
                  <a:pt x="9852" y="2181"/>
                </a:lnTo>
                <a:lnTo>
                  <a:pt x="9846" y="2183"/>
                </a:lnTo>
                <a:lnTo>
                  <a:pt x="9833" y="2186"/>
                </a:lnTo>
                <a:lnTo>
                  <a:pt x="9817" y="2186"/>
                </a:lnTo>
                <a:lnTo>
                  <a:pt x="9801" y="2185"/>
                </a:lnTo>
                <a:lnTo>
                  <a:pt x="9782" y="2181"/>
                </a:lnTo>
                <a:lnTo>
                  <a:pt x="9743" y="2173"/>
                </a:lnTo>
                <a:lnTo>
                  <a:pt x="9701" y="2162"/>
                </a:lnTo>
                <a:lnTo>
                  <a:pt x="9662" y="2153"/>
                </a:lnTo>
                <a:lnTo>
                  <a:pt x="9643" y="2148"/>
                </a:lnTo>
                <a:lnTo>
                  <a:pt x="9625" y="2144"/>
                </a:lnTo>
                <a:lnTo>
                  <a:pt x="9622" y="2144"/>
                </a:lnTo>
                <a:lnTo>
                  <a:pt x="9584" y="2025"/>
                </a:lnTo>
                <a:lnTo>
                  <a:pt x="9540" y="1894"/>
                </a:lnTo>
                <a:lnTo>
                  <a:pt x="9491" y="1756"/>
                </a:lnTo>
                <a:lnTo>
                  <a:pt x="9438" y="1611"/>
                </a:lnTo>
                <a:lnTo>
                  <a:pt x="9410" y="1536"/>
                </a:lnTo>
                <a:lnTo>
                  <a:pt x="9380" y="1462"/>
                </a:lnTo>
                <a:lnTo>
                  <a:pt x="9349" y="1386"/>
                </a:lnTo>
                <a:lnTo>
                  <a:pt x="9319" y="1310"/>
                </a:lnTo>
                <a:lnTo>
                  <a:pt x="9287" y="1234"/>
                </a:lnTo>
                <a:lnTo>
                  <a:pt x="9252" y="1160"/>
                </a:lnTo>
                <a:lnTo>
                  <a:pt x="9219" y="1085"/>
                </a:lnTo>
                <a:lnTo>
                  <a:pt x="9183" y="1012"/>
                </a:lnTo>
                <a:lnTo>
                  <a:pt x="9148" y="939"/>
                </a:lnTo>
                <a:lnTo>
                  <a:pt x="9111" y="868"/>
                </a:lnTo>
                <a:lnTo>
                  <a:pt x="9073" y="798"/>
                </a:lnTo>
                <a:lnTo>
                  <a:pt x="9035" y="731"/>
                </a:lnTo>
                <a:lnTo>
                  <a:pt x="8996" y="667"/>
                </a:lnTo>
                <a:lnTo>
                  <a:pt x="8956" y="604"/>
                </a:lnTo>
                <a:lnTo>
                  <a:pt x="8916" y="545"/>
                </a:lnTo>
                <a:lnTo>
                  <a:pt x="8875" y="488"/>
                </a:lnTo>
                <a:lnTo>
                  <a:pt x="8833" y="436"/>
                </a:lnTo>
                <a:lnTo>
                  <a:pt x="8813" y="410"/>
                </a:lnTo>
                <a:lnTo>
                  <a:pt x="8791" y="386"/>
                </a:lnTo>
                <a:lnTo>
                  <a:pt x="8770" y="364"/>
                </a:lnTo>
                <a:lnTo>
                  <a:pt x="8749" y="341"/>
                </a:lnTo>
                <a:lnTo>
                  <a:pt x="8727" y="320"/>
                </a:lnTo>
                <a:lnTo>
                  <a:pt x="8706" y="300"/>
                </a:lnTo>
                <a:lnTo>
                  <a:pt x="8684" y="281"/>
                </a:lnTo>
                <a:lnTo>
                  <a:pt x="8662" y="263"/>
                </a:lnTo>
                <a:lnTo>
                  <a:pt x="8640" y="247"/>
                </a:lnTo>
                <a:lnTo>
                  <a:pt x="8618" y="232"/>
                </a:lnTo>
                <a:lnTo>
                  <a:pt x="8596" y="218"/>
                </a:lnTo>
                <a:lnTo>
                  <a:pt x="8573" y="205"/>
                </a:lnTo>
                <a:lnTo>
                  <a:pt x="8551" y="194"/>
                </a:lnTo>
                <a:lnTo>
                  <a:pt x="8530" y="183"/>
                </a:lnTo>
                <a:lnTo>
                  <a:pt x="8498" y="173"/>
                </a:lnTo>
                <a:lnTo>
                  <a:pt x="8461" y="162"/>
                </a:lnTo>
                <a:lnTo>
                  <a:pt x="8418" y="151"/>
                </a:lnTo>
                <a:lnTo>
                  <a:pt x="8370" y="141"/>
                </a:lnTo>
                <a:lnTo>
                  <a:pt x="8316" y="131"/>
                </a:lnTo>
                <a:lnTo>
                  <a:pt x="8257" y="122"/>
                </a:lnTo>
                <a:lnTo>
                  <a:pt x="8193" y="112"/>
                </a:lnTo>
                <a:lnTo>
                  <a:pt x="8123" y="104"/>
                </a:lnTo>
                <a:lnTo>
                  <a:pt x="8050" y="95"/>
                </a:lnTo>
                <a:lnTo>
                  <a:pt x="7972" y="87"/>
                </a:lnTo>
                <a:lnTo>
                  <a:pt x="7889" y="79"/>
                </a:lnTo>
                <a:lnTo>
                  <a:pt x="7802" y="72"/>
                </a:lnTo>
                <a:lnTo>
                  <a:pt x="7617" y="58"/>
                </a:lnTo>
                <a:lnTo>
                  <a:pt x="7418" y="46"/>
                </a:lnTo>
                <a:lnTo>
                  <a:pt x="7206" y="35"/>
                </a:lnTo>
                <a:lnTo>
                  <a:pt x="6985" y="26"/>
                </a:lnTo>
                <a:lnTo>
                  <a:pt x="6753" y="19"/>
                </a:lnTo>
                <a:lnTo>
                  <a:pt x="6513" y="12"/>
                </a:lnTo>
                <a:lnTo>
                  <a:pt x="6267" y="7"/>
                </a:lnTo>
                <a:lnTo>
                  <a:pt x="6017" y="3"/>
                </a:lnTo>
                <a:lnTo>
                  <a:pt x="5762" y="1"/>
                </a:lnTo>
                <a:lnTo>
                  <a:pt x="5507" y="0"/>
                </a:lnTo>
                <a:lnTo>
                  <a:pt x="5253" y="1"/>
                </a:lnTo>
                <a:lnTo>
                  <a:pt x="4998" y="3"/>
                </a:lnTo>
                <a:lnTo>
                  <a:pt x="4748" y="7"/>
                </a:lnTo>
                <a:lnTo>
                  <a:pt x="4502" y="12"/>
                </a:lnTo>
                <a:lnTo>
                  <a:pt x="4262" y="19"/>
                </a:lnTo>
                <a:lnTo>
                  <a:pt x="4030" y="26"/>
                </a:lnTo>
                <a:lnTo>
                  <a:pt x="3809" y="35"/>
                </a:lnTo>
                <a:lnTo>
                  <a:pt x="3597" y="46"/>
                </a:lnTo>
                <a:lnTo>
                  <a:pt x="3398" y="58"/>
                </a:lnTo>
                <a:lnTo>
                  <a:pt x="3213" y="72"/>
                </a:lnTo>
                <a:lnTo>
                  <a:pt x="3126" y="79"/>
                </a:lnTo>
                <a:lnTo>
                  <a:pt x="3043" y="87"/>
                </a:lnTo>
                <a:lnTo>
                  <a:pt x="2965" y="95"/>
                </a:lnTo>
                <a:lnTo>
                  <a:pt x="2892" y="104"/>
                </a:lnTo>
                <a:lnTo>
                  <a:pt x="2822" y="112"/>
                </a:lnTo>
                <a:lnTo>
                  <a:pt x="2758" y="122"/>
                </a:lnTo>
                <a:lnTo>
                  <a:pt x="2699" y="131"/>
                </a:lnTo>
                <a:lnTo>
                  <a:pt x="2645" y="141"/>
                </a:lnTo>
                <a:lnTo>
                  <a:pt x="2597" y="151"/>
                </a:lnTo>
                <a:lnTo>
                  <a:pt x="2554" y="162"/>
                </a:lnTo>
                <a:lnTo>
                  <a:pt x="2516" y="173"/>
                </a:lnTo>
                <a:lnTo>
                  <a:pt x="2485" y="183"/>
                </a:lnTo>
                <a:lnTo>
                  <a:pt x="2463" y="194"/>
                </a:lnTo>
                <a:lnTo>
                  <a:pt x="2442" y="205"/>
                </a:lnTo>
                <a:lnTo>
                  <a:pt x="2419" y="218"/>
                </a:lnTo>
                <a:lnTo>
                  <a:pt x="2397" y="232"/>
                </a:lnTo>
                <a:lnTo>
                  <a:pt x="2375" y="247"/>
                </a:lnTo>
                <a:lnTo>
                  <a:pt x="2353" y="263"/>
                </a:lnTo>
                <a:lnTo>
                  <a:pt x="2331" y="281"/>
                </a:lnTo>
                <a:lnTo>
                  <a:pt x="2309" y="300"/>
                </a:lnTo>
                <a:lnTo>
                  <a:pt x="2288" y="320"/>
                </a:lnTo>
                <a:lnTo>
                  <a:pt x="2266" y="341"/>
                </a:lnTo>
                <a:lnTo>
                  <a:pt x="2245" y="364"/>
                </a:lnTo>
                <a:lnTo>
                  <a:pt x="2224" y="386"/>
                </a:lnTo>
                <a:lnTo>
                  <a:pt x="2202" y="410"/>
                </a:lnTo>
                <a:lnTo>
                  <a:pt x="2182" y="436"/>
                </a:lnTo>
                <a:lnTo>
                  <a:pt x="2141" y="488"/>
                </a:lnTo>
                <a:lnTo>
                  <a:pt x="2099" y="545"/>
                </a:lnTo>
                <a:lnTo>
                  <a:pt x="2059" y="604"/>
                </a:lnTo>
                <a:lnTo>
                  <a:pt x="2020" y="667"/>
                </a:lnTo>
                <a:lnTo>
                  <a:pt x="1981" y="731"/>
                </a:lnTo>
                <a:lnTo>
                  <a:pt x="1942" y="798"/>
                </a:lnTo>
                <a:lnTo>
                  <a:pt x="1905" y="868"/>
                </a:lnTo>
                <a:lnTo>
                  <a:pt x="1868" y="939"/>
                </a:lnTo>
                <a:lnTo>
                  <a:pt x="1831" y="1012"/>
                </a:lnTo>
                <a:lnTo>
                  <a:pt x="1797" y="1085"/>
                </a:lnTo>
                <a:lnTo>
                  <a:pt x="1763" y="1160"/>
                </a:lnTo>
                <a:lnTo>
                  <a:pt x="1730" y="1234"/>
                </a:lnTo>
                <a:lnTo>
                  <a:pt x="1696" y="1310"/>
                </a:lnTo>
                <a:lnTo>
                  <a:pt x="1666" y="1386"/>
                </a:lnTo>
                <a:lnTo>
                  <a:pt x="1635" y="1462"/>
                </a:lnTo>
                <a:lnTo>
                  <a:pt x="1605" y="1536"/>
                </a:lnTo>
                <a:lnTo>
                  <a:pt x="1577" y="1611"/>
                </a:lnTo>
                <a:lnTo>
                  <a:pt x="1523" y="1756"/>
                </a:lnTo>
                <a:lnTo>
                  <a:pt x="1475" y="1894"/>
                </a:lnTo>
                <a:lnTo>
                  <a:pt x="1431" y="2025"/>
                </a:lnTo>
                <a:lnTo>
                  <a:pt x="1393" y="2144"/>
                </a:lnTo>
                <a:lnTo>
                  <a:pt x="1391" y="2144"/>
                </a:lnTo>
                <a:lnTo>
                  <a:pt x="1373" y="2148"/>
                </a:lnTo>
                <a:lnTo>
                  <a:pt x="1354" y="2153"/>
                </a:lnTo>
                <a:lnTo>
                  <a:pt x="1314" y="2162"/>
                </a:lnTo>
                <a:lnTo>
                  <a:pt x="1274" y="2173"/>
                </a:lnTo>
                <a:lnTo>
                  <a:pt x="1233" y="2181"/>
                </a:lnTo>
                <a:lnTo>
                  <a:pt x="1215" y="2185"/>
                </a:lnTo>
                <a:lnTo>
                  <a:pt x="1198" y="2186"/>
                </a:lnTo>
                <a:lnTo>
                  <a:pt x="1182" y="2186"/>
                </a:lnTo>
                <a:lnTo>
                  <a:pt x="1169" y="2183"/>
                </a:lnTo>
                <a:lnTo>
                  <a:pt x="1163" y="2181"/>
                </a:lnTo>
                <a:lnTo>
                  <a:pt x="1159" y="2179"/>
                </a:lnTo>
                <a:lnTo>
                  <a:pt x="1154" y="2176"/>
                </a:lnTo>
                <a:lnTo>
                  <a:pt x="1150" y="2172"/>
                </a:lnTo>
                <a:lnTo>
                  <a:pt x="1147" y="2168"/>
                </a:lnTo>
                <a:lnTo>
                  <a:pt x="1146" y="2162"/>
                </a:lnTo>
                <a:lnTo>
                  <a:pt x="1143" y="2156"/>
                </a:lnTo>
                <a:lnTo>
                  <a:pt x="1143" y="2149"/>
                </a:lnTo>
                <a:lnTo>
                  <a:pt x="1143" y="2100"/>
                </a:lnTo>
                <a:lnTo>
                  <a:pt x="1143" y="2049"/>
                </a:lnTo>
                <a:lnTo>
                  <a:pt x="1142" y="1990"/>
                </a:lnTo>
                <a:lnTo>
                  <a:pt x="1140" y="1930"/>
                </a:lnTo>
                <a:lnTo>
                  <a:pt x="1136" y="1874"/>
                </a:lnTo>
                <a:lnTo>
                  <a:pt x="1133" y="1852"/>
                </a:lnTo>
                <a:lnTo>
                  <a:pt x="1130" y="1833"/>
                </a:lnTo>
                <a:lnTo>
                  <a:pt x="1127" y="1818"/>
                </a:lnTo>
                <a:lnTo>
                  <a:pt x="1124" y="1814"/>
                </a:lnTo>
                <a:lnTo>
                  <a:pt x="1122" y="1810"/>
                </a:lnTo>
                <a:lnTo>
                  <a:pt x="1114" y="1798"/>
                </a:lnTo>
                <a:lnTo>
                  <a:pt x="1104" y="1784"/>
                </a:lnTo>
                <a:lnTo>
                  <a:pt x="1093" y="1770"/>
                </a:lnTo>
                <a:lnTo>
                  <a:pt x="1086" y="1762"/>
                </a:lnTo>
                <a:lnTo>
                  <a:pt x="1078" y="1754"/>
                </a:lnTo>
                <a:lnTo>
                  <a:pt x="1069" y="1747"/>
                </a:lnTo>
                <a:lnTo>
                  <a:pt x="1058" y="1740"/>
                </a:lnTo>
                <a:lnTo>
                  <a:pt x="1045" y="1734"/>
                </a:lnTo>
                <a:lnTo>
                  <a:pt x="1031" y="1727"/>
                </a:lnTo>
                <a:lnTo>
                  <a:pt x="1013" y="1722"/>
                </a:lnTo>
                <a:lnTo>
                  <a:pt x="994" y="1718"/>
                </a:lnTo>
                <a:lnTo>
                  <a:pt x="971" y="1714"/>
                </a:lnTo>
                <a:lnTo>
                  <a:pt x="947" y="1712"/>
                </a:lnTo>
                <a:lnTo>
                  <a:pt x="916" y="1709"/>
                </a:lnTo>
                <a:lnTo>
                  <a:pt x="878" y="1708"/>
                </a:lnTo>
                <a:lnTo>
                  <a:pt x="833" y="1708"/>
                </a:lnTo>
                <a:lnTo>
                  <a:pt x="782" y="1708"/>
                </a:lnTo>
                <a:lnTo>
                  <a:pt x="727" y="1709"/>
                </a:lnTo>
                <a:lnTo>
                  <a:pt x="669" y="1711"/>
                </a:lnTo>
                <a:lnTo>
                  <a:pt x="610" y="1714"/>
                </a:lnTo>
                <a:lnTo>
                  <a:pt x="548" y="1718"/>
                </a:lnTo>
                <a:lnTo>
                  <a:pt x="488" y="1722"/>
                </a:lnTo>
                <a:lnTo>
                  <a:pt x="430" y="1727"/>
                </a:lnTo>
                <a:lnTo>
                  <a:pt x="373" y="1734"/>
                </a:lnTo>
                <a:lnTo>
                  <a:pt x="321" y="1741"/>
                </a:lnTo>
                <a:lnTo>
                  <a:pt x="274" y="1750"/>
                </a:lnTo>
                <a:lnTo>
                  <a:pt x="233" y="1759"/>
                </a:lnTo>
                <a:lnTo>
                  <a:pt x="216" y="1764"/>
                </a:lnTo>
                <a:lnTo>
                  <a:pt x="199" y="1770"/>
                </a:lnTo>
                <a:lnTo>
                  <a:pt x="185" y="1776"/>
                </a:lnTo>
                <a:lnTo>
                  <a:pt x="174" y="1782"/>
                </a:lnTo>
                <a:lnTo>
                  <a:pt x="163" y="1789"/>
                </a:lnTo>
                <a:lnTo>
                  <a:pt x="155" y="1800"/>
                </a:lnTo>
                <a:lnTo>
                  <a:pt x="147" y="1811"/>
                </a:lnTo>
                <a:lnTo>
                  <a:pt x="139" y="1826"/>
                </a:lnTo>
                <a:lnTo>
                  <a:pt x="131" y="1842"/>
                </a:lnTo>
                <a:lnTo>
                  <a:pt x="126" y="1860"/>
                </a:lnTo>
                <a:lnTo>
                  <a:pt x="121" y="1880"/>
                </a:lnTo>
                <a:lnTo>
                  <a:pt x="116" y="1901"/>
                </a:lnTo>
                <a:lnTo>
                  <a:pt x="113" y="1924"/>
                </a:lnTo>
                <a:lnTo>
                  <a:pt x="110" y="1948"/>
                </a:lnTo>
                <a:lnTo>
                  <a:pt x="109" y="1972"/>
                </a:lnTo>
                <a:lnTo>
                  <a:pt x="108" y="1997"/>
                </a:lnTo>
                <a:lnTo>
                  <a:pt x="108" y="2023"/>
                </a:lnTo>
                <a:lnTo>
                  <a:pt x="109" y="2051"/>
                </a:lnTo>
                <a:lnTo>
                  <a:pt x="110" y="2077"/>
                </a:lnTo>
                <a:lnTo>
                  <a:pt x="114" y="2104"/>
                </a:lnTo>
                <a:lnTo>
                  <a:pt x="117" y="2131"/>
                </a:lnTo>
                <a:lnTo>
                  <a:pt x="122" y="2158"/>
                </a:lnTo>
                <a:lnTo>
                  <a:pt x="127" y="2185"/>
                </a:lnTo>
                <a:lnTo>
                  <a:pt x="134" y="2211"/>
                </a:lnTo>
                <a:lnTo>
                  <a:pt x="141" y="2236"/>
                </a:lnTo>
                <a:lnTo>
                  <a:pt x="150" y="2260"/>
                </a:lnTo>
                <a:lnTo>
                  <a:pt x="160" y="2284"/>
                </a:lnTo>
                <a:lnTo>
                  <a:pt x="171" y="2305"/>
                </a:lnTo>
                <a:lnTo>
                  <a:pt x="182" y="2327"/>
                </a:lnTo>
                <a:lnTo>
                  <a:pt x="194" y="2346"/>
                </a:lnTo>
                <a:lnTo>
                  <a:pt x="208" y="2363"/>
                </a:lnTo>
                <a:lnTo>
                  <a:pt x="223" y="2380"/>
                </a:lnTo>
                <a:lnTo>
                  <a:pt x="239" y="2393"/>
                </a:lnTo>
                <a:lnTo>
                  <a:pt x="256" y="2405"/>
                </a:lnTo>
                <a:lnTo>
                  <a:pt x="275" y="2414"/>
                </a:lnTo>
                <a:lnTo>
                  <a:pt x="284" y="2418"/>
                </a:lnTo>
                <a:lnTo>
                  <a:pt x="294" y="2422"/>
                </a:lnTo>
                <a:lnTo>
                  <a:pt x="335" y="2432"/>
                </a:lnTo>
                <a:lnTo>
                  <a:pt x="383" y="2442"/>
                </a:lnTo>
                <a:lnTo>
                  <a:pt x="432" y="2450"/>
                </a:lnTo>
                <a:lnTo>
                  <a:pt x="486" y="2458"/>
                </a:lnTo>
                <a:lnTo>
                  <a:pt x="541" y="2464"/>
                </a:lnTo>
                <a:lnTo>
                  <a:pt x="598" y="2471"/>
                </a:lnTo>
                <a:lnTo>
                  <a:pt x="655" y="2476"/>
                </a:lnTo>
                <a:lnTo>
                  <a:pt x="712" y="2481"/>
                </a:lnTo>
                <a:lnTo>
                  <a:pt x="822" y="2487"/>
                </a:lnTo>
                <a:lnTo>
                  <a:pt x="923" y="2490"/>
                </a:lnTo>
                <a:lnTo>
                  <a:pt x="1006" y="2491"/>
                </a:lnTo>
                <a:lnTo>
                  <a:pt x="1040" y="2490"/>
                </a:lnTo>
                <a:lnTo>
                  <a:pt x="1066" y="2489"/>
                </a:lnTo>
                <a:lnTo>
                  <a:pt x="1135" y="2486"/>
                </a:lnTo>
                <a:lnTo>
                  <a:pt x="1195" y="2483"/>
                </a:lnTo>
                <a:lnTo>
                  <a:pt x="1153" y="2533"/>
                </a:lnTo>
                <a:lnTo>
                  <a:pt x="1106" y="2586"/>
                </a:lnTo>
                <a:lnTo>
                  <a:pt x="1060" y="2644"/>
                </a:lnTo>
                <a:lnTo>
                  <a:pt x="1012" y="2706"/>
                </a:lnTo>
                <a:lnTo>
                  <a:pt x="963" y="2770"/>
                </a:lnTo>
                <a:lnTo>
                  <a:pt x="913" y="2837"/>
                </a:lnTo>
                <a:lnTo>
                  <a:pt x="866" y="2908"/>
                </a:lnTo>
                <a:lnTo>
                  <a:pt x="819" y="2981"/>
                </a:lnTo>
                <a:lnTo>
                  <a:pt x="772" y="3054"/>
                </a:lnTo>
                <a:lnTo>
                  <a:pt x="730" y="3130"/>
                </a:lnTo>
                <a:lnTo>
                  <a:pt x="708" y="3168"/>
                </a:lnTo>
                <a:lnTo>
                  <a:pt x="688" y="3206"/>
                </a:lnTo>
                <a:lnTo>
                  <a:pt x="669" y="3245"/>
                </a:lnTo>
                <a:lnTo>
                  <a:pt x="652" y="3283"/>
                </a:lnTo>
                <a:lnTo>
                  <a:pt x="634" y="3322"/>
                </a:lnTo>
                <a:lnTo>
                  <a:pt x="617" y="3360"/>
                </a:lnTo>
                <a:lnTo>
                  <a:pt x="603" y="3399"/>
                </a:lnTo>
                <a:lnTo>
                  <a:pt x="589" y="3437"/>
                </a:lnTo>
                <a:lnTo>
                  <a:pt x="576" y="3475"/>
                </a:lnTo>
                <a:lnTo>
                  <a:pt x="564" y="3513"/>
                </a:lnTo>
                <a:lnTo>
                  <a:pt x="554" y="3551"/>
                </a:lnTo>
                <a:lnTo>
                  <a:pt x="545" y="3589"/>
                </a:lnTo>
                <a:lnTo>
                  <a:pt x="505" y="3623"/>
                </a:lnTo>
                <a:lnTo>
                  <a:pt x="467" y="3657"/>
                </a:lnTo>
                <a:lnTo>
                  <a:pt x="431" y="3693"/>
                </a:lnTo>
                <a:lnTo>
                  <a:pt x="398" y="3727"/>
                </a:lnTo>
                <a:lnTo>
                  <a:pt x="366" y="3762"/>
                </a:lnTo>
                <a:lnTo>
                  <a:pt x="336" y="3797"/>
                </a:lnTo>
                <a:lnTo>
                  <a:pt x="308" y="3831"/>
                </a:lnTo>
                <a:lnTo>
                  <a:pt x="282" y="3866"/>
                </a:lnTo>
                <a:lnTo>
                  <a:pt x="258" y="3900"/>
                </a:lnTo>
                <a:lnTo>
                  <a:pt x="235" y="3935"/>
                </a:lnTo>
                <a:lnTo>
                  <a:pt x="213" y="3969"/>
                </a:lnTo>
                <a:lnTo>
                  <a:pt x="194" y="4002"/>
                </a:lnTo>
                <a:lnTo>
                  <a:pt x="177" y="4035"/>
                </a:lnTo>
                <a:lnTo>
                  <a:pt x="160" y="4068"/>
                </a:lnTo>
                <a:lnTo>
                  <a:pt x="145" y="4100"/>
                </a:lnTo>
                <a:lnTo>
                  <a:pt x="130" y="4132"/>
                </a:lnTo>
                <a:lnTo>
                  <a:pt x="117" y="4164"/>
                </a:lnTo>
                <a:lnTo>
                  <a:pt x="105" y="4194"/>
                </a:lnTo>
                <a:lnTo>
                  <a:pt x="95" y="4225"/>
                </a:lnTo>
                <a:lnTo>
                  <a:pt x="85" y="4254"/>
                </a:lnTo>
                <a:lnTo>
                  <a:pt x="70" y="4310"/>
                </a:lnTo>
                <a:lnTo>
                  <a:pt x="57" y="4363"/>
                </a:lnTo>
                <a:lnTo>
                  <a:pt x="47" y="4413"/>
                </a:lnTo>
                <a:lnTo>
                  <a:pt x="40" y="4458"/>
                </a:lnTo>
                <a:lnTo>
                  <a:pt x="34" y="4498"/>
                </a:lnTo>
                <a:lnTo>
                  <a:pt x="30" y="4535"/>
                </a:lnTo>
                <a:lnTo>
                  <a:pt x="24" y="4599"/>
                </a:lnTo>
                <a:lnTo>
                  <a:pt x="18" y="4687"/>
                </a:lnTo>
                <a:lnTo>
                  <a:pt x="12" y="4792"/>
                </a:lnTo>
                <a:lnTo>
                  <a:pt x="6" y="4914"/>
                </a:lnTo>
                <a:lnTo>
                  <a:pt x="2" y="5049"/>
                </a:lnTo>
                <a:lnTo>
                  <a:pt x="0" y="5196"/>
                </a:lnTo>
                <a:lnTo>
                  <a:pt x="0" y="5349"/>
                </a:lnTo>
                <a:lnTo>
                  <a:pt x="1" y="5429"/>
                </a:lnTo>
                <a:lnTo>
                  <a:pt x="4" y="5508"/>
                </a:lnTo>
                <a:lnTo>
                  <a:pt x="6" y="5587"/>
                </a:lnTo>
                <a:lnTo>
                  <a:pt x="11" y="5668"/>
                </a:lnTo>
                <a:lnTo>
                  <a:pt x="15" y="5747"/>
                </a:lnTo>
                <a:lnTo>
                  <a:pt x="21" y="5827"/>
                </a:lnTo>
                <a:lnTo>
                  <a:pt x="28" y="5905"/>
                </a:lnTo>
                <a:lnTo>
                  <a:pt x="37" y="5982"/>
                </a:lnTo>
                <a:lnTo>
                  <a:pt x="46" y="6057"/>
                </a:lnTo>
                <a:lnTo>
                  <a:pt x="58" y="6130"/>
                </a:lnTo>
                <a:lnTo>
                  <a:pt x="70" y="6201"/>
                </a:lnTo>
                <a:lnTo>
                  <a:pt x="84" y="6269"/>
                </a:lnTo>
                <a:lnTo>
                  <a:pt x="101" y="6334"/>
                </a:lnTo>
                <a:lnTo>
                  <a:pt x="117" y="6394"/>
                </a:lnTo>
                <a:lnTo>
                  <a:pt x="127" y="6424"/>
                </a:lnTo>
                <a:lnTo>
                  <a:pt x="136" y="6452"/>
                </a:lnTo>
                <a:lnTo>
                  <a:pt x="147" y="6479"/>
                </a:lnTo>
                <a:lnTo>
                  <a:pt x="158" y="6506"/>
                </a:lnTo>
                <a:lnTo>
                  <a:pt x="168" y="6530"/>
                </a:lnTo>
                <a:lnTo>
                  <a:pt x="180" y="6554"/>
                </a:lnTo>
                <a:lnTo>
                  <a:pt x="192" y="6577"/>
                </a:lnTo>
                <a:lnTo>
                  <a:pt x="205" y="6598"/>
                </a:lnTo>
                <a:lnTo>
                  <a:pt x="211" y="6606"/>
                </a:lnTo>
                <a:lnTo>
                  <a:pt x="218" y="6615"/>
                </a:lnTo>
                <a:lnTo>
                  <a:pt x="226" y="6622"/>
                </a:lnTo>
                <a:lnTo>
                  <a:pt x="236" y="6630"/>
                </a:lnTo>
                <a:lnTo>
                  <a:pt x="246" y="6638"/>
                </a:lnTo>
                <a:lnTo>
                  <a:pt x="257" y="6645"/>
                </a:lnTo>
                <a:lnTo>
                  <a:pt x="284" y="6661"/>
                </a:lnTo>
                <a:lnTo>
                  <a:pt x="315" y="6676"/>
                </a:lnTo>
                <a:lnTo>
                  <a:pt x="351" y="6690"/>
                </a:lnTo>
                <a:lnTo>
                  <a:pt x="389" y="6705"/>
                </a:lnTo>
                <a:lnTo>
                  <a:pt x="431" y="6718"/>
                </a:lnTo>
                <a:lnTo>
                  <a:pt x="431" y="8072"/>
                </a:lnTo>
                <a:lnTo>
                  <a:pt x="432" y="8088"/>
                </a:lnTo>
                <a:lnTo>
                  <a:pt x="435" y="8105"/>
                </a:lnTo>
                <a:lnTo>
                  <a:pt x="437" y="8120"/>
                </a:lnTo>
                <a:lnTo>
                  <a:pt x="442" y="8135"/>
                </a:lnTo>
                <a:lnTo>
                  <a:pt x="448" y="8149"/>
                </a:lnTo>
                <a:lnTo>
                  <a:pt x="455" y="8163"/>
                </a:lnTo>
                <a:lnTo>
                  <a:pt x="463" y="8175"/>
                </a:lnTo>
                <a:lnTo>
                  <a:pt x="473" y="8187"/>
                </a:lnTo>
                <a:lnTo>
                  <a:pt x="482" y="8196"/>
                </a:lnTo>
                <a:lnTo>
                  <a:pt x="493" y="8206"/>
                </a:lnTo>
                <a:lnTo>
                  <a:pt x="505" y="8214"/>
                </a:lnTo>
                <a:lnTo>
                  <a:pt x="517" y="8221"/>
                </a:lnTo>
                <a:lnTo>
                  <a:pt x="530" y="8226"/>
                </a:lnTo>
                <a:lnTo>
                  <a:pt x="543" y="8231"/>
                </a:lnTo>
                <a:lnTo>
                  <a:pt x="557" y="8233"/>
                </a:lnTo>
                <a:lnTo>
                  <a:pt x="571" y="8233"/>
                </a:lnTo>
                <a:lnTo>
                  <a:pt x="1929" y="8233"/>
                </a:lnTo>
                <a:lnTo>
                  <a:pt x="1943" y="8233"/>
                </a:lnTo>
                <a:lnTo>
                  <a:pt x="1957" y="8231"/>
                </a:lnTo>
                <a:lnTo>
                  <a:pt x="1970" y="8226"/>
                </a:lnTo>
                <a:lnTo>
                  <a:pt x="1983" y="8221"/>
                </a:lnTo>
                <a:lnTo>
                  <a:pt x="1995" y="8214"/>
                </a:lnTo>
                <a:lnTo>
                  <a:pt x="2007" y="8206"/>
                </a:lnTo>
                <a:lnTo>
                  <a:pt x="2017" y="8196"/>
                </a:lnTo>
                <a:lnTo>
                  <a:pt x="2027" y="8187"/>
                </a:lnTo>
                <a:lnTo>
                  <a:pt x="2036" y="8175"/>
                </a:lnTo>
                <a:lnTo>
                  <a:pt x="2045" y="8163"/>
                </a:lnTo>
                <a:lnTo>
                  <a:pt x="2051" y="8149"/>
                </a:lnTo>
                <a:lnTo>
                  <a:pt x="2057" y="8135"/>
                </a:lnTo>
                <a:lnTo>
                  <a:pt x="2061" y="8120"/>
                </a:lnTo>
                <a:lnTo>
                  <a:pt x="2065" y="8105"/>
                </a:lnTo>
                <a:lnTo>
                  <a:pt x="2067" y="8088"/>
                </a:lnTo>
                <a:lnTo>
                  <a:pt x="2068" y="8072"/>
                </a:lnTo>
                <a:lnTo>
                  <a:pt x="2068" y="6924"/>
                </a:lnTo>
                <a:lnTo>
                  <a:pt x="2335" y="6940"/>
                </a:lnTo>
                <a:lnTo>
                  <a:pt x="2606" y="6953"/>
                </a:lnTo>
                <a:lnTo>
                  <a:pt x="2881" y="6965"/>
                </a:lnTo>
                <a:lnTo>
                  <a:pt x="3155" y="6975"/>
                </a:lnTo>
                <a:lnTo>
                  <a:pt x="3426" y="6984"/>
                </a:lnTo>
                <a:lnTo>
                  <a:pt x="3693" y="6991"/>
                </a:lnTo>
                <a:lnTo>
                  <a:pt x="3952" y="6997"/>
                </a:lnTo>
                <a:lnTo>
                  <a:pt x="4200" y="7002"/>
                </a:lnTo>
                <a:lnTo>
                  <a:pt x="4435" y="7006"/>
                </a:lnTo>
                <a:lnTo>
                  <a:pt x="4656" y="7008"/>
                </a:lnTo>
                <a:lnTo>
                  <a:pt x="5038" y="7011"/>
                </a:lnTo>
                <a:lnTo>
                  <a:pt x="5330" y="7013"/>
                </a:lnTo>
                <a:lnTo>
                  <a:pt x="5507" y="7013"/>
                </a:lnTo>
                <a:lnTo>
                  <a:pt x="5685" y="7013"/>
                </a:lnTo>
                <a:lnTo>
                  <a:pt x="5977" y="7011"/>
                </a:lnTo>
                <a:lnTo>
                  <a:pt x="6360" y="7008"/>
                </a:lnTo>
                <a:lnTo>
                  <a:pt x="6581" y="7006"/>
                </a:lnTo>
                <a:lnTo>
                  <a:pt x="6815" y="7002"/>
                </a:lnTo>
                <a:lnTo>
                  <a:pt x="7064" y="6997"/>
                </a:lnTo>
                <a:lnTo>
                  <a:pt x="7322" y="6991"/>
                </a:lnTo>
                <a:lnTo>
                  <a:pt x="7589" y="6984"/>
                </a:lnTo>
                <a:lnTo>
                  <a:pt x="7860" y="6975"/>
                </a:lnTo>
                <a:lnTo>
                  <a:pt x="8135" y="6965"/>
                </a:lnTo>
                <a:lnTo>
                  <a:pt x="8409" y="6953"/>
                </a:lnTo>
                <a:lnTo>
                  <a:pt x="8680" y="6940"/>
                </a:lnTo>
                <a:lnTo>
                  <a:pt x="8948" y="6924"/>
                </a:lnTo>
                <a:lnTo>
                  <a:pt x="8948" y="8072"/>
                </a:lnTo>
                <a:lnTo>
                  <a:pt x="8948" y="8088"/>
                </a:lnTo>
                <a:lnTo>
                  <a:pt x="8950" y="8105"/>
                </a:lnTo>
                <a:lnTo>
                  <a:pt x="8954" y="8120"/>
                </a:lnTo>
                <a:lnTo>
                  <a:pt x="8958" y="8135"/>
                </a:lnTo>
                <a:lnTo>
                  <a:pt x="8964" y="8149"/>
                </a:lnTo>
                <a:lnTo>
                  <a:pt x="8971" y="8163"/>
                </a:lnTo>
                <a:lnTo>
                  <a:pt x="8979" y="8175"/>
                </a:lnTo>
                <a:lnTo>
                  <a:pt x="8988" y="8187"/>
                </a:lnTo>
                <a:lnTo>
                  <a:pt x="8997" y="8196"/>
                </a:lnTo>
                <a:lnTo>
                  <a:pt x="9008" y="8206"/>
                </a:lnTo>
                <a:lnTo>
                  <a:pt x="9020" y="8214"/>
                </a:lnTo>
                <a:lnTo>
                  <a:pt x="9032" y="8221"/>
                </a:lnTo>
                <a:lnTo>
                  <a:pt x="9045" y="8226"/>
                </a:lnTo>
                <a:lnTo>
                  <a:pt x="9058" y="8231"/>
                </a:lnTo>
                <a:lnTo>
                  <a:pt x="9072" y="8233"/>
                </a:lnTo>
                <a:lnTo>
                  <a:pt x="9086" y="8233"/>
                </a:lnTo>
                <a:lnTo>
                  <a:pt x="10444" y="8233"/>
                </a:lnTo>
                <a:lnTo>
                  <a:pt x="10458" y="8233"/>
                </a:lnTo>
                <a:lnTo>
                  <a:pt x="10472" y="8231"/>
                </a:lnTo>
                <a:lnTo>
                  <a:pt x="10485" y="8226"/>
                </a:lnTo>
                <a:lnTo>
                  <a:pt x="10498" y="8221"/>
                </a:lnTo>
                <a:lnTo>
                  <a:pt x="10510" y="8214"/>
                </a:lnTo>
                <a:lnTo>
                  <a:pt x="10522" y="8206"/>
                </a:lnTo>
                <a:lnTo>
                  <a:pt x="10533" y="8196"/>
                </a:lnTo>
                <a:lnTo>
                  <a:pt x="10542" y="8187"/>
                </a:lnTo>
                <a:lnTo>
                  <a:pt x="10552" y="8175"/>
                </a:lnTo>
                <a:lnTo>
                  <a:pt x="10560" y="8163"/>
                </a:lnTo>
                <a:lnTo>
                  <a:pt x="10567" y="8149"/>
                </a:lnTo>
                <a:lnTo>
                  <a:pt x="10573" y="8135"/>
                </a:lnTo>
                <a:lnTo>
                  <a:pt x="10577" y="8120"/>
                </a:lnTo>
                <a:lnTo>
                  <a:pt x="10580" y="8105"/>
                </a:lnTo>
                <a:lnTo>
                  <a:pt x="10583" y="8088"/>
                </a:lnTo>
                <a:lnTo>
                  <a:pt x="10584" y="8072"/>
                </a:lnTo>
                <a:lnTo>
                  <a:pt x="10584" y="6718"/>
                </a:lnTo>
                <a:lnTo>
                  <a:pt x="10626" y="6705"/>
                </a:lnTo>
                <a:lnTo>
                  <a:pt x="10665" y="6690"/>
                </a:lnTo>
                <a:lnTo>
                  <a:pt x="10700" y="6676"/>
                </a:lnTo>
                <a:lnTo>
                  <a:pt x="10731" y="6661"/>
                </a:lnTo>
                <a:lnTo>
                  <a:pt x="10758" y="6645"/>
                </a:lnTo>
                <a:lnTo>
                  <a:pt x="10770" y="6638"/>
                </a:lnTo>
                <a:lnTo>
                  <a:pt x="10780" y="6630"/>
                </a:lnTo>
                <a:lnTo>
                  <a:pt x="10790" y="6622"/>
                </a:lnTo>
                <a:lnTo>
                  <a:pt x="10798" y="6615"/>
                </a:lnTo>
                <a:lnTo>
                  <a:pt x="10805" y="6606"/>
                </a:lnTo>
                <a:lnTo>
                  <a:pt x="10811" y="6598"/>
                </a:lnTo>
                <a:lnTo>
                  <a:pt x="10823" y="6577"/>
                </a:lnTo>
                <a:lnTo>
                  <a:pt x="10835" y="6554"/>
                </a:lnTo>
                <a:lnTo>
                  <a:pt x="10847" y="6530"/>
                </a:lnTo>
                <a:lnTo>
                  <a:pt x="10859" y="6506"/>
                </a:lnTo>
                <a:lnTo>
                  <a:pt x="10869" y="6479"/>
                </a:lnTo>
                <a:lnTo>
                  <a:pt x="10879" y="6452"/>
                </a:lnTo>
                <a:lnTo>
                  <a:pt x="10888" y="6424"/>
                </a:lnTo>
                <a:lnTo>
                  <a:pt x="10898" y="6394"/>
                </a:lnTo>
                <a:lnTo>
                  <a:pt x="10915" y="6334"/>
                </a:lnTo>
                <a:lnTo>
                  <a:pt x="10931" y="6269"/>
                </a:lnTo>
                <a:lnTo>
                  <a:pt x="10945" y="6201"/>
                </a:lnTo>
                <a:lnTo>
                  <a:pt x="10957" y="6130"/>
                </a:lnTo>
                <a:lnTo>
                  <a:pt x="10969" y="6057"/>
                </a:lnTo>
                <a:lnTo>
                  <a:pt x="10978" y="5982"/>
                </a:lnTo>
                <a:lnTo>
                  <a:pt x="10987" y="5905"/>
                </a:lnTo>
                <a:lnTo>
                  <a:pt x="10994" y="5827"/>
                </a:lnTo>
                <a:lnTo>
                  <a:pt x="11000" y="5747"/>
                </a:lnTo>
                <a:lnTo>
                  <a:pt x="11004" y="5668"/>
                </a:lnTo>
                <a:lnTo>
                  <a:pt x="11009" y="5587"/>
                </a:lnTo>
                <a:lnTo>
                  <a:pt x="11011" y="5508"/>
                </a:lnTo>
                <a:lnTo>
                  <a:pt x="11014" y="5429"/>
                </a:lnTo>
                <a:lnTo>
                  <a:pt x="11015" y="5349"/>
                </a:lnTo>
                <a:lnTo>
                  <a:pt x="11015" y="5196"/>
                </a:lnTo>
                <a:lnTo>
                  <a:pt x="11013" y="5049"/>
                </a:lnTo>
                <a:lnTo>
                  <a:pt x="11009" y="4914"/>
                </a:lnTo>
                <a:lnTo>
                  <a:pt x="11003" y="4792"/>
                </a:lnTo>
                <a:lnTo>
                  <a:pt x="10997" y="4687"/>
                </a:lnTo>
                <a:lnTo>
                  <a:pt x="10991" y="4599"/>
                </a:lnTo>
                <a:lnTo>
                  <a:pt x="10985" y="4535"/>
                </a:lnTo>
                <a:close/>
                <a:moveTo>
                  <a:pt x="2546" y="515"/>
                </a:moveTo>
                <a:lnTo>
                  <a:pt x="2546" y="515"/>
                </a:lnTo>
                <a:lnTo>
                  <a:pt x="2701" y="503"/>
                </a:lnTo>
                <a:lnTo>
                  <a:pt x="2798" y="497"/>
                </a:lnTo>
                <a:lnTo>
                  <a:pt x="2908" y="491"/>
                </a:lnTo>
                <a:lnTo>
                  <a:pt x="3033" y="486"/>
                </a:lnTo>
                <a:lnTo>
                  <a:pt x="3171" y="480"/>
                </a:lnTo>
                <a:lnTo>
                  <a:pt x="3327" y="474"/>
                </a:lnTo>
                <a:lnTo>
                  <a:pt x="3497" y="469"/>
                </a:lnTo>
                <a:lnTo>
                  <a:pt x="3684" y="463"/>
                </a:lnTo>
                <a:lnTo>
                  <a:pt x="3890" y="458"/>
                </a:lnTo>
                <a:lnTo>
                  <a:pt x="4113" y="454"/>
                </a:lnTo>
                <a:lnTo>
                  <a:pt x="4355" y="450"/>
                </a:lnTo>
                <a:lnTo>
                  <a:pt x="4617" y="448"/>
                </a:lnTo>
                <a:lnTo>
                  <a:pt x="4899" y="445"/>
                </a:lnTo>
                <a:lnTo>
                  <a:pt x="5202" y="443"/>
                </a:lnTo>
                <a:lnTo>
                  <a:pt x="5526" y="443"/>
                </a:lnTo>
                <a:lnTo>
                  <a:pt x="5847" y="443"/>
                </a:lnTo>
                <a:lnTo>
                  <a:pt x="6147" y="445"/>
                </a:lnTo>
                <a:lnTo>
                  <a:pt x="6426" y="448"/>
                </a:lnTo>
                <a:lnTo>
                  <a:pt x="6684" y="450"/>
                </a:lnTo>
                <a:lnTo>
                  <a:pt x="6923" y="454"/>
                </a:lnTo>
                <a:lnTo>
                  <a:pt x="7143" y="458"/>
                </a:lnTo>
                <a:lnTo>
                  <a:pt x="7346" y="463"/>
                </a:lnTo>
                <a:lnTo>
                  <a:pt x="7531" y="468"/>
                </a:lnTo>
                <a:lnTo>
                  <a:pt x="7699" y="474"/>
                </a:lnTo>
                <a:lnTo>
                  <a:pt x="7852" y="480"/>
                </a:lnTo>
                <a:lnTo>
                  <a:pt x="7989" y="486"/>
                </a:lnTo>
                <a:lnTo>
                  <a:pt x="8111" y="491"/>
                </a:lnTo>
                <a:lnTo>
                  <a:pt x="8315" y="503"/>
                </a:lnTo>
                <a:lnTo>
                  <a:pt x="8469" y="514"/>
                </a:lnTo>
                <a:lnTo>
                  <a:pt x="8496" y="537"/>
                </a:lnTo>
                <a:lnTo>
                  <a:pt x="8524" y="563"/>
                </a:lnTo>
                <a:lnTo>
                  <a:pt x="8552" y="591"/>
                </a:lnTo>
                <a:lnTo>
                  <a:pt x="8580" y="624"/>
                </a:lnTo>
                <a:lnTo>
                  <a:pt x="8609" y="661"/>
                </a:lnTo>
                <a:lnTo>
                  <a:pt x="8639" y="700"/>
                </a:lnTo>
                <a:lnTo>
                  <a:pt x="8667" y="743"/>
                </a:lnTo>
                <a:lnTo>
                  <a:pt x="8697" y="788"/>
                </a:lnTo>
                <a:lnTo>
                  <a:pt x="8726" y="836"/>
                </a:lnTo>
                <a:lnTo>
                  <a:pt x="8756" y="886"/>
                </a:lnTo>
                <a:lnTo>
                  <a:pt x="8785" y="939"/>
                </a:lnTo>
                <a:lnTo>
                  <a:pt x="8815" y="994"/>
                </a:lnTo>
                <a:lnTo>
                  <a:pt x="8845" y="1052"/>
                </a:lnTo>
                <a:lnTo>
                  <a:pt x="8874" y="1110"/>
                </a:lnTo>
                <a:lnTo>
                  <a:pt x="8903" y="1172"/>
                </a:lnTo>
                <a:lnTo>
                  <a:pt x="8932" y="1233"/>
                </a:lnTo>
                <a:lnTo>
                  <a:pt x="8961" y="1297"/>
                </a:lnTo>
                <a:lnTo>
                  <a:pt x="8990" y="1362"/>
                </a:lnTo>
                <a:lnTo>
                  <a:pt x="9046" y="1496"/>
                </a:lnTo>
                <a:lnTo>
                  <a:pt x="9102" y="1632"/>
                </a:lnTo>
                <a:lnTo>
                  <a:pt x="9155" y="1771"/>
                </a:lnTo>
                <a:lnTo>
                  <a:pt x="9206" y="1911"/>
                </a:lnTo>
                <a:lnTo>
                  <a:pt x="9255" y="2049"/>
                </a:lnTo>
                <a:lnTo>
                  <a:pt x="9301" y="2187"/>
                </a:lnTo>
                <a:lnTo>
                  <a:pt x="9343" y="2321"/>
                </a:lnTo>
                <a:lnTo>
                  <a:pt x="9150" y="2328"/>
                </a:lnTo>
                <a:lnTo>
                  <a:pt x="8919" y="2334"/>
                </a:lnTo>
                <a:lnTo>
                  <a:pt x="8656" y="2340"/>
                </a:lnTo>
                <a:lnTo>
                  <a:pt x="8368" y="2346"/>
                </a:lnTo>
                <a:lnTo>
                  <a:pt x="7748" y="2355"/>
                </a:lnTo>
                <a:lnTo>
                  <a:pt x="7109" y="2362"/>
                </a:lnTo>
                <a:lnTo>
                  <a:pt x="6511" y="2368"/>
                </a:lnTo>
                <a:lnTo>
                  <a:pt x="6007" y="2372"/>
                </a:lnTo>
                <a:lnTo>
                  <a:pt x="5507" y="2375"/>
                </a:lnTo>
                <a:lnTo>
                  <a:pt x="5008" y="2372"/>
                </a:lnTo>
                <a:lnTo>
                  <a:pt x="4504" y="2368"/>
                </a:lnTo>
                <a:lnTo>
                  <a:pt x="3906" y="2362"/>
                </a:lnTo>
                <a:lnTo>
                  <a:pt x="3268" y="2355"/>
                </a:lnTo>
                <a:lnTo>
                  <a:pt x="2647" y="2346"/>
                </a:lnTo>
                <a:lnTo>
                  <a:pt x="2359" y="2340"/>
                </a:lnTo>
                <a:lnTo>
                  <a:pt x="2096" y="2334"/>
                </a:lnTo>
                <a:lnTo>
                  <a:pt x="1865" y="2328"/>
                </a:lnTo>
                <a:lnTo>
                  <a:pt x="1673" y="2321"/>
                </a:lnTo>
                <a:lnTo>
                  <a:pt x="1715" y="2187"/>
                </a:lnTo>
                <a:lnTo>
                  <a:pt x="1760" y="2049"/>
                </a:lnTo>
                <a:lnTo>
                  <a:pt x="1809" y="1911"/>
                </a:lnTo>
                <a:lnTo>
                  <a:pt x="1860" y="1772"/>
                </a:lnTo>
                <a:lnTo>
                  <a:pt x="1913" y="1634"/>
                </a:lnTo>
                <a:lnTo>
                  <a:pt x="1968" y="1497"/>
                </a:lnTo>
                <a:lnTo>
                  <a:pt x="2025" y="1363"/>
                </a:lnTo>
                <a:lnTo>
                  <a:pt x="2053" y="1298"/>
                </a:lnTo>
                <a:lnTo>
                  <a:pt x="2083" y="1236"/>
                </a:lnTo>
                <a:lnTo>
                  <a:pt x="2111" y="1173"/>
                </a:lnTo>
                <a:lnTo>
                  <a:pt x="2141" y="1112"/>
                </a:lnTo>
                <a:lnTo>
                  <a:pt x="2170" y="1053"/>
                </a:lnTo>
                <a:lnTo>
                  <a:pt x="2200" y="996"/>
                </a:lnTo>
                <a:lnTo>
                  <a:pt x="2230" y="941"/>
                </a:lnTo>
                <a:lnTo>
                  <a:pt x="2259" y="888"/>
                </a:lnTo>
                <a:lnTo>
                  <a:pt x="2288" y="837"/>
                </a:lnTo>
                <a:lnTo>
                  <a:pt x="2317" y="790"/>
                </a:lnTo>
                <a:lnTo>
                  <a:pt x="2347" y="744"/>
                </a:lnTo>
                <a:lnTo>
                  <a:pt x="2376" y="701"/>
                </a:lnTo>
                <a:lnTo>
                  <a:pt x="2405" y="662"/>
                </a:lnTo>
                <a:lnTo>
                  <a:pt x="2433" y="625"/>
                </a:lnTo>
                <a:lnTo>
                  <a:pt x="2462" y="593"/>
                </a:lnTo>
                <a:lnTo>
                  <a:pt x="2490" y="564"/>
                </a:lnTo>
                <a:lnTo>
                  <a:pt x="2517" y="538"/>
                </a:lnTo>
                <a:lnTo>
                  <a:pt x="2546" y="515"/>
                </a:lnTo>
                <a:close/>
                <a:moveTo>
                  <a:pt x="1066" y="6335"/>
                </a:moveTo>
                <a:lnTo>
                  <a:pt x="1066" y="6335"/>
                </a:lnTo>
                <a:lnTo>
                  <a:pt x="1045" y="6335"/>
                </a:lnTo>
                <a:lnTo>
                  <a:pt x="1024" y="6334"/>
                </a:lnTo>
                <a:lnTo>
                  <a:pt x="1001" y="6330"/>
                </a:lnTo>
                <a:lnTo>
                  <a:pt x="981" y="6327"/>
                </a:lnTo>
                <a:lnTo>
                  <a:pt x="960" y="6322"/>
                </a:lnTo>
                <a:lnTo>
                  <a:pt x="939" y="6316"/>
                </a:lnTo>
                <a:lnTo>
                  <a:pt x="919" y="6310"/>
                </a:lnTo>
                <a:lnTo>
                  <a:pt x="900" y="6302"/>
                </a:lnTo>
                <a:lnTo>
                  <a:pt x="881" y="6293"/>
                </a:lnTo>
                <a:lnTo>
                  <a:pt x="864" y="6284"/>
                </a:lnTo>
                <a:lnTo>
                  <a:pt x="845" y="6273"/>
                </a:lnTo>
                <a:lnTo>
                  <a:pt x="828" y="6263"/>
                </a:lnTo>
                <a:lnTo>
                  <a:pt x="811" y="6251"/>
                </a:lnTo>
                <a:lnTo>
                  <a:pt x="795" y="6238"/>
                </a:lnTo>
                <a:lnTo>
                  <a:pt x="779" y="6225"/>
                </a:lnTo>
                <a:lnTo>
                  <a:pt x="764" y="6211"/>
                </a:lnTo>
                <a:lnTo>
                  <a:pt x="751" y="6195"/>
                </a:lnTo>
                <a:lnTo>
                  <a:pt x="737" y="6180"/>
                </a:lnTo>
                <a:lnTo>
                  <a:pt x="724" y="6164"/>
                </a:lnTo>
                <a:lnTo>
                  <a:pt x="712" y="6148"/>
                </a:lnTo>
                <a:lnTo>
                  <a:pt x="701" y="6130"/>
                </a:lnTo>
                <a:lnTo>
                  <a:pt x="691" y="6112"/>
                </a:lnTo>
                <a:lnTo>
                  <a:pt x="681" y="6093"/>
                </a:lnTo>
                <a:lnTo>
                  <a:pt x="673" y="6074"/>
                </a:lnTo>
                <a:lnTo>
                  <a:pt x="666" y="6055"/>
                </a:lnTo>
                <a:lnTo>
                  <a:pt x="659" y="6035"/>
                </a:lnTo>
                <a:lnTo>
                  <a:pt x="653" y="6015"/>
                </a:lnTo>
                <a:lnTo>
                  <a:pt x="648" y="5995"/>
                </a:lnTo>
                <a:lnTo>
                  <a:pt x="644" y="5974"/>
                </a:lnTo>
                <a:lnTo>
                  <a:pt x="642" y="5952"/>
                </a:lnTo>
                <a:lnTo>
                  <a:pt x="640" y="5931"/>
                </a:lnTo>
                <a:lnTo>
                  <a:pt x="640" y="5908"/>
                </a:lnTo>
                <a:lnTo>
                  <a:pt x="640" y="5887"/>
                </a:lnTo>
                <a:lnTo>
                  <a:pt x="642" y="5865"/>
                </a:lnTo>
                <a:lnTo>
                  <a:pt x="644" y="5843"/>
                </a:lnTo>
                <a:lnTo>
                  <a:pt x="648" y="5822"/>
                </a:lnTo>
                <a:lnTo>
                  <a:pt x="653" y="5802"/>
                </a:lnTo>
                <a:lnTo>
                  <a:pt x="659" y="5782"/>
                </a:lnTo>
                <a:lnTo>
                  <a:pt x="666" y="5761"/>
                </a:lnTo>
                <a:lnTo>
                  <a:pt x="673" y="5743"/>
                </a:lnTo>
                <a:lnTo>
                  <a:pt x="681" y="5724"/>
                </a:lnTo>
                <a:lnTo>
                  <a:pt x="691" y="5705"/>
                </a:lnTo>
                <a:lnTo>
                  <a:pt x="701" y="5687"/>
                </a:lnTo>
                <a:lnTo>
                  <a:pt x="712" y="5670"/>
                </a:lnTo>
                <a:lnTo>
                  <a:pt x="724" y="5652"/>
                </a:lnTo>
                <a:lnTo>
                  <a:pt x="737" y="5637"/>
                </a:lnTo>
                <a:lnTo>
                  <a:pt x="751" y="5622"/>
                </a:lnTo>
                <a:lnTo>
                  <a:pt x="764" y="5606"/>
                </a:lnTo>
                <a:lnTo>
                  <a:pt x="779" y="5592"/>
                </a:lnTo>
                <a:lnTo>
                  <a:pt x="795" y="5579"/>
                </a:lnTo>
                <a:lnTo>
                  <a:pt x="811" y="5566"/>
                </a:lnTo>
                <a:lnTo>
                  <a:pt x="828" y="5554"/>
                </a:lnTo>
                <a:lnTo>
                  <a:pt x="845" y="5543"/>
                </a:lnTo>
                <a:lnTo>
                  <a:pt x="864" y="5533"/>
                </a:lnTo>
                <a:lnTo>
                  <a:pt x="881" y="5523"/>
                </a:lnTo>
                <a:lnTo>
                  <a:pt x="900" y="5515"/>
                </a:lnTo>
                <a:lnTo>
                  <a:pt x="919" y="5508"/>
                </a:lnTo>
                <a:lnTo>
                  <a:pt x="939" y="5501"/>
                </a:lnTo>
                <a:lnTo>
                  <a:pt x="960" y="5495"/>
                </a:lnTo>
                <a:lnTo>
                  <a:pt x="981" y="5490"/>
                </a:lnTo>
                <a:lnTo>
                  <a:pt x="1001" y="5487"/>
                </a:lnTo>
                <a:lnTo>
                  <a:pt x="1024" y="5484"/>
                </a:lnTo>
                <a:lnTo>
                  <a:pt x="1045" y="5482"/>
                </a:lnTo>
                <a:lnTo>
                  <a:pt x="1066" y="5482"/>
                </a:lnTo>
                <a:lnTo>
                  <a:pt x="1089" y="5482"/>
                </a:lnTo>
                <a:lnTo>
                  <a:pt x="1110" y="5484"/>
                </a:lnTo>
                <a:lnTo>
                  <a:pt x="1131" y="5487"/>
                </a:lnTo>
                <a:lnTo>
                  <a:pt x="1153" y="5490"/>
                </a:lnTo>
                <a:lnTo>
                  <a:pt x="1173" y="5495"/>
                </a:lnTo>
                <a:lnTo>
                  <a:pt x="1193" y="5501"/>
                </a:lnTo>
                <a:lnTo>
                  <a:pt x="1213" y="5508"/>
                </a:lnTo>
                <a:lnTo>
                  <a:pt x="1233" y="5515"/>
                </a:lnTo>
                <a:lnTo>
                  <a:pt x="1252" y="5523"/>
                </a:lnTo>
                <a:lnTo>
                  <a:pt x="1270" y="5533"/>
                </a:lnTo>
                <a:lnTo>
                  <a:pt x="1288" y="5543"/>
                </a:lnTo>
                <a:lnTo>
                  <a:pt x="1305" y="5554"/>
                </a:lnTo>
                <a:lnTo>
                  <a:pt x="1322" y="5566"/>
                </a:lnTo>
                <a:lnTo>
                  <a:pt x="1337" y="5579"/>
                </a:lnTo>
                <a:lnTo>
                  <a:pt x="1354" y="5592"/>
                </a:lnTo>
                <a:lnTo>
                  <a:pt x="1368" y="5606"/>
                </a:lnTo>
                <a:lnTo>
                  <a:pt x="1382" y="5622"/>
                </a:lnTo>
                <a:lnTo>
                  <a:pt x="1396" y="5637"/>
                </a:lnTo>
                <a:lnTo>
                  <a:pt x="1409" y="5652"/>
                </a:lnTo>
                <a:lnTo>
                  <a:pt x="1420" y="5670"/>
                </a:lnTo>
                <a:lnTo>
                  <a:pt x="1431" y="5687"/>
                </a:lnTo>
                <a:lnTo>
                  <a:pt x="1442" y="5705"/>
                </a:lnTo>
                <a:lnTo>
                  <a:pt x="1451" y="5724"/>
                </a:lnTo>
                <a:lnTo>
                  <a:pt x="1459" y="5743"/>
                </a:lnTo>
                <a:lnTo>
                  <a:pt x="1468" y="5761"/>
                </a:lnTo>
                <a:lnTo>
                  <a:pt x="1474" y="5782"/>
                </a:lnTo>
                <a:lnTo>
                  <a:pt x="1480" y="5802"/>
                </a:lnTo>
                <a:lnTo>
                  <a:pt x="1484" y="5822"/>
                </a:lnTo>
                <a:lnTo>
                  <a:pt x="1488" y="5843"/>
                </a:lnTo>
                <a:lnTo>
                  <a:pt x="1491" y="5865"/>
                </a:lnTo>
                <a:lnTo>
                  <a:pt x="1493" y="5887"/>
                </a:lnTo>
                <a:lnTo>
                  <a:pt x="1494" y="5908"/>
                </a:lnTo>
                <a:lnTo>
                  <a:pt x="1493" y="5931"/>
                </a:lnTo>
                <a:lnTo>
                  <a:pt x="1491" y="5952"/>
                </a:lnTo>
                <a:lnTo>
                  <a:pt x="1488" y="5974"/>
                </a:lnTo>
                <a:lnTo>
                  <a:pt x="1484" y="5995"/>
                </a:lnTo>
                <a:lnTo>
                  <a:pt x="1480" y="6015"/>
                </a:lnTo>
                <a:lnTo>
                  <a:pt x="1474" y="6035"/>
                </a:lnTo>
                <a:lnTo>
                  <a:pt x="1468" y="6055"/>
                </a:lnTo>
                <a:lnTo>
                  <a:pt x="1459" y="6074"/>
                </a:lnTo>
                <a:lnTo>
                  <a:pt x="1451" y="6093"/>
                </a:lnTo>
                <a:lnTo>
                  <a:pt x="1442" y="6112"/>
                </a:lnTo>
                <a:lnTo>
                  <a:pt x="1431" y="6130"/>
                </a:lnTo>
                <a:lnTo>
                  <a:pt x="1420" y="6148"/>
                </a:lnTo>
                <a:lnTo>
                  <a:pt x="1409" y="6164"/>
                </a:lnTo>
                <a:lnTo>
                  <a:pt x="1396" y="6180"/>
                </a:lnTo>
                <a:lnTo>
                  <a:pt x="1382" y="6195"/>
                </a:lnTo>
                <a:lnTo>
                  <a:pt x="1368" y="6211"/>
                </a:lnTo>
                <a:lnTo>
                  <a:pt x="1354" y="6225"/>
                </a:lnTo>
                <a:lnTo>
                  <a:pt x="1337" y="6238"/>
                </a:lnTo>
                <a:lnTo>
                  <a:pt x="1322" y="6251"/>
                </a:lnTo>
                <a:lnTo>
                  <a:pt x="1305" y="6263"/>
                </a:lnTo>
                <a:lnTo>
                  <a:pt x="1288" y="6273"/>
                </a:lnTo>
                <a:lnTo>
                  <a:pt x="1270" y="6284"/>
                </a:lnTo>
                <a:lnTo>
                  <a:pt x="1252" y="6293"/>
                </a:lnTo>
                <a:lnTo>
                  <a:pt x="1233" y="6302"/>
                </a:lnTo>
                <a:lnTo>
                  <a:pt x="1213" y="6310"/>
                </a:lnTo>
                <a:lnTo>
                  <a:pt x="1193" y="6316"/>
                </a:lnTo>
                <a:lnTo>
                  <a:pt x="1173" y="6322"/>
                </a:lnTo>
                <a:lnTo>
                  <a:pt x="1153" y="6327"/>
                </a:lnTo>
                <a:lnTo>
                  <a:pt x="1131" y="6330"/>
                </a:lnTo>
                <a:lnTo>
                  <a:pt x="1110" y="6334"/>
                </a:lnTo>
                <a:lnTo>
                  <a:pt x="1089" y="6335"/>
                </a:lnTo>
                <a:lnTo>
                  <a:pt x="1066" y="6335"/>
                </a:lnTo>
                <a:close/>
                <a:moveTo>
                  <a:pt x="2740" y="4488"/>
                </a:moveTo>
                <a:lnTo>
                  <a:pt x="2740" y="4488"/>
                </a:lnTo>
                <a:lnTo>
                  <a:pt x="2737" y="4507"/>
                </a:lnTo>
                <a:lnTo>
                  <a:pt x="2731" y="4525"/>
                </a:lnTo>
                <a:lnTo>
                  <a:pt x="2724" y="4541"/>
                </a:lnTo>
                <a:lnTo>
                  <a:pt x="2715" y="4558"/>
                </a:lnTo>
                <a:lnTo>
                  <a:pt x="2705" y="4572"/>
                </a:lnTo>
                <a:lnTo>
                  <a:pt x="2694" y="4586"/>
                </a:lnTo>
                <a:lnTo>
                  <a:pt x="2681" y="4598"/>
                </a:lnTo>
                <a:lnTo>
                  <a:pt x="2667" y="4610"/>
                </a:lnTo>
                <a:lnTo>
                  <a:pt x="2651" y="4622"/>
                </a:lnTo>
                <a:lnTo>
                  <a:pt x="2633" y="4632"/>
                </a:lnTo>
                <a:lnTo>
                  <a:pt x="2616" y="4642"/>
                </a:lnTo>
                <a:lnTo>
                  <a:pt x="2598" y="4650"/>
                </a:lnTo>
                <a:lnTo>
                  <a:pt x="2578" y="4658"/>
                </a:lnTo>
                <a:lnTo>
                  <a:pt x="2556" y="4666"/>
                </a:lnTo>
                <a:lnTo>
                  <a:pt x="2535" y="4673"/>
                </a:lnTo>
                <a:lnTo>
                  <a:pt x="2513" y="4679"/>
                </a:lnTo>
                <a:lnTo>
                  <a:pt x="2466" y="4689"/>
                </a:lnTo>
                <a:lnTo>
                  <a:pt x="2417" y="4698"/>
                </a:lnTo>
                <a:lnTo>
                  <a:pt x="2366" y="4705"/>
                </a:lnTo>
                <a:lnTo>
                  <a:pt x="2314" y="4711"/>
                </a:lnTo>
                <a:lnTo>
                  <a:pt x="2260" y="4715"/>
                </a:lnTo>
                <a:lnTo>
                  <a:pt x="2206" y="4719"/>
                </a:lnTo>
                <a:lnTo>
                  <a:pt x="2099" y="4725"/>
                </a:lnTo>
                <a:lnTo>
                  <a:pt x="2044" y="4727"/>
                </a:lnTo>
                <a:lnTo>
                  <a:pt x="1978" y="4728"/>
                </a:lnTo>
                <a:lnTo>
                  <a:pt x="1907" y="4730"/>
                </a:lnTo>
                <a:lnTo>
                  <a:pt x="1831" y="4728"/>
                </a:lnTo>
                <a:lnTo>
                  <a:pt x="1751" y="4725"/>
                </a:lnTo>
                <a:lnTo>
                  <a:pt x="1668" y="4719"/>
                </a:lnTo>
                <a:lnTo>
                  <a:pt x="1625" y="4715"/>
                </a:lnTo>
                <a:lnTo>
                  <a:pt x="1583" y="4711"/>
                </a:lnTo>
                <a:lnTo>
                  <a:pt x="1540" y="4705"/>
                </a:lnTo>
                <a:lnTo>
                  <a:pt x="1497" y="4699"/>
                </a:lnTo>
                <a:lnTo>
                  <a:pt x="1455" y="4692"/>
                </a:lnTo>
                <a:lnTo>
                  <a:pt x="1413" y="4683"/>
                </a:lnTo>
                <a:lnTo>
                  <a:pt x="1372" y="4674"/>
                </a:lnTo>
                <a:lnTo>
                  <a:pt x="1330" y="4663"/>
                </a:lnTo>
                <a:lnTo>
                  <a:pt x="1290" y="4651"/>
                </a:lnTo>
                <a:lnTo>
                  <a:pt x="1251" y="4638"/>
                </a:lnTo>
                <a:lnTo>
                  <a:pt x="1213" y="4624"/>
                </a:lnTo>
                <a:lnTo>
                  <a:pt x="1175" y="4609"/>
                </a:lnTo>
                <a:lnTo>
                  <a:pt x="1140" y="4592"/>
                </a:lnTo>
                <a:lnTo>
                  <a:pt x="1106" y="4574"/>
                </a:lnTo>
                <a:lnTo>
                  <a:pt x="1074" y="4554"/>
                </a:lnTo>
                <a:lnTo>
                  <a:pt x="1044" y="4533"/>
                </a:lnTo>
                <a:lnTo>
                  <a:pt x="1015" y="4510"/>
                </a:lnTo>
                <a:lnTo>
                  <a:pt x="989" y="4485"/>
                </a:lnTo>
                <a:lnTo>
                  <a:pt x="977" y="4472"/>
                </a:lnTo>
                <a:lnTo>
                  <a:pt x="965" y="4459"/>
                </a:lnTo>
                <a:lnTo>
                  <a:pt x="954" y="4445"/>
                </a:lnTo>
                <a:lnTo>
                  <a:pt x="944" y="4431"/>
                </a:lnTo>
                <a:lnTo>
                  <a:pt x="934" y="4417"/>
                </a:lnTo>
                <a:lnTo>
                  <a:pt x="924" y="4400"/>
                </a:lnTo>
                <a:lnTo>
                  <a:pt x="915" y="4382"/>
                </a:lnTo>
                <a:lnTo>
                  <a:pt x="906" y="4365"/>
                </a:lnTo>
                <a:lnTo>
                  <a:pt x="890" y="4326"/>
                </a:lnTo>
                <a:lnTo>
                  <a:pt x="874" y="4283"/>
                </a:lnTo>
                <a:lnTo>
                  <a:pt x="860" y="4238"/>
                </a:lnTo>
                <a:lnTo>
                  <a:pt x="848" y="4189"/>
                </a:lnTo>
                <a:lnTo>
                  <a:pt x="838" y="4138"/>
                </a:lnTo>
                <a:lnTo>
                  <a:pt x="828" y="4086"/>
                </a:lnTo>
                <a:lnTo>
                  <a:pt x="821" y="4032"/>
                </a:lnTo>
                <a:lnTo>
                  <a:pt x="815" y="3977"/>
                </a:lnTo>
                <a:lnTo>
                  <a:pt x="811" y="3921"/>
                </a:lnTo>
                <a:lnTo>
                  <a:pt x="809" y="3865"/>
                </a:lnTo>
                <a:lnTo>
                  <a:pt x="809" y="3809"/>
                </a:lnTo>
                <a:lnTo>
                  <a:pt x="810" y="3753"/>
                </a:lnTo>
                <a:lnTo>
                  <a:pt x="814" y="3699"/>
                </a:lnTo>
                <a:lnTo>
                  <a:pt x="820" y="3644"/>
                </a:lnTo>
                <a:lnTo>
                  <a:pt x="827" y="3593"/>
                </a:lnTo>
                <a:lnTo>
                  <a:pt x="836" y="3542"/>
                </a:lnTo>
                <a:lnTo>
                  <a:pt x="848" y="3495"/>
                </a:lnTo>
                <a:lnTo>
                  <a:pt x="855" y="3472"/>
                </a:lnTo>
                <a:lnTo>
                  <a:pt x="862" y="3450"/>
                </a:lnTo>
                <a:lnTo>
                  <a:pt x="871" y="3429"/>
                </a:lnTo>
                <a:lnTo>
                  <a:pt x="879" y="3408"/>
                </a:lnTo>
                <a:lnTo>
                  <a:pt x="887" y="3390"/>
                </a:lnTo>
                <a:lnTo>
                  <a:pt x="897" y="3371"/>
                </a:lnTo>
                <a:lnTo>
                  <a:pt x="907" y="3353"/>
                </a:lnTo>
                <a:lnTo>
                  <a:pt x="918" y="3336"/>
                </a:lnTo>
                <a:lnTo>
                  <a:pt x="929" y="3321"/>
                </a:lnTo>
                <a:lnTo>
                  <a:pt x="941" y="3307"/>
                </a:lnTo>
                <a:lnTo>
                  <a:pt x="954" y="3294"/>
                </a:lnTo>
                <a:lnTo>
                  <a:pt x="967" y="3282"/>
                </a:lnTo>
                <a:lnTo>
                  <a:pt x="980" y="3271"/>
                </a:lnTo>
                <a:lnTo>
                  <a:pt x="994" y="3262"/>
                </a:lnTo>
                <a:lnTo>
                  <a:pt x="1009" y="3254"/>
                </a:lnTo>
                <a:lnTo>
                  <a:pt x="1025" y="3247"/>
                </a:lnTo>
                <a:lnTo>
                  <a:pt x="1040" y="3243"/>
                </a:lnTo>
                <a:lnTo>
                  <a:pt x="1058" y="3239"/>
                </a:lnTo>
                <a:lnTo>
                  <a:pt x="1074" y="3237"/>
                </a:lnTo>
                <a:lnTo>
                  <a:pt x="1093" y="3237"/>
                </a:lnTo>
                <a:lnTo>
                  <a:pt x="1111" y="3238"/>
                </a:lnTo>
                <a:lnTo>
                  <a:pt x="1131" y="3241"/>
                </a:lnTo>
                <a:lnTo>
                  <a:pt x="1151" y="3246"/>
                </a:lnTo>
                <a:lnTo>
                  <a:pt x="1172" y="3253"/>
                </a:lnTo>
                <a:lnTo>
                  <a:pt x="1193" y="3262"/>
                </a:lnTo>
                <a:lnTo>
                  <a:pt x="1215" y="3272"/>
                </a:lnTo>
                <a:lnTo>
                  <a:pt x="1260" y="3295"/>
                </a:lnTo>
                <a:lnTo>
                  <a:pt x="1304" y="3320"/>
                </a:lnTo>
                <a:lnTo>
                  <a:pt x="1348" y="3346"/>
                </a:lnTo>
                <a:lnTo>
                  <a:pt x="1392" y="3372"/>
                </a:lnTo>
                <a:lnTo>
                  <a:pt x="1436" y="3399"/>
                </a:lnTo>
                <a:lnTo>
                  <a:pt x="1478" y="3426"/>
                </a:lnTo>
                <a:lnTo>
                  <a:pt x="1564" y="3484"/>
                </a:lnTo>
                <a:lnTo>
                  <a:pt x="1648" y="3544"/>
                </a:lnTo>
                <a:lnTo>
                  <a:pt x="1731" y="3604"/>
                </a:lnTo>
                <a:lnTo>
                  <a:pt x="1894" y="3724"/>
                </a:lnTo>
                <a:lnTo>
                  <a:pt x="1975" y="3782"/>
                </a:lnTo>
                <a:lnTo>
                  <a:pt x="2055" y="3836"/>
                </a:lnTo>
                <a:lnTo>
                  <a:pt x="2096" y="3863"/>
                </a:lnTo>
                <a:lnTo>
                  <a:pt x="2136" y="3888"/>
                </a:lnTo>
                <a:lnTo>
                  <a:pt x="2176" y="3913"/>
                </a:lnTo>
                <a:lnTo>
                  <a:pt x="2216" y="3937"/>
                </a:lnTo>
                <a:lnTo>
                  <a:pt x="2257" y="3959"/>
                </a:lnTo>
                <a:lnTo>
                  <a:pt x="2297" y="3981"/>
                </a:lnTo>
                <a:lnTo>
                  <a:pt x="2337" y="4000"/>
                </a:lnTo>
                <a:lnTo>
                  <a:pt x="2378" y="4017"/>
                </a:lnTo>
                <a:lnTo>
                  <a:pt x="2418" y="4034"/>
                </a:lnTo>
                <a:lnTo>
                  <a:pt x="2458" y="4049"/>
                </a:lnTo>
                <a:lnTo>
                  <a:pt x="2498" y="4062"/>
                </a:lnTo>
                <a:lnTo>
                  <a:pt x="2540" y="4073"/>
                </a:lnTo>
                <a:lnTo>
                  <a:pt x="2578" y="4087"/>
                </a:lnTo>
                <a:lnTo>
                  <a:pt x="2611" y="4102"/>
                </a:lnTo>
                <a:lnTo>
                  <a:pt x="2641" y="4117"/>
                </a:lnTo>
                <a:lnTo>
                  <a:pt x="2654" y="4124"/>
                </a:lnTo>
                <a:lnTo>
                  <a:pt x="2667" y="4132"/>
                </a:lnTo>
                <a:lnTo>
                  <a:pt x="2677" y="4142"/>
                </a:lnTo>
                <a:lnTo>
                  <a:pt x="2688" y="4151"/>
                </a:lnTo>
                <a:lnTo>
                  <a:pt x="2697" y="4161"/>
                </a:lnTo>
                <a:lnTo>
                  <a:pt x="2707" y="4170"/>
                </a:lnTo>
                <a:lnTo>
                  <a:pt x="2715" y="4181"/>
                </a:lnTo>
                <a:lnTo>
                  <a:pt x="2722" y="4192"/>
                </a:lnTo>
                <a:lnTo>
                  <a:pt x="2728" y="4202"/>
                </a:lnTo>
                <a:lnTo>
                  <a:pt x="2734" y="4214"/>
                </a:lnTo>
                <a:lnTo>
                  <a:pt x="2739" y="4226"/>
                </a:lnTo>
                <a:lnTo>
                  <a:pt x="2744" y="4239"/>
                </a:lnTo>
                <a:lnTo>
                  <a:pt x="2747" y="4253"/>
                </a:lnTo>
                <a:lnTo>
                  <a:pt x="2750" y="4266"/>
                </a:lnTo>
                <a:lnTo>
                  <a:pt x="2753" y="4297"/>
                </a:lnTo>
                <a:lnTo>
                  <a:pt x="2754" y="4329"/>
                </a:lnTo>
                <a:lnTo>
                  <a:pt x="2754" y="4365"/>
                </a:lnTo>
                <a:lnTo>
                  <a:pt x="2751" y="4403"/>
                </a:lnTo>
                <a:lnTo>
                  <a:pt x="2747" y="4444"/>
                </a:lnTo>
                <a:lnTo>
                  <a:pt x="2740" y="4488"/>
                </a:lnTo>
                <a:close/>
                <a:moveTo>
                  <a:pt x="7282" y="6219"/>
                </a:moveTo>
                <a:lnTo>
                  <a:pt x="7282" y="6219"/>
                </a:lnTo>
                <a:lnTo>
                  <a:pt x="7282" y="6233"/>
                </a:lnTo>
                <a:lnTo>
                  <a:pt x="7280" y="6247"/>
                </a:lnTo>
                <a:lnTo>
                  <a:pt x="7276" y="6260"/>
                </a:lnTo>
                <a:lnTo>
                  <a:pt x="7271" y="6273"/>
                </a:lnTo>
                <a:lnTo>
                  <a:pt x="7266" y="6285"/>
                </a:lnTo>
                <a:lnTo>
                  <a:pt x="7258" y="6297"/>
                </a:lnTo>
                <a:lnTo>
                  <a:pt x="7251" y="6308"/>
                </a:lnTo>
                <a:lnTo>
                  <a:pt x="7242" y="6317"/>
                </a:lnTo>
                <a:lnTo>
                  <a:pt x="7232" y="6327"/>
                </a:lnTo>
                <a:lnTo>
                  <a:pt x="7222" y="6335"/>
                </a:lnTo>
                <a:lnTo>
                  <a:pt x="7210" y="6342"/>
                </a:lnTo>
                <a:lnTo>
                  <a:pt x="7198" y="6348"/>
                </a:lnTo>
                <a:lnTo>
                  <a:pt x="7185" y="6353"/>
                </a:lnTo>
                <a:lnTo>
                  <a:pt x="7171" y="6356"/>
                </a:lnTo>
                <a:lnTo>
                  <a:pt x="7158" y="6357"/>
                </a:lnTo>
                <a:lnTo>
                  <a:pt x="7143" y="6359"/>
                </a:lnTo>
                <a:lnTo>
                  <a:pt x="3873" y="6359"/>
                </a:lnTo>
                <a:lnTo>
                  <a:pt x="3858" y="6357"/>
                </a:lnTo>
                <a:lnTo>
                  <a:pt x="3844" y="6356"/>
                </a:lnTo>
                <a:lnTo>
                  <a:pt x="3831" y="6353"/>
                </a:lnTo>
                <a:lnTo>
                  <a:pt x="3818" y="6348"/>
                </a:lnTo>
                <a:lnTo>
                  <a:pt x="3806" y="6342"/>
                </a:lnTo>
                <a:lnTo>
                  <a:pt x="3794" y="6335"/>
                </a:lnTo>
                <a:lnTo>
                  <a:pt x="3784" y="6327"/>
                </a:lnTo>
                <a:lnTo>
                  <a:pt x="3773" y="6317"/>
                </a:lnTo>
                <a:lnTo>
                  <a:pt x="3765" y="6308"/>
                </a:lnTo>
                <a:lnTo>
                  <a:pt x="3757" y="6297"/>
                </a:lnTo>
                <a:lnTo>
                  <a:pt x="3749" y="6285"/>
                </a:lnTo>
                <a:lnTo>
                  <a:pt x="3744" y="6273"/>
                </a:lnTo>
                <a:lnTo>
                  <a:pt x="3739" y="6260"/>
                </a:lnTo>
                <a:lnTo>
                  <a:pt x="3735" y="6247"/>
                </a:lnTo>
                <a:lnTo>
                  <a:pt x="3734" y="6233"/>
                </a:lnTo>
                <a:lnTo>
                  <a:pt x="3733" y="6219"/>
                </a:lnTo>
                <a:lnTo>
                  <a:pt x="3733" y="5538"/>
                </a:lnTo>
                <a:lnTo>
                  <a:pt x="3734" y="5523"/>
                </a:lnTo>
                <a:lnTo>
                  <a:pt x="3735" y="5509"/>
                </a:lnTo>
                <a:lnTo>
                  <a:pt x="3739" y="5496"/>
                </a:lnTo>
                <a:lnTo>
                  <a:pt x="3744" y="5483"/>
                </a:lnTo>
                <a:lnTo>
                  <a:pt x="3749" y="5471"/>
                </a:lnTo>
                <a:lnTo>
                  <a:pt x="3757" y="5459"/>
                </a:lnTo>
                <a:lnTo>
                  <a:pt x="3765" y="5449"/>
                </a:lnTo>
                <a:lnTo>
                  <a:pt x="3773" y="5439"/>
                </a:lnTo>
                <a:lnTo>
                  <a:pt x="3784" y="5430"/>
                </a:lnTo>
                <a:lnTo>
                  <a:pt x="3794" y="5421"/>
                </a:lnTo>
                <a:lnTo>
                  <a:pt x="3806" y="5416"/>
                </a:lnTo>
                <a:lnTo>
                  <a:pt x="3818" y="5410"/>
                </a:lnTo>
                <a:lnTo>
                  <a:pt x="3831" y="5405"/>
                </a:lnTo>
                <a:lnTo>
                  <a:pt x="3844" y="5401"/>
                </a:lnTo>
                <a:lnTo>
                  <a:pt x="3858" y="5399"/>
                </a:lnTo>
                <a:lnTo>
                  <a:pt x="3873" y="5398"/>
                </a:lnTo>
                <a:lnTo>
                  <a:pt x="7143" y="5398"/>
                </a:lnTo>
                <a:lnTo>
                  <a:pt x="7158" y="5399"/>
                </a:lnTo>
                <a:lnTo>
                  <a:pt x="7171" y="5401"/>
                </a:lnTo>
                <a:lnTo>
                  <a:pt x="7185" y="5405"/>
                </a:lnTo>
                <a:lnTo>
                  <a:pt x="7198" y="5410"/>
                </a:lnTo>
                <a:lnTo>
                  <a:pt x="7210" y="5416"/>
                </a:lnTo>
                <a:lnTo>
                  <a:pt x="7222" y="5421"/>
                </a:lnTo>
                <a:lnTo>
                  <a:pt x="7232" y="5430"/>
                </a:lnTo>
                <a:lnTo>
                  <a:pt x="7242" y="5439"/>
                </a:lnTo>
                <a:lnTo>
                  <a:pt x="7251" y="5449"/>
                </a:lnTo>
                <a:lnTo>
                  <a:pt x="7258" y="5459"/>
                </a:lnTo>
                <a:lnTo>
                  <a:pt x="7266" y="5471"/>
                </a:lnTo>
                <a:lnTo>
                  <a:pt x="7271" y="5483"/>
                </a:lnTo>
                <a:lnTo>
                  <a:pt x="7276" y="5496"/>
                </a:lnTo>
                <a:lnTo>
                  <a:pt x="7280" y="5509"/>
                </a:lnTo>
                <a:lnTo>
                  <a:pt x="7282" y="5523"/>
                </a:lnTo>
                <a:lnTo>
                  <a:pt x="7282" y="5538"/>
                </a:lnTo>
                <a:lnTo>
                  <a:pt x="7282" y="6219"/>
                </a:lnTo>
                <a:close/>
                <a:moveTo>
                  <a:pt x="8916" y="4725"/>
                </a:moveTo>
                <a:lnTo>
                  <a:pt x="8916" y="4725"/>
                </a:lnTo>
                <a:lnTo>
                  <a:pt x="8809" y="4719"/>
                </a:lnTo>
                <a:lnTo>
                  <a:pt x="8756" y="4715"/>
                </a:lnTo>
                <a:lnTo>
                  <a:pt x="8703" y="4711"/>
                </a:lnTo>
                <a:lnTo>
                  <a:pt x="8649" y="4705"/>
                </a:lnTo>
                <a:lnTo>
                  <a:pt x="8598" y="4698"/>
                </a:lnTo>
                <a:lnTo>
                  <a:pt x="8550" y="4689"/>
                </a:lnTo>
                <a:lnTo>
                  <a:pt x="8502" y="4679"/>
                </a:lnTo>
                <a:lnTo>
                  <a:pt x="8480" y="4673"/>
                </a:lnTo>
                <a:lnTo>
                  <a:pt x="8458" y="4666"/>
                </a:lnTo>
                <a:lnTo>
                  <a:pt x="8438" y="4658"/>
                </a:lnTo>
                <a:lnTo>
                  <a:pt x="8418" y="4650"/>
                </a:lnTo>
                <a:lnTo>
                  <a:pt x="8399" y="4642"/>
                </a:lnTo>
                <a:lnTo>
                  <a:pt x="8381" y="4632"/>
                </a:lnTo>
                <a:lnTo>
                  <a:pt x="8365" y="4622"/>
                </a:lnTo>
                <a:lnTo>
                  <a:pt x="8349" y="4610"/>
                </a:lnTo>
                <a:lnTo>
                  <a:pt x="8335" y="4598"/>
                </a:lnTo>
                <a:lnTo>
                  <a:pt x="8322" y="4586"/>
                </a:lnTo>
                <a:lnTo>
                  <a:pt x="8310" y="4572"/>
                </a:lnTo>
                <a:lnTo>
                  <a:pt x="8301" y="4558"/>
                </a:lnTo>
                <a:lnTo>
                  <a:pt x="8291" y="4541"/>
                </a:lnTo>
                <a:lnTo>
                  <a:pt x="8284" y="4525"/>
                </a:lnTo>
                <a:lnTo>
                  <a:pt x="8280" y="4507"/>
                </a:lnTo>
                <a:lnTo>
                  <a:pt x="8275" y="4488"/>
                </a:lnTo>
                <a:lnTo>
                  <a:pt x="8269" y="4444"/>
                </a:lnTo>
                <a:lnTo>
                  <a:pt x="8264" y="4403"/>
                </a:lnTo>
                <a:lnTo>
                  <a:pt x="8262" y="4365"/>
                </a:lnTo>
                <a:lnTo>
                  <a:pt x="8261" y="4329"/>
                </a:lnTo>
                <a:lnTo>
                  <a:pt x="8262" y="4297"/>
                </a:lnTo>
                <a:lnTo>
                  <a:pt x="8265" y="4266"/>
                </a:lnTo>
                <a:lnTo>
                  <a:pt x="8269" y="4253"/>
                </a:lnTo>
                <a:lnTo>
                  <a:pt x="8272" y="4239"/>
                </a:lnTo>
                <a:lnTo>
                  <a:pt x="8276" y="4226"/>
                </a:lnTo>
                <a:lnTo>
                  <a:pt x="8281" y="4214"/>
                </a:lnTo>
                <a:lnTo>
                  <a:pt x="8287" y="4202"/>
                </a:lnTo>
                <a:lnTo>
                  <a:pt x="8294" y="4192"/>
                </a:lnTo>
                <a:lnTo>
                  <a:pt x="8301" y="4181"/>
                </a:lnTo>
                <a:lnTo>
                  <a:pt x="8308" y="4170"/>
                </a:lnTo>
                <a:lnTo>
                  <a:pt x="8317" y="4161"/>
                </a:lnTo>
                <a:lnTo>
                  <a:pt x="8327" y="4151"/>
                </a:lnTo>
                <a:lnTo>
                  <a:pt x="8338" y="4142"/>
                </a:lnTo>
                <a:lnTo>
                  <a:pt x="8349" y="4132"/>
                </a:lnTo>
                <a:lnTo>
                  <a:pt x="8361" y="4124"/>
                </a:lnTo>
                <a:lnTo>
                  <a:pt x="8374" y="4117"/>
                </a:lnTo>
                <a:lnTo>
                  <a:pt x="8404" y="4102"/>
                </a:lnTo>
                <a:lnTo>
                  <a:pt x="8437" y="4087"/>
                </a:lnTo>
                <a:lnTo>
                  <a:pt x="8475" y="4073"/>
                </a:lnTo>
                <a:lnTo>
                  <a:pt x="8517" y="4062"/>
                </a:lnTo>
                <a:lnTo>
                  <a:pt x="8557" y="4049"/>
                </a:lnTo>
                <a:lnTo>
                  <a:pt x="8597" y="4034"/>
                </a:lnTo>
                <a:lnTo>
                  <a:pt x="8637" y="4017"/>
                </a:lnTo>
                <a:lnTo>
                  <a:pt x="8679" y="4000"/>
                </a:lnTo>
                <a:lnTo>
                  <a:pt x="8719" y="3981"/>
                </a:lnTo>
                <a:lnTo>
                  <a:pt x="8758" y="3959"/>
                </a:lnTo>
                <a:lnTo>
                  <a:pt x="8798" y="3937"/>
                </a:lnTo>
                <a:lnTo>
                  <a:pt x="8839" y="3913"/>
                </a:lnTo>
                <a:lnTo>
                  <a:pt x="8879" y="3888"/>
                </a:lnTo>
                <a:lnTo>
                  <a:pt x="8919" y="3863"/>
                </a:lnTo>
                <a:lnTo>
                  <a:pt x="8960" y="3836"/>
                </a:lnTo>
                <a:lnTo>
                  <a:pt x="9040" y="3782"/>
                </a:lnTo>
                <a:lnTo>
                  <a:pt x="9122" y="3724"/>
                </a:lnTo>
                <a:lnTo>
                  <a:pt x="9285" y="3604"/>
                </a:lnTo>
                <a:lnTo>
                  <a:pt x="9368" y="3544"/>
                </a:lnTo>
                <a:lnTo>
                  <a:pt x="9452" y="3484"/>
                </a:lnTo>
                <a:lnTo>
                  <a:pt x="9537" y="3426"/>
                </a:lnTo>
                <a:lnTo>
                  <a:pt x="9579" y="3399"/>
                </a:lnTo>
                <a:lnTo>
                  <a:pt x="9623" y="3372"/>
                </a:lnTo>
                <a:lnTo>
                  <a:pt x="9667" y="3346"/>
                </a:lnTo>
                <a:lnTo>
                  <a:pt x="9711" y="3320"/>
                </a:lnTo>
                <a:lnTo>
                  <a:pt x="9754" y="3295"/>
                </a:lnTo>
                <a:lnTo>
                  <a:pt x="9799" y="3272"/>
                </a:lnTo>
                <a:lnTo>
                  <a:pt x="9822" y="3262"/>
                </a:lnTo>
                <a:lnTo>
                  <a:pt x="9843" y="3253"/>
                </a:lnTo>
                <a:lnTo>
                  <a:pt x="9863" y="3246"/>
                </a:lnTo>
                <a:lnTo>
                  <a:pt x="9884" y="3241"/>
                </a:lnTo>
                <a:lnTo>
                  <a:pt x="9904" y="3238"/>
                </a:lnTo>
                <a:lnTo>
                  <a:pt x="9923" y="3237"/>
                </a:lnTo>
                <a:lnTo>
                  <a:pt x="9940" y="3237"/>
                </a:lnTo>
                <a:lnTo>
                  <a:pt x="9958" y="3239"/>
                </a:lnTo>
                <a:lnTo>
                  <a:pt x="9975" y="3243"/>
                </a:lnTo>
                <a:lnTo>
                  <a:pt x="9990" y="3247"/>
                </a:lnTo>
                <a:lnTo>
                  <a:pt x="10007" y="3254"/>
                </a:lnTo>
                <a:lnTo>
                  <a:pt x="10021" y="3262"/>
                </a:lnTo>
                <a:lnTo>
                  <a:pt x="10035" y="3271"/>
                </a:lnTo>
                <a:lnTo>
                  <a:pt x="10049" y="3282"/>
                </a:lnTo>
                <a:lnTo>
                  <a:pt x="10062" y="3294"/>
                </a:lnTo>
                <a:lnTo>
                  <a:pt x="10074" y="3307"/>
                </a:lnTo>
                <a:lnTo>
                  <a:pt x="10086" y="3321"/>
                </a:lnTo>
                <a:lnTo>
                  <a:pt x="10098" y="3336"/>
                </a:lnTo>
                <a:lnTo>
                  <a:pt x="10109" y="3353"/>
                </a:lnTo>
                <a:lnTo>
                  <a:pt x="10118" y="3371"/>
                </a:lnTo>
                <a:lnTo>
                  <a:pt x="10128" y="3390"/>
                </a:lnTo>
                <a:lnTo>
                  <a:pt x="10137" y="3408"/>
                </a:lnTo>
                <a:lnTo>
                  <a:pt x="10145" y="3429"/>
                </a:lnTo>
                <a:lnTo>
                  <a:pt x="10153" y="3450"/>
                </a:lnTo>
                <a:lnTo>
                  <a:pt x="10161" y="3472"/>
                </a:lnTo>
                <a:lnTo>
                  <a:pt x="10167" y="3495"/>
                </a:lnTo>
                <a:lnTo>
                  <a:pt x="10179" y="3542"/>
                </a:lnTo>
                <a:lnTo>
                  <a:pt x="10188" y="3593"/>
                </a:lnTo>
                <a:lnTo>
                  <a:pt x="10196" y="3644"/>
                </a:lnTo>
                <a:lnTo>
                  <a:pt x="10201" y="3699"/>
                </a:lnTo>
                <a:lnTo>
                  <a:pt x="10205" y="3753"/>
                </a:lnTo>
                <a:lnTo>
                  <a:pt x="10207" y="3809"/>
                </a:lnTo>
                <a:lnTo>
                  <a:pt x="10207" y="3865"/>
                </a:lnTo>
                <a:lnTo>
                  <a:pt x="10205" y="3921"/>
                </a:lnTo>
                <a:lnTo>
                  <a:pt x="10200" y="3977"/>
                </a:lnTo>
                <a:lnTo>
                  <a:pt x="10195" y="4032"/>
                </a:lnTo>
                <a:lnTo>
                  <a:pt x="10187" y="4086"/>
                </a:lnTo>
                <a:lnTo>
                  <a:pt x="10179" y="4138"/>
                </a:lnTo>
                <a:lnTo>
                  <a:pt x="10168" y="4189"/>
                </a:lnTo>
                <a:lnTo>
                  <a:pt x="10155" y="4238"/>
                </a:lnTo>
                <a:lnTo>
                  <a:pt x="10142" y="4283"/>
                </a:lnTo>
                <a:lnTo>
                  <a:pt x="10126" y="4326"/>
                </a:lnTo>
                <a:lnTo>
                  <a:pt x="10110" y="4365"/>
                </a:lnTo>
                <a:lnTo>
                  <a:pt x="10100" y="4382"/>
                </a:lnTo>
                <a:lnTo>
                  <a:pt x="10091" y="4400"/>
                </a:lnTo>
                <a:lnTo>
                  <a:pt x="10081" y="4417"/>
                </a:lnTo>
                <a:lnTo>
                  <a:pt x="10072" y="4431"/>
                </a:lnTo>
                <a:lnTo>
                  <a:pt x="10061" y="4445"/>
                </a:lnTo>
                <a:lnTo>
                  <a:pt x="10051" y="4459"/>
                </a:lnTo>
                <a:lnTo>
                  <a:pt x="10039" y="4472"/>
                </a:lnTo>
                <a:lnTo>
                  <a:pt x="10027" y="4485"/>
                </a:lnTo>
                <a:lnTo>
                  <a:pt x="10000" y="4510"/>
                </a:lnTo>
                <a:lnTo>
                  <a:pt x="9972" y="4533"/>
                </a:lnTo>
                <a:lnTo>
                  <a:pt x="9942" y="4554"/>
                </a:lnTo>
                <a:lnTo>
                  <a:pt x="9910" y="4574"/>
                </a:lnTo>
                <a:lnTo>
                  <a:pt x="9875" y="4592"/>
                </a:lnTo>
                <a:lnTo>
                  <a:pt x="9840" y="4609"/>
                </a:lnTo>
                <a:lnTo>
                  <a:pt x="9803" y="4624"/>
                </a:lnTo>
                <a:lnTo>
                  <a:pt x="9765" y="4638"/>
                </a:lnTo>
                <a:lnTo>
                  <a:pt x="9725" y="4651"/>
                </a:lnTo>
                <a:lnTo>
                  <a:pt x="9685" y="4663"/>
                </a:lnTo>
                <a:lnTo>
                  <a:pt x="9644" y="4674"/>
                </a:lnTo>
                <a:lnTo>
                  <a:pt x="9603" y="4683"/>
                </a:lnTo>
                <a:lnTo>
                  <a:pt x="9560" y="4692"/>
                </a:lnTo>
                <a:lnTo>
                  <a:pt x="9518" y="4699"/>
                </a:lnTo>
                <a:lnTo>
                  <a:pt x="9475" y="4705"/>
                </a:lnTo>
                <a:lnTo>
                  <a:pt x="9432" y="4711"/>
                </a:lnTo>
                <a:lnTo>
                  <a:pt x="9390" y="4715"/>
                </a:lnTo>
                <a:lnTo>
                  <a:pt x="9347" y="4719"/>
                </a:lnTo>
                <a:lnTo>
                  <a:pt x="9264" y="4725"/>
                </a:lnTo>
                <a:lnTo>
                  <a:pt x="9183" y="4728"/>
                </a:lnTo>
                <a:lnTo>
                  <a:pt x="9108" y="4730"/>
                </a:lnTo>
                <a:lnTo>
                  <a:pt x="9037" y="4728"/>
                </a:lnTo>
                <a:lnTo>
                  <a:pt x="8971" y="4727"/>
                </a:lnTo>
                <a:lnTo>
                  <a:pt x="8916" y="4725"/>
                </a:lnTo>
                <a:close/>
                <a:moveTo>
                  <a:pt x="9949" y="6335"/>
                </a:moveTo>
                <a:lnTo>
                  <a:pt x="9949" y="6335"/>
                </a:lnTo>
                <a:lnTo>
                  <a:pt x="9926" y="6335"/>
                </a:lnTo>
                <a:lnTo>
                  <a:pt x="9905" y="6334"/>
                </a:lnTo>
                <a:lnTo>
                  <a:pt x="9884" y="6330"/>
                </a:lnTo>
                <a:lnTo>
                  <a:pt x="9862" y="6327"/>
                </a:lnTo>
                <a:lnTo>
                  <a:pt x="9842" y="6322"/>
                </a:lnTo>
                <a:lnTo>
                  <a:pt x="9822" y="6316"/>
                </a:lnTo>
                <a:lnTo>
                  <a:pt x="9802" y="6310"/>
                </a:lnTo>
                <a:lnTo>
                  <a:pt x="9783" y="6302"/>
                </a:lnTo>
                <a:lnTo>
                  <a:pt x="9764" y="6293"/>
                </a:lnTo>
                <a:lnTo>
                  <a:pt x="9745" y="6284"/>
                </a:lnTo>
                <a:lnTo>
                  <a:pt x="9727" y="6273"/>
                </a:lnTo>
                <a:lnTo>
                  <a:pt x="9709" y="6263"/>
                </a:lnTo>
                <a:lnTo>
                  <a:pt x="9693" y="6251"/>
                </a:lnTo>
                <a:lnTo>
                  <a:pt x="9677" y="6238"/>
                </a:lnTo>
                <a:lnTo>
                  <a:pt x="9662" y="6225"/>
                </a:lnTo>
                <a:lnTo>
                  <a:pt x="9647" y="6211"/>
                </a:lnTo>
                <a:lnTo>
                  <a:pt x="9632" y="6195"/>
                </a:lnTo>
                <a:lnTo>
                  <a:pt x="9619" y="6180"/>
                </a:lnTo>
                <a:lnTo>
                  <a:pt x="9606" y="6164"/>
                </a:lnTo>
                <a:lnTo>
                  <a:pt x="9595" y="6148"/>
                </a:lnTo>
                <a:lnTo>
                  <a:pt x="9584" y="6130"/>
                </a:lnTo>
                <a:lnTo>
                  <a:pt x="9573" y="6112"/>
                </a:lnTo>
                <a:lnTo>
                  <a:pt x="9564" y="6093"/>
                </a:lnTo>
                <a:lnTo>
                  <a:pt x="9555" y="6074"/>
                </a:lnTo>
                <a:lnTo>
                  <a:pt x="9548" y="6055"/>
                </a:lnTo>
                <a:lnTo>
                  <a:pt x="9541" y="6035"/>
                </a:lnTo>
                <a:lnTo>
                  <a:pt x="9535" y="6015"/>
                </a:lnTo>
                <a:lnTo>
                  <a:pt x="9531" y="5995"/>
                </a:lnTo>
                <a:lnTo>
                  <a:pt x="9527" y="5974"/>
                </a:lnTo>
                <a:lnTo>
                  <a:pt x="9525" y="5952"/>
                </a:lnTo>
                <a:lnTo>
                  <a:pt x="9522" y="5931"/>
                </a:lnTo>
                <a:lnTo>
                  <a:pt x="9522" y="5908"/>
                </a:lnTo>
                <a:lnTo>
                  <a:pt x="9522" y="5887"/>
                </a:lnTo>
                <a:lnTo>
                  <a:pt x="9525" y="5865"/>
                </a:lnTo>
                <a:lnTo>
                  <a:pt x="9527" y="5843"/>
                </a:lnTo>
                <a:lnTo>
                  <a:pt x="9531" y="5822"/>
                </a:lnTo>
                <a:lnTo>
                  <a:pt x="9535" y="5802"/>
                </a:lnTo>
                <a:lnTo>
                  <a:pt x="9541" y="5782"/>
                </a:lnTo>
                <a:lnTo>
                  <a:pt x="9548" y="5761"/>
                </a:lnTo>
                <a:lnTo>
                  <a:pt x="9555" y="5743"/>
                </a:lnTo>
                <a:lnTo>
                  <a:pt x="9564" y="5724"/>
                </a:lnTo>
                <a:lnTo>
                  <a:pt x="9573" y="5705"/>
                </a:lnTo>
                <a:lnTo>
                  <a:pt x="9584" y="5687"/>
                </a:lnTo>
                <a:lnTo>
                  <a:pt x="9595" y="5670"/>
                </a:lnTo>
                <a:lnTo>
                  <a:pt x="9606" y="5652"/>
                </a:lnTo>
                <a:lnTo>
                  <a:pt x="9619" y="5637"/>
                </a:lnTo>
                <a:lnTo>
                  <a:pt x="9632" y="5622"/>
                </a:lnTo>
                <a:lnTo>
                  <a:pt x="9647" y="5606"/>
                </a:lnTo>
                <a:lnTo>
                  <a:pt x="9662" y="5592"/>
                </a:lnTo>
                <a:lnTo>
                  <a:pt x="9677" y="5579"/>
                </a:lnTo>
                <a:lnTo>
                  <a:pt x="9693" y="5566"/>
                </a:lnTo>
                <a:lnTo>
                  <a:pt x="9709" y="5554"/>
                </a:lnTo>
                <a:lnTo>
                  <a:pt x="9727" y="5543"/>
                </a:lnTo>
                <a:lnTo>
                  <a:pt x="9745" y="5533"/>
                </a:lnTo>
                <a:lnTo>
                  <a:pt x="9764" y="5523"/>
                </a:lnTo>
                <a:lnTo>
                  <a:pt x="9783" y="5515"/>
                </a:lnTo>
                <a:lnTo>
                  <a:pt x="9802" y="5508"/>
                </a:lnTo>
                <a:lnTo>
                  <a:pt x="9822" y="5501"/>
                </a:lnTo>
                <a:lnTo>
                  <a:pt x="9842" y="5495"/>
                </a:lnTo>
                <a:lnTo>
                  <a:pt x="9862" y="5490"/>
                </a:lnTo>
                <a:lnTo>
                  <a:pt x="9884" y="5487"/>
                </a:lnTo>
                <a:lnTo>
                  <a:pt x="9905" y="5484"/>
                </a:lnTo>
                <a:lnTo>
                  <a:pt x="9926" y="5482"/>
                </a:lnTo>
                <a:lnTo>
                  <a:pt x="9949" y="5482"/>
                </a:lnTo>
                <a:lnTo>
                  <a:pt x="9970" y="5482"/>
                </a:lnTo>
                <a:lnTo>
                  <a:pt x="9993" y="5484"/>
                </a:lnTo>
                <a:lnTo>
                  <a:pt x="10014" y="5487"/>
                </a:lnTo>
                <a:lnTo>
                  <a:pt x="10035" y="5490"/>
                </a:lnTo>
                <a:lnTo>
                  <a:pt x="10055" y="5495"/>
                </a:lnTo>
                <a:lnTo>
                  <a:pt x="10076" y="5501"/>
                </a:lnTo>
                <a:lnTo>
                  <a:pt x="10096" y="5508"/>
                </a:lnTo>
                <a:lnTo>
                  <a:pt x="10115" y="5515"/>
                </a:lnTo>
                <a:lnTo>
                  <a:pt x="10134" y="5523"/>
                </a:lnTo>
                <a:lnTo>
                  <a:pt x="10153" y="5533"/>
                </a:lnTo>
                <a:lnTo>
                  <a:pt x="10170" y="5543"/>
                </a:lnTo>
                <a:lnTo>
                  <a:pt x="10187" y="5554"/>
                </a:lnTo>
                <a:lnTo>
                  <a:pt x="10205" y="5566"/>
                </a:lnTo>
                <a:lnTo>
                  <a:pt x="10220" y="5579"/>
                </a:lnTo>
                <a:lnTo>
                  <a:pt x="10235" y="5592"/>
                </a:lnTo>
                <a:lnTo>
                  <a:pt x="10251" y="5606"/>
                </a:lnTo>
                <a:lnTo>
                  <a:pt x="10265" y="5622"/>
                </a:lnTo>
                <a:lnTo>
                  <a:pt x="10278" y="5637"/>
                </a:lnTo>
                <a:lnTo>
                  <a:pt x="10291" y="5652"/>
                </a:lnTo>
                <a:lnTo>
                  <a:pt x="10303" y="5670"/>
                </a:lnTo>
                <a:lnTo>
                  <a:pt x="10314" y="5687"/>
                </a:lnTo>
                <a:lnTo>
                  <a:pt x="10324" y="5705"/>
                </a:lnTo>
                <a:lnTo>
                  <a:pt x="10334" y="5724"/>
                </a:lnTo>
                <a:lnTo>
                  <a:pt x="10342" y="5743"/>
                </a:lnTo>
                <a:lnTo>
                  <a:pt x="10350" y="5761"/>
                </a:lnTo>
                <a:lnTo>
                  <a:pt x="10356" y="5782"/>
                </a:lnTo>
                <a:lnTo>
                  <a:pt x="10362" y="5802"/>
                </a:lnTo>
                <a:lnTo>
                  <a:pt x="10367" y="5822"/>
                </a:lnTo>
                <a:lnTo>
                  <a:pt x="10371" y="5843"/>
                </a:lnTo>
                <a:lnTo>
                  <a:pt x="10374" y="5865"/>
                </a:lnTo>
                <a:lnTo>
                  <a:pt x="10375" y="5887"/>
                </a:lnTo>
                <a:lnTo>
                  <a:pt x="10376" y="5908"/>
                </a:lnTo>
                <a:lnTo>
                  <a:pt x="10375" y="5931"/>
                </a:lnTo>
                <a:lnTo>
                  <a:pt x="10374" y="5952"/>
                </a:lnTo>
                <a:lnTo>
                  <a:pt x="10371" y="5974"/>
                </a:lnTo>
                <a:lnTo>
                  <a:pt x="10367" y="5995"/>
                </a:lnTo>
                <a:lnTo>
                  <a:pt x="10362" y="6015"/>
                </a:lnTo>
                <a:lnTo>
                  <a:pt x="10356" y="6035"/>
                </a:lnTo>
                <a:lnTo>
                  <a:pt x="10350" y="6055"/>
                </a:lnTo>
                <a:lnTo>
                  <a:pt x="10342" y="6074"/>
                </a:lnTo>
                <a:lnTo>
                  <a:pt x="10334" y="6093"/>
                </a:lnTo>
                <a:lnTo>
                  <a:pt x="10324" y="6112"/>
                </a:lnTo>
                <a:lnTo>
                  <a:pt x="10314" y="6130"/>
                </a:lnTo>
                <a:lnTo>
                  <a:pt x="10303" y="6148"/>
                </a:lnTo>
                <a:lnTo>
                  <a:pt x="10291" y="6164"/>
                </a:lnTo>
                <a:lnTo>
                  <a:pt x="10278" y="6180"/>
                </a:lnTo>
                <a:lnTo>
                  <a:pt x="10265" y="6195"/>
                </a:lnTo>
                <a:lnTo>
                  <a:pt x="10251" y="6211"/>
                </a:lnTo>
                <a:lnTo>
                  <a:pt x="10235" y="6225"/>
                </a:lnTo>
                <a:lnTo>
                  <a:pt x="10220" y="6238"/>
                </a:lnTo>
                <a:lnTo>
                  <a:pt x="10205" y="6251"/>
                </a:lnTo>
                <a:lnTo>
                  <a:pt x="10187" y="6263"/>
                </a:lnTo>
                <a:lnTo>
                  <a:pt x="10170" y="6273"/>
                </a:lnTo>
                <a:lnTo>
                  <a:pt x="10153" y="6284"/>
                </a:lnTo>
                <a:lnTo>
                  <a:pt x="10134" y="6293"/>
                </a:lnTo>
                <a:lnTo>
                  <a:pt x="10115" y="6302"/>
                </a:lnTo>
                <a:lnTo>
                  <a:pt x="10096" y="6310"/>
                </a:lnTo>
                <a:lnTo>
                  <a:pt x="10076" y="6316"/>
                </a:lnTo>
                <a:lnTo>
                  <a:pt x="10055" y="6322"/>
                </a:lnTo>
                <a:lnTo>
                  <a:pt x="10035" y="6327"/>
                </a:lnTo>
                <a:lnTo>
                  <a:pt x="10014" y="6330"/>
                </a:lnTo>
                <a:lnTo>
                  <a:pt x="9993" y="6334"/>
                </a:lnTo>
                <a:lnTo>
                  <a:pt x="9970" y="6335"/>
                </a:lnTo>
                <a:lnTo>
                  <a:pt x="9949" y="6335"/>
                </a:lnTo>
                <a:close/>
              </a:path>
            </a:pathLst>
          </a:custGeom>
          <a:solidFill>
            <a:schemeClr val="bg2">
              <a:alpha val="65000"/>
            </a:schemeClr>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a:solidFill>
                <a:srgbClr val="FFFFFF"/>
              </a:solidFill>
            </a:endParaRPr>
          </a:p>
        </p:txBody>
      </p:sp>
      <p:sp>
        <p:nvSpPr>
          <p:cNvPr id="5" name="矩形 4"/>
          <p:cNvSpPr/>
          <p:nvPr/>
        </p:nvSpPr>
        <p:spPr>
          <a:xfrm>
            <a:off x="2280742" y="1684315"/>
            <a:ext cx="4134465" cy="581762"/>
          </a:xfrm>
          <a:prstGeom prst="rect">
            <a:avLst/>
          </a:prstGeom>
        </p:spPr>
        <p:txBody>
          <a:bodyPr wrap="none">
            <a:spAutoFit/>
          </a:bodyPr>
          <a:lstStyle/>
          <a:p>
            <a:pPr>
              <a:lnSpc>
                <a:spcPct val="125000"/>
              </a:lnSpc>
              <a:buClr>
                <a:schemeClr val="accent1"/>
              </a:buClr>
              <a:defRPr/>
            </a:pPr>
            <a:r>
              <a:rPr lang="zh-CN" altLang="en-US" sz="2800" b="1" dirty="0">
                <a:latin typeface="微软雅黑" panose="020B0503020204020204" pitchFamily="34" charset="-122"/>
                <a:ea typeface="微软雅黑" panose="020B0503020204020204" pitchFamily="34" charset="-122"/>
              </a:rPr>
              <a:t>实例：电动汽车控制系统</a:t>
            </a:r>
            <a:endParaRPr lang="en-US" altLang="zh-CN" sz="2800" b="1" dirty="0">
              <a:latin typeface="微软雅黑" panose="020B0503020204020204" pitchFamily="34" charset="-122"/>
              <a:ea typeface="微软雅黑" panose="020B0503020204020204" pitchFamily="34" charset="-122"/>
            </a:endParaRPr>
          </a:p>
        </p:txBody>
      </p:sp>
      <p:sp>
        <p:nvSpPr>
          <p:cNvPr id="7" name="矩形 6"/>
          <p:cNvSpPr/>
          <p:nvPr/>
        </p:nvSpPr>
        <p:spPr>
          <a:xfrm>
            <a:off x="2190879" y="2933766"/>
            <a:ext cx="8209266" cy="2477601"/>
          </a:xfrm>
          <a:prstGeom prst="rect">
            <a:avLst/>
          </a:prstGeom>
        </p:spPr>
        <p:txBody>
          <a:bodyPr wrap="square">
            <a:spAutoFit/>
          </a:bodyPr>
          <a:lstStyle/>
          <a:p>
            <a:pPr>
              <a:lnSpc>
                <a:spcPct val="125000"/>
              </a:lnSpc>
              <a:buClr>
                <a:schemeClr val="accent1"/>
              </a:buClr>
              <a:buSzPct val="100000"/>
            </a:pPr>
            <a:r>
              <a:rPr lang="zh-CN" altLang="en-US" sz="2400" b="1" dirty="0">
                <a:latin typeface="+mn-ea"/>
              </a:rPr>
              <a:t>车辆控制的基本功能需求</a:t>
            </a:r>
            <a:r>
              <a:rPr lang="en-US" altLang="zh-CN" sz="2400" b="1" dirty="0">
                <a:latin typeface="+mn-ea"/>
              </a:rPr>
              <a:t>:</a:t>
            </a:r>
            <a:endParaRPr lang="zh-CN" altLang="en-US" sz="2400" b="1" dirty="0">
              <a:latin typeface="+mn-ea"/>
            </a:endParaRPr>
          </a:p>
          <a:p>
            <a:pPr marL="285750" indent="-285750" algn="just">
              <a:lnSpc>
                <a:spcPct val="125000"/>
              </a:lnSpc>
              <a:buSzPct val="100000"/>
              <a:buFont typeface="Arial" pitchFamily="34" charset="0"/>
              <a:buChar char="•"/>
            </a:pPr>
            <a:r>
              <a:rPr lang="zh-CN" altLang="en-US" sz="2000" dirty="0">
                <a:latin typeface="微软雅黑" pitchFamily="34" charset="-122"/>
                <a:ea typeface="微软雅黑" pitchFamily="34" charset="-122"/>
              </a:rPr>
              <a:t>若车辆停止</a:t>
            </a:r>
            <a:r>
              <a:rPr lang="en-US" altLang="zh-CN" sz="2000" dirty="0">
                <a:latin typeface="微软雅黑" pitchFamily="34" charset="-122"/>
                <a:ea typeface="微软雅黑" pitchFamily="34" charset="-122"/>
              </a:rPr>
              <a:t>(parking), </a:t>
            </a:r>
            <a:r>
              <a:rPr lang="zh-CN" altLang="en-US" sz="2000" dirty="0">
                <a:latin typeface="微软雅黑" pitchFamily="34" charset="-122"/>
                <a:ea typeface="微软雅黑" pitchFamily="34" charset="-122"/>
              </a:rPr>
              <a:t>当按下</a:t>
            </a:r>
            <a:r>
              <a:rPr lang="en-US" altLang="zh-CN" sz="2000" dirty="0">
                <a:latin typeface="微软雅黑" pitchFamily="34" charset="-122"/>
                <a:ea typeface="微软雅黑" pitchFamily="34" charset="-122"/>
              </a:rPr>
              <a:t>“Start”</a:t>
            </a:r>
            <a:r>
              <a:rPr lang="zh-CN" altLang="en-US" sz="2000" dirty="0">
                <a:latin typeface="微软雅黑" pitchFamily="34" charset="-122"/>
                <a:ea typeface="微软雅黑" pitchFamily="34" charset="-122"/>
              </a:rPr>
              <a:t>按钮</a:t>
            </a:r>
            <a:r>
              <a:rPr lang="en-US" altLang="zh-CN" sz="2000" dirty="0">
                <a:latin typeface="微软雅黑" pitchFamily="34" charset="-122"/>
                <a:ea typeface="微软雅黑" pitchFamily="34" charset="-122"/>
              </a:rPr>
              <a:t>, </a:t>
            </a:r>
            <a:r>
              <a:rPr lang="zh-CN" altLang="en-US" sz="2000" dirty="0">
                <a:latin typeface="微软雅黑" pitchFamily="34" charset="-122"/>
                <a:ea typeface="微软雅黑" pitchFamily="34" charset="-122"/>
              </a:rPr>
              <a:t>车辆开始前进</a:t>
            </a:r>
            <a:r>
              <a:rPr lang="en-US" altLang="zh-CN" sz="2000" dirty="0">
                <a:latin typeface="微软雅黑" pitchFamily="34" charset="-122"/>
                <a:ea typeface="微软雅黑" pitchFamily="34" charset="-122"/>
              </a:rPr>
              <a:t> </a:t>
            </a:r>
            <a:endParaRPr lang="zh-CN" altLang="en-US" sz="2000" dirty="0">
              <a:latin typeface="微软雅黑" pitchFamily="34" charset="-122"/>
              <a:ea typeface="微软雅黑" pitchFamily="34" charset="-122"/>
            </a:endParaRPr>
          </a:p>
          <a:p>
            <a:pPr marL="285750" indent="-285750" algn="just">
              <a:lnSpc>
                <a:spcPct val="125000"/>
              </a:lnSpc>
              <a:buSzPct val="100000"/>
              <a:buFont typeface="Arial" pitchFamily="34" charset="0"/>
              <a:buChar char="•"/>
            </a:pPr>
            <a:r>
              <a:rPr lang="zh-CN" altLang="en-US" sz="2000" dirty="0">
                <a:latin typeface="微软雅黑" pitchFamily="34" charset="-122"/>
                <a:ea typeface="微软雅黑" pitchFamily="34" charset="-122"/>
              </a:rPr>
              <a:t>若车辆停止</a:t>
            </a:r>
            <a:r>
              <a:rPr lang="en-US" altLang="zh-CN" sz="2000" dirty="0">
                <a:latin typeface="微软雅黑" pitchFamily="34" charset="-122"/>
                <a:ea typeface="微软雅黑" pitchFamily="34" charset="-122"/>
              </a:rPr>
              <a:t>(parking), </a:t>
            </a:r>
            <a:r>
              <a:rPr lang="zh-CN" altLang="en-US" sz="2000" dirty="0">
                <a:latin typeface="微软雅黑" pitchFamily="34" charset="-122"/>
                <a:ea typeface="微软雅黑" pitchFamily="34" charset="-122"/>
              </a:rPr>
              <a:t>当按下</a:t>
            </a:r>
            <a:r>
              <a:rPr lang="en-US" altLang="zh-CN" sz="2000" dirty="0">
                <a:latin typeface="微软雅黑" pitchFamily="34" charset="-122"/>
                <a:ea typeface="微软雅黑" pitchFamily="34" charset="-122"/>
              </a:rPr>
              <a:t>“Reverse”</a:t>
            </a:r>
            <a:r>
              <a:rPr lang="zh-CN" altLang="en-US" sz="2000" dirty="0">
                <a:latin typeface="微软雅黑" pitchFamily="34" charset="-122"/>
                <a:ea typeface="微软雅黑" pitchFamily="34" charset="-122"/>
              </a:rPr>
              <a:t>按钮</a:t>
            </a:r>
            <a:r>
              <a:rPr lang="en-US" altLang="zh-CN" sz="2000" dirty="0">
                <a:latin typeface="微软雅黑" pitchFamily="34" charset="-122"/>
                <a:ea typeface="微软雅黑" pitchFamily="34" charset="-122"/>
              </a:rPr>
              <a:t>, </a:t>
            </a:r>
            <a:r>
              <a:rPr lang="zh-CN" altLang="en-US" sz="2000" dirty="0">
                <a:latin typeface="微软雅黑" pitchFamily="34" charset="-122"/>
                <a:ea typeface="微软雅黑" pitchFamily="34" charset="-122"/>
              </a:rPr>
              <a:t>车辆开始倒车</a:t>
            </a:r>
            <a:r>
              <a:rPr lang="en-US" altLang="zh-CN" sz="2000" dirty="0">
                <a:latin typeface="微软雅黑" pitchFamily="34" charset="-122"/>
                <a:ea typeface="微软雅黑" pitchFamily="34" charset="-122"/>
              </a:rPr>
              <a:t> </a:t>
            </a:r>
            <a:endParaRPr lang="zh-CN" altLang="en-US" sz="2000" dirty="0">
              <a:latin typeface="微软雅黑" pitchFamily="34" charset="-122"/>
              <a:ea typeface="微软雅黑" pitchFamily="34" charset="-122"/>
            </a:endParaRPr>
          </a:p>
          <a:p>
            <a:pPr marL="285750" indent="-285750" algn="just">
              <a:lnSpc>
                <a:spcPct val="125000"/>
              </a:lnSpc>
              <a:buSzPct val="100000"/>
              <a:buFont typeface="Arial" pitchFamily="34" charset="0"/>
              <a:buChar char="•"/>
            </a:pPr>
            <a:r>
              <a:rPr lang="zh-CN" altLang="en-US" sz="2000" dirty="0">
                <a:latin typeface="微软雅黑" pitchFamily="34" charset="-122"/>
                <a:ea typeface="微软雅黑" pitchFamily="34" charset="-122"/>
              </a:rPr>
              <a:t>若车辆在行驶</a:t>
            </a:r>
            <a:r>
              <a:rPr lang="en-US" altLang="zh-CN" sz="2000" dirty="0">
                <a:latin typeface="微软雅黑" pitchFamily="34" charset="-122"/>
                <a:ea typeface="微软雅黑" pitchFamily="34" charset="-122"/>
              </a:rPr>
              <a:t>(running), </a:t>
            </a:r>
            <a:r>
              <a:rPr lang="zh-CN" altLang="en-US" sz="2000" dirty="0">
                <a:latin typeface="微软雅黑" pitchFamily="34" charset="-122"/>
                <a:ea typeface="微软雅黑" pitchFamily="34" charset="-122"/>
              </a:rPr>
              <a:t>当按下</a:t>
            </a:r>
            <a:r>
              <a:rPr lang="en-US" altLang="zh-CN" sz="2000" dirty="0">
                <a:latin typeface="微软雅黑" pitchFamily="34" charset="-122"/>
                <a:ea typeface="微软雅黑" pitchFamily="34" charset="-122"/>
              </a:rPr>
              <a:t>“Accelerate”</a:t>
            </a:r>
            <a:r>
              <a:rPr lang="zh-CN" altLang="en-US" sz="2000" dirty="0">
                <a:latin typeface="微软雅黑" pitchFamily="34" charset="-122"/>
                <a:ea typeface="微软雅黑" pitchFamily="34" charset="-122"/>
              </a:rPr>
              <a:t>按钮</a:t>
            </a:r>
            <a:r>
              <a:rPr lang="en-US" altLang="zh-CN" sz="2000" dirty="0">
                <a:latin typeface="微软雅黑" pitchFamily="34" charset="-122"/>
                <a:ea typeface="微软雅黑" pitchFamily="34" charset="-122"/>
              </a:rPr>
              <a:t>, </a:t>
            </a:r>
            <a:r>
              <a:rPr lang="zh-CN" altLang="en-US" sz="2000" dirty="0">
                <a:latin typeface="微软雅黑" pitchFamily="34" charset="-122"/>
                <a:ea typeface="微软雅黑" pitchFamily="34" charset="-122"/>
              </a:rPr>
              <a:t>车辆开始加速</a:t>
            </a:r>
          </a:p>
          <a:p>
            <a:pPr marL="285750" indent="-285750" algn="just">
              <a:lnSpc>
                <a:spcPct val="125000"/>
              </a:lnSpc>
              <a:buSzPct val="100000"/>
              <a:buFont typeface="Arial" pitchFamily="34" charset="0"/>
              <a:buChar char="•"/>
            </a:pPr>
            <a:r>
              <a:rPr lang="zh-CN" altLang="en-US" sz="2000" dirty="0">
                <a:latin typeface="微软雅黑" pitchFamily="34" charset="-122"/>
                <a:ea typeface="微软雅黑" pitchFamily="34" charset="-122"/>
              </a:rPr>
              <a:t>若车辆在行驶</a:t>
            </a:r>
            <a:r>
              <a:rPr lang="en-US" altLang="zh-CN" sz="2000" dirty="0">
                <a:latin typeface="微软雅黑" pitchFamily="34" charset="-122"/>
                <a:ea typeface="微软雅黑" pitchFamily="34" charset="-122"/>
              </a:rPr>
              <a:t>(running), </a:t>
            </a:r>
            <a:r>
              <a:rPr lang="zh-CN" altLang="en-US" sz="2000" dirty="0">
                <a:latin typeface="微软雅黑" pitchFamily="34" charset="-122"/>
                <a:ea typeface="微软雅黑" pitchFamily="34" charset="-122"/>
              </a:rPr>
              <a:t>当按下</a:t>
            </a:r>
            <a:r>
              <a:rPr lang="en-US" altLang="zh-CN" sz="2000" dirty="0">
                <a:latin typeface="微软雅黑" pitchFamily="34" charset="-122"/>
                <a:ea typeface="微软雅黑" pitchFamily="34" charset="-122"/>
              </a:rPr>
              <a:t>“Decelerate”</a:t>
            </a:r>
            <a:r>
              <a:rPr lang="zh-CN" altLang="en-US" sz="2000" dirty="0">
                <a:latin typeface="微软雅黑" pitchFamily="34" charset="-122"/>
                <a:ea typeface="微软雅黑" pitchFamily="34" charset="-122"/>
              </a:rPr>
              <a:t>按钮</a:t>
            </a:r>
            <a:r>
              <a:rPr lang="en-US" altLang="zh-CN" sz="2000" dirty="0">
                <a:latin typeface="微软雅黑" pitchFamily="34" charset="-122"/>
                <a:ea typeface="微软雅黑" pitchFamily="34" charset="-122"/>
              </a:rPr>
              <a:t>, </a:t>
            </a:r>
            <a:r>
              <a:rPr lang="zh-CN" altLang="en-US" sz="2000" dirty="0">
                <a:latin typeface="微软雅黑" pitchFamily="34" charset="-122"/>
                <a:ea typeface="微软雅黑" pitchFamily="34" charset="-122"/>
              </a:rPr>
              <a:t>车辆开始减速</a:t>
            </a:r>
            <a:r>
              <a:rPr lang="en-US" altLang="zh-CN" sz="2000" dirty="0">
                <a:latin typeface="微软雅黑" pitchFamily="34" charset="-122"/>
                <a:ea typeface="微软雅黑" pitchFamily="34" charset="-122"/>
              </a:rPr>
              <a:t> </a:t>
            </a:r>
            <a:endParaRPr lang="zh-CN" altLang="en-US" sz="2000" dirty="0">
              <a:latin typeface="微软雅黑" pitchFamily="34" charset="-122"/>
              <a:ea typeface="微软雅黑" pitchFamily="34" charset="-122"/>
            </a:endParaRPr>
          </a:p>
          <a:p>
            <a:pPr marL="285750" indent="-285750" algn="just">
              <a:lnSpc>
                <a:spcPct val="125000"/>
              </a:lnSpc>
              <a:buSzPct val="100000"/>
              <a:buFont typeface="Arial" pitchFamily="34" charset="0"/>
              <a:buChar char="•"/>
            </a:pPr>
            <a:r>
              <a:rPr lang="zh-CN" altLang="en-US" sz="2000" dirty="0">
                <a:latin typeface="微软雅黑" pitchFamily="34" charset="-122"/>
                <a:ea typeface="微软雅黑" pitchFamily="34" charset="-122"/>
              </a:rPr>
              <a:t>若车辆在行驶</a:t>
            </a:r>
            <a:r>
              <a:rPr lang="en-US" altLang="zh-CN" sz="2000" dirty="0">
                <a:latin typeface="微软雅黑" pitchFamily="34" charset="-122"/>
                <a:ea typeface="微软雅黑" pitchFamily="34" charset="-122"/>
              </a:rPr>
              <a:t>(running), </a:t>
            </a:r>
            <a:r>
              <a:rPr lang="zh-CN" altLang="en-US" sz="2000" dirty="0">
                <a:latin typeface="微软雅黑" pitchFamily="34" charset="-122"/>
                <a:ea typeface="微软雅黑" pitchFamily="34" charset="-122"/>
              </a:rPr>
              <a:t>当按下</a:t>
            </a:r>
            <a:r>
              <a:rPr lang="en-US" altLang="zh-CN" sz="2000" dirty="0">
                <a:latin typeface="微软雅黑" pitchFamily="34" charset="-122"/>
                <a:ea typeface="微软雅黑" pitchFamily="34" charset="-122"/>
              </a:rPr>
              <a:t>“Stop”</a:t>
            </a:r>
            <a:r>
              <a:rPr lang="zh-CN" altLang="en-US" sz="2000" dirty="0">
                <a:latin typeface="微软雅黑" pitchFamily="34" charset="-122"/>
                <a:ea typeface="微软雅黑" pitchFamily="34" charset="-122"/>
              </a:rPr>
              <a:t>按钮</a:t>
            </a:r>
            <a:r>
              <a:rPr lang="en-US" altLang="zh-CN" sz="2000" dirty="0">
                <a:latin typeface="微软雅黑" pitchFamily="34" charset="-122"/>
                <a:ea typeface="微软雅黑" pitchFamily="34" charset="-122"/>
              </a:rPr>
              <a:t>, </a:t>
            </a:r>
            <a:r>
              <a:rPr lang="zh-CN" altLang="en-US" sz="2000" dirty="0">
                <a:latin typeface="微软雅黑" pitchFamily="34" charset="-122"/>
                <a:ea typeface="微软雅黑" pitchFamily="34" charset="-122"/>
              </a:rPr>
              <a:t>车辆减速并停止</a:t>
            </a:r>
          </a:p>
        </p:txBody>
      </p:sp>
      <p:pic>
        <p:nvPicPr>
          <p:cNvPr id="9" name="图片 8"/>
          <p:cNvPicPr>
            <a:picLocks noChangeAspect="1"/>
          </p:cNvPicPr>
          <p:nvPr/>
        </p:nvPicPr>
        <p:blipFill>
          <a:blip r:embed="rId2"/>
          <a:stretch>
            <a:fillRect/>
          </a:stretch>
        </p:blipFill>
        <p:spPr>
          <a:xfrm>
            <a:off x="6531866" y="1684316"/>
            <a:ext cx="2381527" cy="1065741"/>
          </a:xfrm>
          <a:prstGeom prst="rect">
            <a:avLst/>
          </a:prstGeom>
        </p:spPr>
      </p:pic>
      <p:sp>
        <p:nvSpPr>
          <p:cNvPr id="4" name="文本框 3"/>
          <p:cNvSpPr txBox="1"/>
          <p:nvPr/>
        </p:nvSpPr>
        <p:spPr>
          <a:xfrm>
            <a:off x="2869881" y="5569528"/>
            <a:ext cx="5729175" cy="830997"/>
          </a:xfrm>
          <a:prstGeom prst="rect">
            <a:avLst/>
          </a:prstGeom>
          <a:solidFill>
            <a:srgbClr val="FFFF00"/>
          </a:solidFill>
        </p:spPr>
        <p:txBody>
          <a:bodyPr wrap="square" rtlCol="0">
            <a:spAutoFit/>
          </a:bodyPr>
          <a:lstStyle/>
          <a:p>
            <a:r>
              <a:rPr lang="zh-CN" altLang="en-US" sz="2400" dirty="0"/>
              <a:t>这样的控制软件，需求完整吗？</a:t>
            </a:r>
            <a:endParaRPr lang="en-US" altLang="zh-CN" sz="2400" dirty="0"/>
          </a:p>
          <a:p>
            <a:r>
              <a:rPr lang="zh-CN" altLang="en-US" sz="2400" dirty="0"/>
              <a:t>能否通过状态和输入输出关系，进行分析？</a:t>
            </a:r>
          </a:p>
        </p:txBody>
      </p:sp>
    </p:spTree>
    <p:extLst>
      <p:ext uri="{BB962C8B-B14F-4D97-AF65-F5344CB8AC3E}">
        <p14:creationId xmlns:p14="http://schemas.microsoft.com/office/powerpoint/2010/main" val="2534198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280741" y="1579005"/>
            <a:ext cx="5727850" cy="581762"/>
          </a:xfrm>
          <a:prstGeom prst="rect">
            <a:avLst/>
          </a:prstGeom>
        </p:spPr>
        <p:txBody>
          <a:bodyPr wrap="none">
            <a:spAutoFit/>
          </a:bodyPr>
          <a:lstStyle/>
          <a:p>
            <a:pPr>
              <a:lnSpc>
                <a:spcPct val="125000"/>
              </a:lnSpc>
              <a:buClr>
                <a:schemeClr val="accent1"/>
              </a:buClr>
              <a:defRPr/>
            </a:pPr>
            <a:r>
              <a:rPr lang="zh-CN" altLang="en-US" sz="2800" b="1" dirty="0">
                <a:latin typeface="微软雅黑" panose="020B0503020204020204" pitchFamily="34" charset="-122"/>
                <a:ea typeface="微软雅黑" panose="020B0503020204020204" pitchFamily="34" charset="-122"/>
              </a:rPr>
              <a:t>电动汽车控制系统事件</a:t>
            </a:r>
            <a:r>
              <a:rPr lang="en-US" altLang="zh-CN" sz="2800" b="1" dirty="0">
                <a:latin typeface="微软雅黑" panose="020B0503020204020204" pitchFamily="34" charset="-122"/>
                <a:ea typeface="微软雅黑" panose="020B0503020204020204" pitchFamily="34" charset="-122"/>
              </a:rPr>
              <a:t>-</a:t>
            </a:r>
            <a:r>
              <a:rPr lang="zh-CN" altLang="en-US" sz="2800" b="1" dirty="0">
                <a:latin typeface="微软雅黑" panose="020B0503020204020204" pitchFamily="34" charset="-122"/>
                <a:ea typeface="微软雅黑" panose="020B0503020204020204" pitchFamily="34" charset="-122"/>
              </a:rPr>
              <a:t>响应关系表</a:t>
            </a:r>
            <a:endParaRPr lang="en-US" altLang="zh-CN" sz="2800" b="1" dirty="0">
              <a:latin typeface="微软雅黑" panose="020B0503020204020204" pitchFamily="34" charset="-122"/>
              <a:ea typeface="微软雅黑" panose="020B0503020204020204" pitchFamily="34" charset="-122"/>
            </a:endParaRPr>
          </a:p>
        </p:txBody>
      </p:sp>
      <p:graphicFrame>
        <p:nvGraphicFramePr>
          <p:cNvPr id="9" name="内容占位符 3"/>
          <p:cNvGraphicFramePr>
            <a:graphicFrameLocks/>
          </p:cNvGraphicFramePr>
          <p:nvPr/>
        </p:nvGraphicFramePr>
        <p:xfrm>
          <a:off x="2365920" y="2510277"/>
          <a:ext cx="7472860" cy="2276476"/>
        </p:xfrm>
        <a:graphic>
          <a:graphicData uri="http://schemas.openxmlformats.org/drawingml/2006/table">
            <a:tbl>
              <a:tblPr firstRow="1" bandRow="1">
                <a:tableStyleId>{F5AB1C69-6EDB-4FF4-983F-18BD219EF322}</a:tableStyleId>
              </a:tblPr>
              <a:tblGrid>
                <a:gridCol w="3235205">
                  <a:extLst>
                    <a:ext uri="{9D8B030D-6E8A-4147-A177-3AD203B41FA5}">
                      <a16:colId xmlns:a16="http://schemas.microsoft.com/office/drawing/2014/main" val="20000"/>
                    </a:ext>
                  </a:extLst>
                </a:gridCol>
                <a:gridCol w="1928969">
                  <a:extLst>
                    <a:ext uri="{9D8B030D-6E8A-4147-A177-3AD203B41FA5}">
                      <a16:colId xmlns:a16="http://schemas.microsoft.com/office/drawing/2014/main" val="20001"/>
                    </a:ext>
                  </a:extLst>
                </a:gridCol>
                <a:gridCol w="2308686">
                  <a:extLst>
                    <a:ext uri="{9D8B030D-6E8A-4147-A177-3AD203B41FA5}">
                      <a16:colId xmlns:a16="http://schemas.microsoft.com/office/drawing/2014/main" val="20002"/>
                    </a:ext>
                  </a:extLst>
                </a:gridCol>
              </a:tblGrid>
              <a:tr h="396294">
                <a:tc>
                  <a:txBody>
                    <a:bodyPr/>
                    <a:lstStyle/>
                    <a:p>
                      <a:r>
                        <a:rPr lang="en-US" altLang="zh-CN" sz="2000" dirty="0"/>
                        <a:t>Event</a:t>
                      </a:r>
                      <a:endParaRPr lang="zh-CN" altLang="en-US" sz="2000" dirty="0"/>
                    </a:p>
                  </a:txBody>
                  <a:tcPr marL="91444" marR="91444" marT="45736" marB="45736"/>
                </a:tc>
                <a:tc>
                  <a:txBody>
                    <a:bodyPr/>
                    <a:lstStyle/>
                    <a:p>
                      <a:r>
                        <a:rPr lang="en-US" altLang="zh-CN" sz="2000" dirty="0"/>
                        <a:t>State</a:t>
                      </a:r>
                      <a:endParaRPr lang="zh-CN" altLang="en-US" sz="2000" dirty="0"/>
                    </a:p>
                  </a:txBody>
                  <a:tcPr marL="91444" marR="91444" marT="45736" marB="45736"/>
                </a:tc>
                <a:tc>
                  <a:txBody>
                    <a:bodyPr/>
                    <a:lstStyle/>
                    <a:p>
                      <a:r>
                        <a:rPr lang="en-US" altLang="zh-CN" sz="2000" dirty="0"/>
                        <a:t>Response</a:t>
                      </a:r>
                      <a:endParaRPr lang="zh-CN" altLang="en-US" sz="2000" dirty="0"/>
                    </a:p>
                  </a:txBody>
                  <a:tcPr marL="91444" marR="91444" marT="45736" marB="45736"/>
                </a:tc>
                <a:extLst>
                  <a:ext uri="{0D108BD9-81ED-4DB2-BD59-A6C34878D82A}">
                    <a16:rowId xmlns:a16="http://schemas.microsoft.com/office/drawing/2014/main" val="10000"/>
                  </a:ext>
                </a:extLst>
              </a:tr>
              <a:tr h="396294">
                <a:tc>
                  <a:txBody>
                    <a:bodyPr/>
                    <a:lstStyle/>
                    <a:p>
                      <a:r>
                        <a:rPr lang="en-US" sz="2000" kern="1200" dirty="0"/>
                        <a:t>press button “Start”</a:t>
                      </a:r>
                      <a:endParaRPr lang="zh-CN" altLang="en-US" sz="2000" dirty="0"/>
                    </a:p>
                  </a:txBody>
                  <a:tcPr marL="91444" marR="91444" marT="45736" marB="45736"/>
                </a:tc>
                <a:tc>
                  <a:txBody>
                    <a:bodyPr/>
                    <a:lstStyle/>
                    <a:p>
                      <a:pPr algn="just">
                        <a:spcAft>
                          <a:spcPts val="0"/>
                        </a:spcAft>
                      </a:pPr>
                      <a:r>
                        <a:rPr lang="en-US" sz="2000" kern="1200" dirty="0"/>
                        <a:t>parking </a:t>
                      </a:r>
                      <a:endParaRPr lang="zh-CN" sz="2000" kern="1200" dirty="0">
                        <a:solidFill>
                          <a:schemeClr val="dk1"/>
                        </a:solidFill>
                        <a:latin typeface="+mn-lt"/>
                        <a:ea typeface="+mn-ea"/>
                        <a:cs typeface="+mn-cs"/>
                      </a:endParaRPr>
                    </a:p>
                  </a:txBody>
                  <a:tcPr marL="68583" marR="68583" marT="0" marB="0"/>
                </a:tc>
                <a:tc>
                  <a:txBody>
                    <a:bodyPr/>
                    <a:lstStyle/>
                    <a:p>
                      <a:pPr algn="just">
                        <a:spcAft>
                          <a:spcPts val="0"/>
                        </a:spcAft>
                      </a:pPr>
                      <a:r>
                        <a:rPr lang="en-US" sz="2000" kern="1200" dirty="0"/>
                        <a:t>Run </a:t>
                      </a:r>
                      <a:endParaRPr lang="zh-CN" sz="2000" kern="1200" dirty="0">
                        <a:solidFill>
                          <a:schemeClr val="dk1"/>
                        </a:solidFill>
                        <a:latin typeface="+mn-lt"/>
                        <a:ea typeface="+mn-ea"/>
                        <a:cs typeface="+mn-cs"/>
                      </a:endParaRPr>
                    </a:p>
                  </a:txBody>
                  <a:tcPr marL="68583" marR="68583" marT="0" marB="0"/>
                </a:tc>
                <a:extLst>
                  <a:ext uri="{0D108BD9-81ED-4DB2-BD59-A6C34878D82A}">
                    <a16:rowId xmlns:a16="http://schemas.microsoft.com/office/drawing/2014/main" val="10001"/>
                  </a:ext>
                </a:extLst>
              </a:tr>
              <a:tr h="370972">
                <a:tc>
                  <a:txBody>
                    <a:bodyPr/>
                    <a:lstStyle/>
                    <a:p>
                      <a:pPr marL="0" algn="l" defTabSz="917966" rtl="0" eaLnBrk="1" latinLnBrk="0" hangingPunct="1">
                        <a:spcAft>
                          <a:spcPts val="0"/>
                        </a:spcAft>
                      </a:pPr>
                      <a:r>
                        <a:rPr lang="en-US" sz="2000" kern="1200" dirty="0"/>
                        <a:t>press button “Reverse”</a:t>
                      </a:r>
                      <a:endParaRPr lang="zh-CN" sz="2000" kern="1200" dirty="0">
                        <a:solidFill>
                          <a:schemeClr val="dk1"/>
                        </a:solidFill>
                        <a:latin typeface="+mn-lt"/>
                        <a:ea typeface="+mn-ea"/>
                        <a:cs typeface="+mn-cs"/>
                      </a:endParaRPr>
                    </a:p>
                  </a:txBody>
                  <a:tcPr marL="68583" marR="68583" marT="0" marB="0"/>
                </a:tc>
                <a:tc>
                  <a:txBody>
                    <a:bodyPr/>
                    <a:lstStyle/>
                    <a:p>
                      <a:pPr algn="just">
                        <a:spcAft>
                          <a:spcPts val="0"/>
                        </a:spcAft>
                      </a:pPr>
                      <a:r>
                        <a:rPr lang="en-US" sz="2000" kern="1200" dirty="0"/>
                        <a:t>Parking </a:t>
                      </a:r>
                      <a:endParaRPr lang="zh-CN" sz="2000" kern="1200" dirty="0">
                        <a:solidFill>
                          <a:schemeClr val="dk1"/>
                        </a:solidFill>
                        <a:latin typeface="+mn-lt"/>
                        <a:ea typeface="+mn-ea"/>
                        <a:cs typeface="+mn-cs"/>
                      </a:endParaRPr>
                    </a:p>
                  </a:txBody>
                  <a:tcPr marL="68583" marR="68583" marT="0" marB="0"/>
                </a:tc>
                <a:tc>
                  <a:txBody>
                    <a:bodyPr/>
                    <a:lstStyle/>
                    <a:p>
                      <a:pPr algn="just">
                        <a:spcAft>
                          <a:spcPts val="0"/>
                        </a:spcAft>
                      </a:pPr>
                      <a:r>
                        <a:rPr lang="en-US" sz="2000" kern="1200" dirty="0"/>
                        <a:t>Back up</a:t>
                      </a:r>
                      <a:endParaRPr lang="zh-CN" sz="2000" kern="1200" dirty="0">
                        <a:solidFill>
                          <a:schemeClr val="dk1"/>
                        </a:solidFill>
                        <a:latin typeface="+mn-lt"/>
                        <a:ea typeface="+mn-ea"/>
                        <a:cs typeface="+mn-cs"/>
                      </a:endParaRPr>
                    </a:p>
                  </a:txBody>
                  <a:tcPr marL="68583" marR="68583" marT="0" marB="0"/>
                </a:tc>
                <a:extLst>
                  <a:ext uri="{0D108BD9-81ED-4DB2-BD59-A6C34878D82A}">
                    <a16:rowId xmlns:a16="http://schemas.microsoft.com/office/drawing/2014/main" val="10002"/>
                  </a:ext>
                </a:extLst>
              </a:tr>
              <a:tr h="370972">
                <a:tc>
                  <a:txBody>
                    <a:bodyPr/>
                    <a:lstStyle/>
                    <a:p>
                      <a:pPr algn="just">
                        <a:spcAft>
                          <a:spcPts val="0"/>
                        </a:spcAft>
                      </a:pPr>
                      <a:r>
                        <a:rPr lang="en-US" sz="2000" kern="1200" dirty="0"/>
                        <a:t>press button  “Accelerate”</a:t>
                      </a:r>
                      <a:endParaRPr lang="zh-CN" sz="2000" kern="1200" dirty="0">
                        <a:solidFill>
                          <a:schemeClr val="dk1"/>
                        </a:solidFill>
                        <a:latin typeface="+mn-lt"/>
                        <a:ea typeface="+mn-ea"/>
                        <a:cs typeface="+mn-cs"/>
                      </a:endParaRPr>
                    </a:p>
                  </a:txBody>
                  <a:tcPr marL="68583" marR="68583" marT="0" marB="0"/>
                </a:tc>
                <a:tc>
                  <a:txBody>
                    <a:bodyPr/>
                    <a:lstStyle/>
                    <a:p>
                      <a:pPr algn="just">
                        <a:spcAft>
                          <a:spcPts val="0"/>
                        </a:spcAft>
                      </a:pPr>
                      <a:r>
                        <a:rPr lang="en-US" sz="2000" kern="1200" dirty="0"/>
                        <a:t>running</a:t>
                      </a:r>
                      <a:endParaRPr lang="zh-CN" sz="2000" kern="1200" dirty="0">
                        <a:solidFill>
                          <a:schemeClr val="dk1"/>
                        </a:solidFill>
                        <a:latin typeface="+mn-lt"/>
                        <a:ea typeface="+mn-ea"/>
                        <a:cs typeface="+mn-cs"/>
                      </a:endParaRPr>
                    </a:p>
                  </a:txBody>
                  <a:tcPr marL="68583" marR="68583" marT="0" marB="0"/>
                </a:tc>
                <a:tc>
                  <a:txBody>
                    <a:bodyPr/>
                    <a:lstStyle/>
                    <a:p>
                      <a:pPr algn="just">
                        <a:spcAft>
                          <a:spcPts val="0"/>
                        </a:spcAft>
                      </a:pPr>
                      <a:r>
                        <a:rPr lang="en-US" sz="2000" kern="1200" dirty="0"/>
                        <a:t>Speed up</a:t>
                      </a:r>
                      <a:endParaRPr lang="zh-CN" sz="2000" kern="1200" dirty="0">
                        <a:solidFill>
                          <a:schemeClr val="dk1"/>
                        </a:solidFill>
                        <a:latin typeface="+mn-lt"/>
                        <a:ea typeface="+mn-ea"/>
                        <a:cs typeface="+mn-cs"/>
                      </a:endParaRPr>
                    </a:p>
                  </a:txBody>
                  <a:tcPr marL="68583" marR="68583" marT="0" marB="0"/>
                </a:tc>
                <a:extLst>
                  <a:ext uri="{0D108BD9-81ED-4DB2-BD59-A6C34878D82A}">
                    <a16:rowId xmlns:a16="http://schemas.microsoft.com/office/drawing/2014/main" val="10003"/>
                  </a:ext>
                </a:extLst>
              </a:tr>
              <a:tr h="370972">
                <a:tc>
                  <a:txBody>
                    <a:bodyPr/>
                    <a:lstStyle/>
                    <a:p>
                      <a:pPr algn="just">
                        <a:spcAft>
                          <a:spcPts val="0"/>
                        </a:spcAft>
                      </a:pPr>
                      <a:r>
                        <a:rPr lang="en-US" sz="2000" kern="1200" dirty="0"/>
                        <a:t>press button “Decelerate”</a:t>
                      </a:r>
                      <a:endParaRPr lang="zh-CN" sz="2000" kern="1200" dirty="0">
                        <a:solidFill>
                          <a:schemeClr val="dk1"/>
                        </a:solidFill>
                        <a:latin typeface="+mn-lt"/>
                        <a:ea typeface="+mn-ea"/>
                        <a:cs typeface="+mn-cs"/>
                      </a:endParaRPr>
                    </a:p>
                  </a:txBody>
                  <a:tcPr marL="68583" marR="68583" marT="0" marB="0"/>
                </a:tc>
                <a:tc>
                  <a:txBody>
                    <a:bodyPr/>
                    <a:lstStyle/>
                    <a:p>
                      <a:pPr algn="just">
                        <a:spcAft>
                          <a:spcPts val="0"/>
                        </a:spcAft>
                      </a:pPr>
                      <a:r>
                        <a:rPr lang="en-US" sz="2000" kern="1200" dirty="0"/>
                        <a:t>Running</a:t>
                      </a:r>
                      <a:endParaRPr lang="zh-CN" sz="2000" kern="1200" dirty="0">
                        <a:solidFill>
                          <a:schemeClr val="dk1"/>
                        </a:solidFill>
                        <a:latin typeface="+mn-lt"/>
                        <a:ea typeface="+mn-ea"/>
                        <a:cs typeface="+mn-cs"/>
                      </a:endParaRPr>
                    </a:p>
                  </a:txBody>
                  <a:tcPr marL="68583" marR="68583" marT="0" marB="0"/>
                </a:tc>
                <a:tc>
                  <a:txBody>
                    <a:bodyPr/>
                    <a:lstStyle/>
                    <a:p>
                      <a:pPr algn="just">
                        <a:spcAft>
                          <a:spcPts val="0"/>
                        </a:spcAft>
                      </a:pPr>
                      <a:r>
                        <a:rPr lang="en-US" sz="2000" kern="1200" dirty="0"/>
                        <a:t>Slows down </a:t>
                      </a:r>
                      <a:endParaRPr lang="zh-CN" sz="2000" kern="1200" dirty="0">
                        <a:solidFill>
                          <a:schemeClr val="dk1"/>
                        </a:solidFill>
                        <a:latin typeface="+mn-lt"/>
                        <a:ea typeface="+mn-ea"/>
                        <a:cs typeface="+mn-cs"/>
                      </a:endParaRPr>
                    </a:p>
                  </a:txBody>
                  <a:tcPr marL="68583" marR="68583" marT="0" marB="0"/>
                </a:tc>
                <a:extLst>
                  <a:ext uri="{0D108BD9-81ED-4DB2-BD59-A6C34878D82A}">
                    <a16:rowId xmlns:a16="http://schemas.microsoft.com/office/drawing/2014/main" val="10004"/>
                  </a:ext>
                </a:extLst>
              </a:tr>
              <a:tr h="370972">
                <a:tc>
                  <a:txBody>
                    <a:bodyPr/>
                    <a:lstStyle/>
                    <a:p>
                      <a:pPr algn="just">
                        <a:spcAft>
                          <a:spcPts val="0"/>
                        </a:spcAft>
                      </a:pPr>
                      <a:r>
                        <a:rPr lang="en-US" sz="2000" kern="1200" dirty="0"/>
                        <a:t>press button “Stop”</a:t>
                      </a:r>
                      <a:endParaRPr lang="zh-CN" sz="2000" kern="1200" dirty="0">
                        <a:solidFill>
                          <a:schemeClr val="dk1"/>
                        </a:solidFill>
                        <a:latin typeface="+mn-lt"/>
                        <a:ea typeface="+mn-ea"/>
                        <a:cs typeface="+mn-cs"/>
                      </a:endParaRPr>
                    </a:p>
                  </a:txBody>
                  <a:tcPr marL="68583" marR="68583" marT="0" marB="0"/>
                </a:tc>
                <a:tc>
                  <a:txBody>
                    <a:bodyPr/>
                    <a:lstStyle/>
                    <a:p>
                      <a:pPr algn="just">
                        <a:spcAft>
                          <a:spcPts val="0"/>
                        </a:spcAft>
                      </a:pPr>
                      <a:r>
                        <a:rPr lang="en-US" sz="2000" kern="1200" dirty="0"/>
                        <a:t>Running </a:t>
                      </a:r>
                      <a:endParaRPr lang="zh-CN" sz="2000" kern="1200" dirty="0">
                        <a:solidFill>
                          <a:schemeClr val="dk1"/>
                        </a:solidFill>
                        <a:latin typeface="+mn-lt"/>
                        <a:ea typeface="+mn-ea"/>
                        <a:cs typeface="+mn-cs"/>
                      </a:endParaRPr>
                    </a:p>
                  </a:txBody>
                  <a:tcPr marL="68583" marR="68583" marT="0" marB="0"/>
                </a:tc>
                <a:tc>
                  <a:txBody>
                    <a:bodyPr/>
                    <a:lstStyle/>
                    <a:p>
                      <a:pPr algn="just">
                        <a:spcAft>
                          <a:spcPts val="0"/>
                        </a:spcAft>
                      </a:pPr>
                      <a:r>
                        <a:rPr lang="en-US" altLang="zh-CN" sz="2000" kern="1200" dirty="0"/>
                        <a:t>S</a:t>
                      </a:r>
                      <a:r>
                        <a:rPr lang="en-US" sz="2000" kern="1200" dirty="0"/>
                        <a:t>top</a:t>
                      </a:r>
                      <a:endParaRPr lang="zh-CN" sz="2000" kern="1200" dirty="0">
                        <a:solidFill>
                          <a:schemeClr val="dk1"/>
                        </a:solidFill>
                        <a:latin typeface="+mn-lt"/>
                        <a:ea typeface="+mn-ea"/>
                        <a:cs typeface="+mn-cs"/>
                      </a:endParaRPr>
                    </a:p>
                  </a:txBody>
                  <a:tcPr marL="68583" marR="68583" marT="0" marB="0"/>
                </a:tc>
                <a:extLst>
                  <a:ext uri="{0D108BD9-81ED-4DB2-BD59-A6C34878D82A}">
                    <a16:rowId xmlns:a16="http://schemas.microsoft.com/office/drawing/2014/main" val="10005"/>
                  </a:ext>
                </a:extLst>
              </a:tr>
            </a:tbl>
          </a:graphicData>
        </a:graphic>
      </p:graphicFrame>
      <p:sp>
        <p:nvSpPr>
          <p:cNvPr id="4" name="矩形 3"/>
          <p:cNvSpPr/>
          <p:nvPr/>
        </p:nvSpPr>
        <p:spPr>
          <a:xfrm>
            <a:off x="2848302" y="5119330"/>
            <a:ext cx="6801291" cy="430887"/>
          </a:xfrm>
          <a:prstGeom prst="rect">
            <a:avLst/>
          </a:prstGeom>
        </p:spPr>
        <p:txBody>
          <a:bodyPr wrap="square">
            <a:spAutoFit/>
          </a:bodyPr>
          <a:lstStyle/>
          <a:p>
            <a:pPr marL="466725" indent="-466725">
              <a:spcBef>
                <a:spcPct val="20000"/>
              </a:spcBef>
              <a:buClr>
                <a:schemeClr val="accent2"/>
              </a:buClr>
              <a:buSzPct val="50000"/>
              <a:defRPr/>
            </a:pPr>
            <a:r>
              <a:rPr lang="zh-CN" altLang="en-US" sz="2200" kern="0" dirty="0">
                <a:solidFill>
                  <a:schemeClr val="accent2"/>
                </a:solidFill>
                <a:latin typeface="黑体" pitchFamily="49" charset="-122"/>
                <a:ea typeface="黑体" pitchFamily="49" charset="-122"/>
              </a:rPr>
              <a:t>从这张表中，能否发现需求信息的缺失或者错误？</a:t>
            </a:r>
            <a:endParaRPr lang="en-US" altLang="zh-CN" sz="2200" kern="0" dirty="0">
              <a:solidFill>
                <a:schemeClr val="accent2"/>
              </a:solidFill>
              <a:latin typeface="黑体" pitchFamily="49" charset="-122"/>
              <a:ea typeface="黑体" pitchFamily="49" charset="-122"/>
            </a:endParaRPr>
          </a:p>
        </p:txBody>
      </p:sp>
      <p:sp>
        <p:nvSpPr>
          <p:cNvPr id="7" name="文本框 6"/>
          <p:cNvSpPr txBox="1"/>
          <p:nvPr/>
        </p:nvSpPr>
        <p:spPr>
          <a:xfrm>
            <a:off x="3210752" y="2229453"/>
            <a:ext cx="883187" cy="400110"/>
          </a:xfrm>
          <a:prstGeom prst="rect">
            <a:avLst/>
          </a:prstGeom>
          <a:solidFill>
            <a:srgbClr val="FFFF00"/>
          </a:solidFill>
        </p:spPr>
        <p:txBody>
          <a:bodyPr wrap="square" rtlCol="0">
            <a:spAutoFit/>
          </a:bodyPr>
          <a:lstStyle/>
          <a:p>
            <a:pPr algn="ctr"/>
            <a:r>
              <a:rPr lang="zh-CN" altLang="en-US" sz="2000" dirty="0"/>
              <a:t>事件</a:t>
            </a:r>
          </a:p>
        </p:txBody>
      </p:sp>
      <p:sp>
        <p:nvSpPr>
          <p:cNvPr id="8" name="文本框 7"/>
          <p:cNvSpPr txBox="1"/>
          <p:nvPr/>
        </p:nvSpPr>
        <p:spPr>
          <a:xfrm>
            <a:off x="6248947" y="2223619"/>
            <a:ext cx="1272229" cy="400110"/>
          </a:xfrm>
          <a:prstGeom prst="rect">
            <a:avLst/>
          </a:prstGeom>
          <a:solidFill>
            <a:srgbClr val="FFFF00"/>
          </a:solidFill>
        </p:spPr>
        <p:txBody>
          <a:bodyPr wrap="square" rtlCol="0">
            <a:spAutoFit/>
          </a:bodyPr>
          <a:lstStyle/>
          <a:p>
            <a:pPr algn="ctr"/>
            <a:r>
              <a:rPr lang="zh-CN" altLang="en-US" sz="2000" dirty="0"/>
              <a:t>系统状态</a:t>
            </a:r>
          </a:p>
        </p:txBody>
      </p:sp>
      <p:sp>
        <p:nvSpPr>
          <p:cNvPr id="10" name="文本框 9"/>
          <p:cNvSpPr txBox="1"/>
          <p:nvPr/>
        </p:nvSpPr>
        <p:spPr>
          <a:xfrm>
            <a:off x="8947734" y="2229453"/>
            <a:ext cx="1720266" cy="400110"/>
          </a:xfrm>
          <a:prstGeom prst="rect">
            <a:avLst/>
          </a:prstGeom>
          <a:solidFill>
            <a:srgbClr val="FFFF00"/>
          </a:solidFill>
        </p:spPr>
        <p:txBody>
          <a:bodyPr wrap="square" rtlCol="0">
            <a:spAutoFit/>
          </a:bodyPr>
          <a:lstStyle/>
          <a:p>
            <a:pPr algn="ctr"/>
            <a:r>
              <a:rPr lang="zh-CN" altLang="en-US" sz="2000" dirty="0"/>
              <a:t>系统响应动作</a:t>
            </a:r>
          </a:p>
        </p:txBody>
      </p:sp>
    </p:spTree>
    <p:extLst>
      <p:ext uri="{BB962C8B-B14F-4D97-AF65-F5344CB8AC3E}">
        <p14:creationId xmlns:p14="http://schemas.microsoft.com/office/powerpoint/2010/main" val="3104595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839311" y="168645"/>
            <a:ext cx="3626068" cy="461665"/>
          </a:xfrm>
          <a:prstGeom prst="rect">
            <a:avLst/>
          </a:prstGeom>
        </p:spPr>
        <p:txBody>
          <a:bodyPr wrap="square">
            <a:spAutoFit/>
          </a:bodyPr>
          <a:lstStyle/>
          <a:p>
            <a:pPr>
              <a:buFont typeface="Wingdings" pitchFamily="2" charset="2"/>
              <a:buNone/>
            </a:pPr>
            <a:r>
              <a:rPr lang="zh-CN" altLang="en-US" sz="2400" b="1" dirty="0">
                <a:latin typeface="微软雅黑" pitchFamily="34" charset="-122"/>
                <a:ea typeface="微软雅黑" pitchFamily="34" charset="-122"/>
              </a:rPr>
              <a:t>事件</a:t>
            </a:r>
            <a:r>
              <a:rPr lang="en-US" altLang="zh-CN" sz="2400" b="1" dirty="0">
                <a:latin typeface="微软雅黑" pitchFamily="34" charset="-122"/>
                <a:ea typeface="微软雅黑" pitchFamily="34" charset="-122"/>
              </a:rPr>
              <a:t>-</a:t>
            </a:r>
            <a:r>
              <a:rPr lang="zh-CN" altLang="en-US" sz="2400" b="1" dirty="0">
                <a:latin typeface="微软雅黑" pitchFamily="34" charset="-122"/>
                <a:ea typeface="微软雅黑" pitchFamily="34" charset="-122"/>
              </a:rPr>
              <a:t>响应表</a:t>
            </a:r>
            <a:endParaRPr lang="en-US" altLang="zh-CN" sz="2400" b="1" dirty="0">
              <a:latin typeface="微软雅黑" pitchFamily="34" charset="-122"/>
              <a:ea typeface="微软雅黑" pitchFamily="34" charset="-122"/>
            </a:endParaRPr>
          </a:p>
        </p:txBody>
      </p:sp>
      <p:sp>
        <p:nvSpPr>
          <p:cNvPr id="3" name="矩形 2"/>
          <p:cNvSpPr/>
          <p:nvPr/>
        </p:nvSpPr>
        <p:spPr>
          <a:xfrm>
            <a:off x="3698916" y="231389"/>
            <a:ext cx="83229" cy="33617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2460516" y="1242872"/>
            <a:ext cx="7655694" cy="808876"/>
          </a:xfrm>
          <a:prstGeom prst="rect">
            <a:avLst/>
          </a:prstGeom>
        </p:spPr>
        <p:txBody>
          <a:bodyPr wrap="square">
            <a:spAutoFit/>
          </a:bodyPr>
          <a:lstStyle/>
          <a:p>
            <a:pPr>
              <a:lnSpc>
                <a:spcPct val="125000"/>
              </a:lnSpc>
              <a:buClr>
                <a:schemeClr val="accent1"/>
              </a:buClr>
              <a:defRPr/>
            </a:pPr>
            <a:r>
              <a:rPr lang="zh-CN" altLang="en-US" sz="2000" dirty="0">
                <a:latin typeface="黑体" pitchFamily="49" charset="-122"/>
                <a:ea typeface="黑体" pitchFamily="49" charset="-122"/>
              </a:rPr>
              <a:t>如果我们把所有事件和响应组合都列出，则除了前面的组合关系，还可以有如下组合：</a:t>
            </a:r>
            <a:endParaRPr lang="en-US" altLang="zh-CN" sz="2000" dirty="0">
              <a:latin typeface="黑体" pitchFamily="49" charset="-122"/>
              <a:ea typeface="黑体" pitchFamily="49" charset="-122"/>
            </a:endParaRPr>
          </a:p>
        </p:txBody>
      </p:sp>
      <p:sp>
        <p:nvSpPr>
          <p:cNvPr id="4" name="矩形 3"/>
          <p:cNvSpPr/>
          <p:nvPr/>
        </p:nvSpPr>
        <p:spPr>
          <a:xfrm>
            <a:off x="2044156" y="5739438"/>
            <a:ext cx="8021792" cy="461665"/>
          </a:xfrm>
          <a:prstGeom prst="rect">
            <a:avLst/>
          </a:prstGeom>
        </p:spPr>
        <p:txBody>
          <a:bodyPr wrap="square">
            <a:spAutoFit/>
          </a:bodyPr>
          <a:lstStyle/>
          <a:p>
            <a:pPr marL="466725" indent="-466725">
              <a:spcBef>
                <a:spcPct val="20000"/>
              </a:spcBef>
              <a:buClr>
                <a:schemeClr val="accent2"/>
              </a:buClr>
              <a:buSzPct val="50000"/>
              <a:defRPr/>
            </a:pPr>
            <a:r>
              <a:rPr lang="zh-CN" altLang="en-US" sz="2400" kern="0" dirty="0">
                <a:solidFill>
                  <a:schemeClr val="accent2"/>
                </a:solidFill>
                <a:latin typeface="黑体" pitchFamily="49" charset="-122"/>
                <a:ea typeface="黑体" pitchFamily="49" charset="-122"/>
              </a:rPr>
              <a:t>通过对事件</a:t>
            </a:r>
            <a:r>
              <a:rPr lang="en-US" altLang="zh-CN" sz="2400" kern="0" dirty="0">
                <a:solidFill>
                  <a:schemeClr val="accent2"/>
                </a:solidFill>
                <a:latin typeface="黑体" pitchFamily="49" charset="-122"/>
                <a:ea typeface="黑体" pitchFamily="49" charset="-122"/>
              </a:rPr>
              <a:t>-</a:t>
            </a:r>
            <a:r>
              <a:rPr lang="zh-CN" altLang="en-US" sz="2400" kern="0" dirty="0">
                <a:solidFill>
                  <a:schemeClr val="accent2"/>
                </a:solidFill>
                <a:latin typeface="黑体" pitchFamily="49" charset="-122"/>
                <a:ea typeface="黑体" pitchFamily="49" charset="-122"/>
              </a:rPr>
              <a:t>响应关系的理解，可以发现需求的缺失或错误。</a:t>
            </a:r>
            <a:endParaRPr lang="en-US" altLang="zh-CN" sz="2400" kern="0" dirty="0">
              <a:solidFill>
                <a:schemeClr val="accent2"/>
              </a:solidFill>
              <a:latin typeface="黑体" pitchFamily="49" charset="-122"/>
              <a:ea typeface="黑体" pitchFamily="49" charset="-122"/>
            </a:endParaRPr>
          </a:p>
        </p:txBody>
      </p:sp>
      <p:graphicFrame>
        <p:nvGraphicFramePr>
          <p:cNvPr id="7" name="内容占位符 2"/>
          <p:cNvGraphicFramePr>
            <a:graphicFrameLocks/>
          </p:cNvGraphicFramePr>
          <p:nvPr/>
        </p:nvGraphicFramePr>
        <p:xfrm>
          <a:off x="2535849" y="2159472"/>
          <a:ext cx="7183382" cy="3363911"/>
        </p:xfrm>
        <a:graphic>
          <a:graphicData uri="http://schemas.openxmlformats.org/drawingml/2006/table">
            <a:tbl>
              <a:tblPr firstRow="1" bandRow="1">
                <a:tableStyleId>{F5AB1C69-6EDB-4FF4-983F-18BD219EF322}</a:tableStyleId>
              </a:tblPr>
              <a:tblGrid>
                <a:gridCol w="3257768">
                  <a:extLst>
                    <a:ext uri="{9D8B030D-6E8A-4147-A177-3AD203B41FA5}">
                      <a16:colId xmlns:a16="http://schemas.microsoft.com/office/drawing/2014/main" val="3042833135"/>
                    </a:ext>
                  </a:extLst>
                </a:gridCol>
                <a:gridCol w="1765738">
                  <a:extLst>
                    <a:ext uri="{9D8B030D-6E8A-4147-A177-3AD203B41FA5}">
                      <a16:colId xmlns:a16="http://schemas.microsoft.com/office/drawing/2014/main" val="2324354655"/>
                    </a:ext>
                  </a:extLst>
                </a:gridCol>
                <a:gridCol w="2159876">
                  <a:extLst>
                    <a:ext uri="{9D8B030D-6E8A-4147-A177-3AD203B41FA5}">
                      <a16:colId xmlns:a16="http://schemas.microsoft.com/office/drawing/2014/main" val="1722175120"/>
                    </a:ext>
                  </a:extLst>
                </a:gridCol>
              </a:tblGrid>
              <a:tr h="396375">
                <a:tc>
                  <a:txBody>
                    <a:bodyPr/>
                    <a:lstStyle/>
                    <a:p>
                      <a:pPr algn="just"/>
                      <a:r>
                        <a:rPr lang="en-US" altLang="zh-CN" sz="2000" dirty="0"/>
                        <a:t>Event</a:t>
                      </a:r>
                      <a:endParaRPr lang="zh-CN" altLang="en-US" sz="2000" dirty="0"/>
                    </a:p>
                  </a:txBody>
                  <a:tcPr marL="91438" marR="91438" marT="45746" marB="45746"/>
                </a:tc>
                <a:tc>
                  <a:txBody>
                    <a:bodyPr/>
                    <a:lstStyle/>
                    <a:p>
                      <a:pPr algn="just"/>
                      <a:r>
                        <a:rPr lang="en-US" altLang="zh-CN" sz="2000" dirty="0"/>
                        <a:t>State</a:t>
                      </a:r>
                      <a:endParaRPr lang="zh-CN" altLang="en-US" sz="2000" dirty="0"/>
                    </a:p>
                  </a:txBody>
                  <a:tcPr marL="91438" marR="91438" marT="45746" marB="45746"/>
                </a:tc>
                <a:tc>
                  <a:txBody>
                    <a:bodyPr/>
                    <a:lstStyle/>
                    <a:p>
                      <a:pPr algn="just"/>
                      <a:r>
                        <a:rPr lang="en-US" altLang="zh-CN" sz="2000" dirty="0"/>
                        <a:t>Response</a:t>
                      </a:r>
                      <a:endParaRPr lang="zh-CN" altLang="en-US" sz="2000" dirty="0"/>
                    </a:p>
                  </a:txBody>
                  <a:tcPr marL="91438" marR="91438" marT="45746" marB="45746"/>
                </a:tc>
                <a:extLst>
                  <a:ext uri="{0D108BD9-81ED-4DB2-BD59-A6C34878D82A}">
                    <a16:rowId xmlns:a16="http://schemas.microsoft.com/office/drawing/2014/main" val="4215803977"/>
                  </a:ext>
                </a:extLst>
              </a:tr>
              <a:tr h="370942">
                <a:tc>
                  <a:txBody>
                    <a:bodyPr/>
                    <a:lstStyle/>
                    <a:p>
                      <a:pPr marL="0" algn="just" defTabSz="917966" rtl="0" eaLnBrk="1" latinLnBrk="0" hangingPunct="1">
                        <a:spcAft>
                          <a:spcPts val="0"/>
                        </a:spcAft>
                      </a:pPr>
                      <a:r>
                        <a:rPr lang="en-US" sz="1800" kern="1200" dirty="0"/>
                        <a:t>press button  “Accelerate”</a:t>
                      </a:r>
                      <a:endParaRPr lang="zh-CN" sz="1800" b="0" kern="1200" dirty="0">
                        <a:solidFill>
                          <a:schemeClr val="dk1"/>
                        </a:solidFill>
                        <a:latin typeface="+mn-lt"/>
                        <a:ea typeface="+mn-ea"/>
                        <a:cs typeface="+mn-cs"/>
                      </a:endParaRPr>
                    </a:p>
                  </a:txBody>
                  <a:tcPr marL="68578" marR="68578" marT="0" marB="0"/>
                </a:tc>
                <a:tc>
                  <a:txBody>
                    <a:bodyPr/>
                    <a:lstStyle/>
                    <a:p>
                      <a:pPr marL="0" algn="just" defTabSz="917966" rtl="0" eaLnBrk="1" latinLnBrk="0" hangingPunct="1">
                        <a:spcAft>
                          <a:spcPts val="0"/>
                        </a:spcAft>
                      </a:pPr>
                      <a:r>
                        <a:rPr lang="en-US" sz="1800" kern="1200" dirty="0"/>
                        <a:t>Parking</a:t>
                      </a:r>
                      <a:endParaRPr lang="zh-CN" sz="1800" b="0" kern="1200" dirty="0">
                        <a:solidFill>
                          <a:schemeClr val="dk1"/>
                        </a:solidFill>
                        <a:latin typeface="+mn-lt"/>
                        <a:ea typeface="+mn-ea"/>
                        <a:cs typeface="+mn-cs"/>
                      </a:endParaRPr>
                    </a:p>
                  </a:txBody>
                  <a:tcPr marL="68578" marR="68578" marT="0" marB="0"/>
                </a:tc>
                <a:tc>
                  <a:txBody>
                    <a:bodyPr/>
                    <a:lstStyle/>
                    <a:p>
                      <a:pPr marL="0" algn="just" defTabSz="917966" rtl="0" eaLnBrk="1" latinLnBrk="0" hangingPunct="1">
                        <a:spcAft>
                          <a:spcPts val="0"/>
                        </a:spcAft>
                      </a:pPr>
                      <a:r>
                        <a:rPr lang="en-US" altLang="zh-CN" sz="1800" kern="1200" dirty="0"/>
                        <a:t>Undefined</a:t>
                      </a:r>
                      <a:endParaRPr lang="zh-CN" sz="1800" b="1" kern="1200" dirty="0">
                        <a:solidFill>
                          <a:schemeClr val="dk1"/>
                        </a:solidFill>
                        <a:latin typeface="+mn-lt"/>
                        <a:ea typeface="+mn-ea"/>
                        <a:cs typeface="+mn-cs"/>
                      </a:endParaRPr>
                    </a:p>
                  </a:txBody>
                  <a:tcPr marL="68578" marR="68578" marT="0" marB="0">
                    <a:solidFill>
                      <a:srgbClr val="FFFF00"/>
                    </a:solidFill>
                  </a:tcPr>
                </a:tc>
                <a:extLst>
                  <a:ext uri="{0D108BD9-81ED-4DB2-BD59-A6C34878D82A}">
                    <a16:rowId xmlns:a16="http://schemas.microsoft.com/office/drawing/2014/main" val="3656476189"/>
                  </a:ext>
                </a:extLst>
              </a:tr>
              <a:tr h="370942">
                <a:tc>
                  <a:txBody>
                    <a:bodyPr/>
                    <a:lstStyle/>
                    <a:p>
                      <a:pPr marL="0" algn="just" defTabSz="917966" rtl="0" eaLnBrk="1" latinLnBrk="0" hangingPunct="1">
                        <a:spcAft>
                          <a:spcPts val="0"/>
                        </a:spcAft>
                      </a:pPr>
                      <a:r>
                        <a:rPr lang="en-US" sz="1800" kern="1200" dirty="0"/>
                        <a:t>press button “Decelerate”</a:t>
                      </a:r>
                      <a:endParaRPr lang="zh-CN" sz="1800" b="0" kern="1200" dirty="0">
                        <a:solidFill>
                          <a:schemeClr val="dk1"/>
                        </a:solidFill>
                        <a:latin typeface="+mn-lt"/>
                        <a:ea typeface="+mn-ea"/>
                        <a:cs typeface="+mn-cs"/>
                      </a:endParaRPr>
                    </a:p>
                  </a:txBody>
                  <a:tcPr marL="68578" marR="68578" marT="0" marB="0"/>
                </a:tc>
                <a:tc>
                  <a:txBody>
                    <a:bodyPr/>
                    <a:lstStyle/>
                    <a:p>
                      <a:pPr marL="0" algn="just" defTabSz="917966" rtl="0" eaLnBrk="1" latinLnBrk="0" hangingPunct="1">
                        <a:spcAft>
                          <a:spcPts val="0"/>
                        </a:spcAft>
                      </a:pPr>
                      <a:r>
                        <a:rPr lang="en-US" sz="1800" kern="1200"/>
                        <a:t>Parking</a:t>
                      </a:r>
                      <a:endParaRPr lang="zh-CN" sz="1800" b="0" kern="1200" dirty="0">
                        <a:solidFill>
                          <a:schemeClr val="dk1"/>
                        </a:solidFill>
                        <a:latin typeface="+mn-lt"/>
                        <a:ea typeface="+mn-ea"/>
                        <a:cs typeface="+mn-cs"/>
                      </a:endParaRPr>
                    </a:p>
                  </a:txBody>
                  <a:tcPr marL="68578" marR="68578" marT="0" marB="0"/>
                </a:tc>
                <a:tc>
                  <a:txBody>
                    <a:bodyPr/>
                    <a:lstStyle/>
                    <a:p>
                      <a:pPr marL="0" algn="just" defTabSz="917966" rtl="0" eaLnBrk="1" latinLnBrk="0" hangingPunct="1">
                        <a:spcAft>
                          <a:spcPts val="0"/>
                        </a:spcAft>
                      </a:pPr>
                      <a:r>
                        <a:rPr lang="en-US" altLang="zh-CN" sz="1800" kern="1200" dirty="0"/>
                        <a:t>Undefined</a:t>
                      </a:r>
                      <a:endParaRPr lang="zh-CN" altLang="zh-CN" sz="1800" b="1" kern="1200" dirty="0">
                        <a:solidFill>
                          <a:schemeClr val="dk1"/>
                        </a:solidFill>
                        <a:latin typeface="+mn-lt"/>
                        <a:ea typeface="+mn-ea"/>
                        <a:cs typeface="+mn-cs"/>
                      </a:endParaRPr>
                    </a:p>
                  </a:txBody>
                  <a:tcPr marL="68578" marR="68578" marT="0" marB="0">
                    <a:solidFill>
                      <a:srgbClr val="FFFF00"/>
                    </a:solidFill>
                  </a:tcPr>
                </a:tc>
                <a:extLst>
                  <a:ext uri="{0D108BD9-81ED-4DB2-BD59-A6C34878D82A}">
                    <a16:rowId xmlns:a16="http://schemas.microsoft.com/office/drawing/2014/main" val="2774516222"/>
                  </a:ext>
                </a:extLst>
              </a:tr>
              <a:tr h="370942">
                <a:tc>
                  <a:txBody>
                    <a:bodyPr/>
                    <a:lstStyle/>
                    <a:p>
                      <a:pPr marL="0" algn="just" defTabSz="917966" rtl="0" eaLnBrk="1" latinLnBrk="0" hangingPunct="1">
                        <a:spcAft>
                          <a:spcPts val="0"/>
                        </a:spcAft>
                      </a:pPr>
                      <a:r>
                        <a:rPr lang="en-US" sz="1800" kern="1200" dirty="0"/>
                        <a:t>press button “Stop”</a:t>
                      </a:r>
                      <a:endParaRPr lang="zh-CN" sz="1800" b="0" kern="1200" dirty="0">
                        <a:solidFill>
                          <a:schemeClr val="dk1"/>
                        </a:solidFill>
                        <a:latin typeface="+mn-lt"/>
                        <a:ea typeface="+mn-ea"/>
                        <a:cs typeface="+mn-cs"/>
                      </a:endParaRPr>
                    </a:p>
                  </a:txBody>
                  <a:tcPr marL="68578" marR="68578" marT="0" marB="0"/>
                </a:tc>
                <a:tc>
                  <a:txBody>
                    <a:bodyPr/>
                    <a:lstStyle/>
                    <a:p>
                      <a:pPr marL="0" algn="just" defTabSz="917966" rtl="0" eaLnBrk="1" latinLnBrk="0" hangingPunct="1">
                        <a:spcAft>
                          <a:spcPts val="0"/>
                        </a:spcAft>
                      </a:pPr>
                      <a:r>
                        <a:rPr lang="en-US" sz="1800" kern="1200" dirty="0"/>
                        <a:t>parking</a:t>
                      </a:r>
                      <a:endParaRPr lang="zh-CN" sz="1800" b="0" kern="1200" dirty="0">
                        <a:solidFill>
                          <a:schemeClr val="dk1"/>
                        </a:solidFill>
                        <a:latin typeface="+mn-lt"/>
                        <a:ea typeface="+mn-ea"/>
                        <a:cs typeface="+mn-cs"/>
                      </a:endParaRPr>
                    </a:p>
                  </a:txBody>
                  <a:tcPr marL="68578" marR="68578" marT="0" marB="0"/>
                </a:tc>
                <a:tc>
                  <a:txBody>
                    <a:bodyPr/>
                    <a:lstStyle/>
                    <a:p>
                      <a:pPr marL="0" algn="just" defTabSz="917966" rtl="0" eaLnBrk="1" latinLnBrk="0" hangingPunct="1">
                        <a:spcAft>
                          <a:spcPts val="0"/>
                        </a:spcAft>
                      </a:pPr>
                      <a:r>
                        <a:rPr lang="en-US" altLang="zh-CN" sz="1800" kern="1200" dirty="0"/>
                        <a:t>Undefined</a:t>
                      </a:r>
                      <a:endParaRPr lang="zh-CN" altLang="zh-CN" sz="1800" b="1" kern="1200" dirty="0">
                        <a:solidFill>
                          <a:schemeClr val="dk1"/>
                        </a:solidFill>
                        <a:latin typeface="+mn-lt"/>
                        <a:ea typeface="+mn-ea"/>
                        <a:cs typeface="+mn-cs"/>
                      </a:endParaRPr>
                    </a:p>
                  </a:txBody>
                  <a:tcPr marL="68578" marR="68578" marT="0" marB="0">
                    <a:solidFill>
                      <a:srgbClr val="FFFF00"/>
                    </a:solidFill>
                  </a:tcPr>
                </a:tc>
                <a:extLst>
                  <a:ext uri="{0D108BD9-81ED-4DB2-BD59-A6C34878D82A}">
                    <a16:rowId xmlns:a16="http://schemas.microsoft.com/office/drawing/2014/main" val="327345030"/>
                  </a:ext>
                </a:extLst>
              </a:tr>
              <a:tr h="370942">
                <a:tc>
                  <a:txBody>
                    <a:bodyPr/>
                    <a:lstStyle/>
                    <a:p>
                      <a:pPr marL="0" algn="just" defTabSz="917966" rtl="0" eaLnBrk="1" latinLnBrk="0" hangingPunct="1">
                        <a:spcAft>
                          <a:spcPts val="0"/>
                        </a:spcAft>
                      </a:pPr>
                      <a:r>
                        <a:rPr lang="en-US" sz="1800" kern="1200" dirty="0"/>
                        <a:t>press button  “Accelerate”</a:t>
                      </a:r>
                      <a:endParaRPr lang="zh-CN" sz="1800" b="0" kern="1200" dirty="0">
                        <a:solidFill>
                          <a:schemeClr val="dk1"/>
                        </a:solidFill>
                        <a:latin typeface="+mn-lt"/>
                        <a:ea typeface="+mn-ea"/>
                        <a:cs typeface="+mn-cs"/>
                      </a:endParaRPr>
                    </a:p>
                  </a:txBody>
                  <a:tcPr marL="68578" marR="68578" marT="0" marB="0"/>
                </a:tc>
                <a:tc>
                  <a:txBody>
                    <a:bodyPr/>
                    <a:lstStyle/>
                    <a:p>
                      <a:pPr marL="0" algn="just" defTabSz="917966" rtl="0" eaLnBrk="1" latinLnBrk="0" hangingPunct="1">
                        <a:spcAft>
                          <a:spcPts val="0"/>
                        </a:spcAft>
                      </a:pPr>
                      <a:r>
                        <a:rPr lang="en-US" sz="1800" kern="1200" dirty="0"/>
                        <a:t>Reversing </a:t>
                      </a:r>
                      <a:endParaRPr lang="zh-CN" sz="1800" b="0" kern="1200" dirty="0">
                        <a:solidFill>
                          <a:schemeClr val="dk1"/>
                        </a:solidFill>
                        <a:latin typeface="+mn-lt"/>
                        <a:ea typeface="+mn-ea"/>
                        <a:cs typeface="+mn-cs"/>
                      </a:endParaRPr>
                    </a:p>
                  </a:txBody>
                  <a:tcPr marL="68578" marR="68578" marT="0" marB="0"/>
                </a:tc>
                <a:tc>
                  <a:txBody>
                    <a:bodyPr/>
                    <a:lstStyle/>
                    <a:p>
                      <a:pPr marL="0" algn="just" defTabSz="917966" rtl="0" eaLnBrk="1" latinLnBrk="0" hangingPunct="1">
                        <a:spcAft>
                          <a:spcPts val="0"/>
                        </a:spcAft>
                      </a:pPr>
                      <a:r>
                        <a:rPr lang="en-US" altLang="zh-CN" sz="1800" kern="1200" dirty="0">
                          <a:solidFill>
                            <a:schemeClr val="dk1"/>
                          </a:solidFill>
                          <a:latin typeface="+mn-lt"/>
                          <a:ea typeface="+mn-ea"/>
                          <a:cs typeface="+mn-cs"/>
                        </a:rPr>
                        <a:t>Undefined</a:t>
                      </a:r>
                      <a:endParaRPr lang="zh-CN" altLang="zh-CN" sz="1800" kern="1200" dirty="0">
                        <a:solidFill>
                          <a:schemeClr val="dk1"/>
                        </a:solidFill>
                        <a:latin typeface="+mn-lt"/>
                        <a:ea typeface="+mn-ea"/>
                        <a:cs typeface="+mn-cs"/>
                      </a:endParaRPr>
                    </a:p>
                  </a:txBody>
                  <a:tcPr marL="68578" marR="68578" marT="0" marB="0">
                    <a:solidFill>
                      <a:srgbClr val="FFFF00"/>
                    </a:solidFill>
                  </a:tcPr>
                </a:tc>
                <a:extLst>
                  <a:ext uri="{0D108BD9-81ED-4DB2-BD59-A6C34878D82A}">
                    <a16:rowId xmlns:a16="http://schemas.microsoft.com/office/drawing/2014/main" val="1032821154"/>
                  </a:ext>
                </a:extLst>
              </a:tr>
              <a:tr h="370942">
                <a:tc>
                  <a:txBody>
                    <a:bodyPr/>
                    <a:lstStyle/>
                    <a:p>
                      <a:pPr marL="0" algn="just" defTabSz="917966" rtl="0" eaLnBrk="1" latinLnBrk="0" hangingPunct="1">
                        <a:spcAft>
                          <a:spcPts val="0"/>
                        </a:spcAft>
                      </a:pPr>
                      <a:r>
                        <a:rPr lang="en-US" sz="1800" kern="1200" dirty="0"/>
                        <a:t>press button “Decelerate”</a:t>
                      </a:r>
                      <a:endParaRPr lang="zh-CN" sz="1800" b="0" kern="1200" dirty="0">
                        <a:solidFill>
                          <a:schemeClr val="dk1"/>
                        </a:solidFill>
                        <a:latin typeface="+mn-lt"/>
                        <a:ea typeface="+mn-ea"/>
                        <a:cs typeface="+mn-cs"/>
                      </a:endParaRPr>
                    </a:p>
                  </a:txBody>
                  <a:tcPr marL="68578" marR="68578" marT="0" marB="0"/>
                </a:tc>
                <a:tc>
                  <a:txBody>
                    <a:bodyPr/>
                    <a:lstStyle/>
                    <a:p>
                      <a:pPr marL="0" algn="just" defTabSz="917966" rtl="0" eaLnBrk="1" latinLnBrk="0" hangingPunct="1">
                        <a:spcAft>
                          <a:spcPts val="0"/>
                        </a:spcAft>
                      </a:pPr>
                      <a:r>
                        <a:rPr lang="en-US" sz="1800" kern="1200" dirty="0"/>
                        <a:t>Reversing</a:t>
                      </a:r>
                      <a:endParaRPr lang="zh-CN" sz="1800" b="0" kern="1200" dirty="0">
                        <a:solidFill>
                          <a:schemeClr val="dk1"/>
                        </a:solidFill>
                        <a:latin typeface="+mn-lt"/>
                        <a:ea typeface="+mn-ea"/>
                        <a:cs typeface="+mn-cs"/>
                      </a:endParaRPr>
                    </a:p>
                  </a:txBody>
                  <a:tcPr marL="68578" marR="68578" marT="0" marB="0"/>
                </a:tc>
                <a:tc>
                  <a:txBody>
                    <a:bodyPr/>
                    <a:lstStyle/>
                    <a:p>
                      <a:pPr marL="0" algn="just" defTabSz="917966" rtl="0" eaLnBrk="1" latinLnBrk="0" hangingPunct="1">
                        <a:spcAft>
                          <a:spcPts val="0"/>
                        </a:spcAft>
                      </a:pPr>
                      <a:r>
                        <a:rPr lang="en-US" altLang="zh-CN" sz="1800" kern="1200" dirty="0">
                          <a:solidFill>
                            <a:schemeClr val="dk1"/>
                          </a:solidFill>
                          <a:latin typeface="+mn-lt"/>
                          <a:ea typeface="+mn-ea"/>
                          <a:cs typeface="+mn-cs"/>
                        </a:rPr>
                        <a:t>Undefined</a:t>
                      </a:r>
                      <a:endParaRPr lang="zh-CN" altLang="zh-CN" sz="1800" kern="1200" dirty="0">
                        <a:solidFill>
                          <a:schemeClr val="dk1"/>
                        </a:solidFill>
                        <a:latin typeface="+mn-lt"/>
                        <a:ea typeface="+mn-ea"/>
                        <a:cs typeface="+mn-cs"/>
                      </a:endParaRPr>
                    </a:p>
                  </a:txBody>
                  <a:tcPr marL="68578" marR="68578" marT="0" marB="0">
                    <a:solidFill>
                      <a:srgbClr val="FFFF00"/>
                    </a:solidFill>
                  </a:tcPr>
                </a:tc>
                <a:extLst>
                  <a:ext uri="{0D108BD9-81ED-4DB2-BD59-A6C34878D82A}">
                    <a16:rowId xmlns:a16="http://schemas.microsoft.com/office/drawing/2014/main" val="3434280509"/>
                  </a:ext>
                </a:extLst>
              </a:tr>
              <a:tr h="370942">
                <a:tc>
                  <a:txBody>
                    <a:bodyPr/>
                    <a:lstStyle/>
                    <a:p>
                      <a:pPr marL="0" algn="just" defTabSz="917966" rtl="0" eaLnBrk="1" latinLnBrk="0" hangingPunct="1">
                        <a:spcAft>
                          <a:spcPts val="0"/>
                        </a:spcAft>
                      </a:pPr>
                      <a:r>
                        <a:rPr lang="en-US" sz="1800" kern="1200" dirty="0"/>
                        <a:t>press button “Stop”</a:t>
                      </a:r>
                      <a:endParaRPr lang="zh-CN" sz="1800" b="0" kern="1200" dirty="0">
                        <a:solidFill>
                          <a:schemeClr val="dk1"/>
                        </a:solidFill>
                        <a:latin typeface="+mn-lt"/>
                        <a:ea typeface="+mn-ea"/>
                        <a:cs typeface="+mn-cs"/>
                      </a:endParaRPr>
                    </a:p>
                  </a:txBody>
                  <a:tcPr marL="68578" marR="68578" marT="0" marB="0"/>
                </a:tc>
                <a:tc>
                  <a:txBody>
                    <a:bodyPr/>
                    <a:lstStyle/>
                    <a:p>
                      <a:pPr marL="0" algn="just" defTabSz="917966" rtl="0" eaLnBrk="1" latinLnBrk="0" hangingPunct="1">
                        <a:spcAft>
                          <a:spcPts val="0"/>
                        </a:spcAft>
                      </a:pPr>
                      <a:r>
                        <a:rPr lang="en-US" sz="1800" kern="1200" dirty="0"/>
                        <a:t>Reversing</a:t>
                      </a:r>
                      <a:endParaRPr lang="zh-CN" sz="1800" b="0" kern="1200" dirty="0">
                        <a:solidFill>
                          <a:schemeClr val="dk1"/>
                        </a:solidFill>
                        <a:latin typeface="+mn-lt"/>
                        <a:ea typeface="+mn-ea"/>
                        <a:cs typeface="+mn-cs"/>
                      </a:endParaRPr>
                    </a:p>
                  </a:txBody>
                  <a:tcPr marL="68578" marR="68578" marT="0" marB="0"/>
                </a:tc>
                <a:tc>
                  <a:txBody>
                    <a:bodyPr/>
                    <a:lstStyle/>
                    <a:p>
                      <a:pPr marL="0" algn="just" defTabSz="917966" rtl="0" eaLnBrk="1" latinLnBrk="0" hangingPunct="1">
                        <a:spcAft>
                          <a:spcPts val="0"/>
                        </a:spcAft>
                      </a:pPr>
                      <a:r>
                        <a:rPr lang="en-US" altLang="zh-CN" sz="1800" kern="1200" dirty="0">
                          <a:solidFill>
                            <a:schemeClr val="dk1"/>
                          </a:solidFill>
                          <a:latin typeface="+mn-lt"/>
                          <a:ea typeface="+mn-ea"/>
                          <a:cs typeface="+mn-cs"/>
                        </a:rPr>
                        <a:t>Undefined</a:t>
                      </a:r>
                      <a:endParaRPr lang="zh-CN" altLang="zh-CN" sz="1800" kern="1200" dirty="0">
                        <a:solidFill>
                          <a:schemeClr val="dk1"/>
                        </a:solidFill>
                        <a:latin typeface="+mn-lt"/>
                        <a:ea typeface="+mn-ea"/>
                        <a:cs typeface="+mn-cs"/>
                      </a:endParaRPr>
                    </a:p>
                  </a:txBody>
                  <a:tcPr marL="68578" marR="68578" marT="0" marB="0">
                    <a:solidFill>
                      <a:srgbClr val="FFFF00"/>
                    </a:solidFill>
                  </a:tcPr>
                </a:tc>
                <a:extLst>
                  <a:ext uri="{0D108BD9-81ED-4DB2-BD59-A6C34878D82A}">
                    <a16:rowId xmlns:a16="http://schemas.microsoft.com/office/drawing/2014/main" val="4223881617"/>
                  </a:ext>
                </a:extLst>
              </a:tr>
              <a:tr h="370942">
                <a:tc>
                  <a:txBody>
                    <a:bodyPr/>
                    <a:lstStyle/>
                    <a:p>
                      <a:pPr marL="0" algn="just" defTabSz="917966" rtl="0" eaLnBrk="1" latinLnBrk="0" hangingPunct="1">
                        <a:spcAft>
                          <a:spcPts val="0"/>
                        </a:spcAft>
                      </a:pPr>
                      <a:r>
                        <a:rPr lang="en-US" sz="1800" kern="1200" dirty="0"/>
                        <a:t>press button “Start”</a:t>
                      </a:r>
                      <a:endParaRPr lang="zh-CN" sz="1800" b="0" kern="1200" dirty="0">
                        <a:solidFill>
                          <a:schemeClr val="dk1"/>
                        </a:solidFill>
                        <a:latin typeface="+mn-lt"/>
                        <a:ea typeface="+mn-ea"/>
                        <a:cs typeface="+mn-cs"/>
                      </a:endParaRPr>
                    </a:p>
                  </a:txBody>
                  <a:tcPr marL="68578" marR="68578" marT="0" marB="0"/>
                </a:tc>
                <a:tc>
                  <a:txBody>
                    <a:bodyPr/>
                    <a:lstStyle/>
                    <a:p>
                      <a:pPr marL="0" algn="just" defTabSz="917966" rtl="0" eaLnBrk="1" latinLnBrk="0" hangingPunct="1">
                        <a:spcAft>
                          <a:spcPts val="0"/>
                        </a:spcAft>
                      </a:pPr>
                      <a:r>
                        <a:rPr lang="en-US" sz="1800" kern="1200" dirty="0"/>
                        <a:t>Running </a:t>
                      </a:r>
                      <a:endParaRPr lang="zh-CN" sz="1800" b="0" kern="1200" dirty="0">
                        <a:solidFill>
                          <a:schemeClr val="dk1"/>
                        </a:solidFill>
                        <a:latin typeface="+mn-lt"/>
                        <a:ea typeface="+mn-ea"/>
                        <a:cs typeface="+mn-cs"/>
                      </a:endParaRPr>
                    </a:p>
                  </a:txBody>
                  <a:tcPr marL="68578" marR="68578" marT="0" marB="0"/>
                </a:tc>
                <a:tc>
                  <a:txBody>
                    <a:bodyPr/>
                    <a:lstStyle/>
                    <a:p>
                      <a:pPr marL="0" marR="0" lvl="0" indent="0" algn="just" defTabSz="917966" rtl="0" eaLnBrk="1" fontAlgn="auto" latinLnBrk="0" hangingPunct="1">
                        <a:lnSpc>
                          <a:spcPct val="100000"/>
                        </a:lnSpc>
                        <a:spcBef>
                          <a:spcPts val="0"/>
                        </a:spcBef>
                        <a:spcAft>
                          <a:spcPts val="0"/>
                        </a:spcAft>
                        <a:buClrTx/>
                        <a:buSzTx/>
                        <a:buFontTx/>
                        <a:buNone/>
                        <a:tabLst/>
                        <a:defRPr/>
                      </a:pPr>
                      <a:r>
                        <a:rPr lang="en-US" altLang="zh-CN" sz="1800" kern="1200" noProof="0" dirty="0">
                          <a:solidFill>
                            <a:schemeClr val="dk1"/>
                          </a:solidFill>
                          <a:latin typeface="+mn-lt"/>
                          <a:ea typeface="+mn-ea"/>
                          <a:cs typeface="+mn-cs"/>
                        </a:rPr>
                        <a:t>Undefined</a:t>
                      </a:r>
                      <a:endParaRPr lang="zh-CN" altLang="zh-CN" sz="1800" kern="1200" noProof="0" dirty="0">
                        <a:solidFill>
                          <a:schemeClr val="dk1"/>
                        </a:solidFill>
                        <a:latin typeface="+mn-lt"/>
                        <a:ea typeface="+mn-ea"/>
                        <a:cs typeface="+mn-cs"/>
                      </a:endParaRPr>
                    </a:p>
                  </a:txBody>
                  <a:tcPr marL="68578" marR="68578" marT="0" marB="0">
                    <a:solidFill>
                      <a:srgbClr val="FFFF00"/>
                    </a:solidFill>
                  </a:tcPr>
                </a:tc>
                <a:extLst>
                  <a:ext uri="{0D108BD9-81ED-4DB2-BD59-A6C34878D82A}">
                    <a16:rowId xmlns:a16="http://schemas.microsoft.com/office/drawing/2014/main" val="2487901869"/>
                  </a:ext>
                </a:extLst>
              </a:tr>
              <a:tr h="370942">
                <a:tc>
                  <a:txBody>
                    <a:bodyPr/>
                    <a:lstStyle/>
                    <a:p>
                      <a:pPr marL="0" algn="just" defTabSz="917966" rtl="0" eaLnBrk="1" latinLnBrk="0" hangingPunct="1">
                        <a:spcAft>
                          <a:spcPts val="0"/>
                        </a:spcAft>
                      </a:pPr>
                      <a:r>
                        <a:rPr lang="en-US" sz="1800" kern="1200" dirty="0"/>
                        <a:t>press button “Reverse”</a:t>
                      </a:r>
                      <a:endParaRPr lang="zh-CN" sz="1800" b="0" kern="1200" dirty="0">
                        <a:solidFill>
                          <a:schemeClr val="dk1"/>
                        </a:solidFill>
                        <a:latin typeface="+mn-lt"/>
                        <a:ea typeface="+mn-ea"/>
                        <a:cs typeface="+mn-cs"/>
                      </a:endParaRPr>
                    </a:p>
                  </a:txBody>
                  <a:tcPr marL="68578" marR="68578" marT="0" marB="0"/>
                </a:tc>
                <a:tc>
                  <a:txBody>
                    <a:bodyPr/>
                    <a:lstStyle/>
                    <a:p>
                      <a:pPr marL="0" algn="just" defTabSz="917966" rtl="0" eaLnBrk="1" latinLnBrk="0" hangingPunct="1">
                        <a:spcAft>
                          <a:spcPts val="0"/>
                        </a:spcAft>
                      </a:pPr>
                      <a:r>
                        <a:rPr lang="en-US" sz="1800" kern="1200" dirty="0"/>
                        <a:t>Running </a:t>
                      </a:r>
                      <a:endParaRPr lang="zh-CN" sz="1800" b="0" kern="1200" dirty="0">
                        <a:solidFill>
                          <a:schemeClr val="dk1"/>
                        </a:solidFill>
                        <a:latin typeface="+mn-lt"/>
                        <a:ea typeface="+mn-ea"/>
                        <a:cs typeface="+mn-cs"/>
                      </a:endParaRPr>
                    </a:p>
                  </a:txBody>
                  <a:tcPr marL="68578" marR="68578" marT="0" marB="0"/>
                </a:tc>
                <a:tc>
                  <a:txBody>
                    <a:bodyPr/>
                    <a:lstStyle/>
                    <a:p>
                      <a:pPr marL="0" marR="0" lvl="0" indent="0" algn="just" defTabSz="917966" rtl="0" eaLnBrk="1" fontAlgn="auto" latinLnBrk="0" hangingPunct="1">
                        <a:lnSpc>
                          <a:spcPct val="100000"/>
                        </a:lnSpc>
                        <a:spcBef>
                          <a:spcPts val="0"/>
                        </a:spcBef>
                        <a:spcAft>
                          <a:spcPts val="0"/>
                        </a:spcAft>
                        <a:buClrTx/>
                        <a:buSzTx/>
                        <a:buFontTx/>
                        <a:buNone/>
                        <a:tabLst/>
                        <a:defRPr/>
                      </a:pPr>
                      <a:r>
                        <a:rPr lang="en-US" altLang="zh-CN" sz="1800" kern="1200" noProof="0" dirty="0">
                          <a:solidFill>
                            <a:schemeClr val="dk1"/>
                          </a:solidFill>
                          <a:latin typeface="+mn-lt"/>
                          <a:ea typeface="+mn-ea"/>
                          <a:cs typeface="+mn-cs"/>
                        </a:rPr>
                        <a:t>Undefined</a:t>
                      </a:r>
                      <a:endParaRPr lang="zh-CN" altLang="zh-CN" sz="1800" kern="1200" noProof="0" dirty="0">
                        <a:solidFill>
                          <a:schemeClr val="dk1"/>
                        </a:solidFill>
                        <a:latin typeface="+mn-lt"/>
                        <a:ea typeface="+mn-ea"/>
                        <a:cs typeface="+mn-cs"/>
                      </a:endParaRPr>
                    </a:p>
                  </a:txBody>
                  <a:tcPr marL="68578" marR="68578" marT="0" marB="0">
                    <a:solidFill>
                      <a:srgbClr val="FFFF00"/>
                    </a:solidFill>
                  </a:tcPr>
                </a:tc>
                <a:extLst>
                  <a:ext uri="{0D108BD9-81ED-4DB2-BD59-A6C34878D82A}">
                    <a16:rowId xmlns:a16="http://schemas.microsoft.com/office/drawing/2014/main" val="971582247"/>
                  </a:ext>
                </a:extLst>
              </a:tr>
            </a:tbl>
          </a:graphicData>
        </a:graphic>
      </p:graphicFrame>
    </p:spTree>
    <p:extLst>
      <p:ext uri="{BB962C8B-B14F-4D97-AF65-F5344CB8AC3E}">
        <p14:creationId xmlns:p14="http://schemas.microsoft.com/office/powerpoint/2010/main" val="31901069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55983C-DA0A-43F6-84A2-BA11A374FEB0}"/>
              </a:ext>
            </a:extLst>
          </p:cNvPr>
          <p:cNvSpPr>
            <a:spLocks noGrp="1"/>
          </p:cNvSpPr>
          <p:nvPr>
            <p:ph type="title"/>
          </p:nvPr>
        </p:nvSpPr>
        <p:spPr/>
        <p:txBody>
          <a:bodyPr/>
          <a:lstStyle/>
          <a:p>
            <a:r>
              <a:rPr lang="zh-CN" altLang="en-US" dirty="0"/>
              <a:t>软件验证</a:t>
            </a:r>
            <a:endParaRPr lang="en-US" dirty="0"/>
          </a:p>
        </p:txBody>
      </p:sp>
      <p:sp>
        <p:nvSpPr>
          <p:cNvPr id="4" name="矩形: 圆角 3">
            <a:extLst>
              <a:ext uri="{FF2B5EF4-FFF2-40B4-BE49-F238E27FC236}">
                <a16:creationId xmlns:a16="http://schemas.microsoft.com/office/drawing/2014/main" id="{B8436687-0A3D-4781-87C9-A2E79488BDC0}"/>
              </a:ext>
            </a:extLst>
          </p:cNvPr>
          <p:cNvSpPr/>
          <p:nvPr/>
        </p:nvSpPr>
        <p:spPr>
          <a:xfrm>
            <a:off x="1514006" y="2005505"/>
            <a:ext cx="8739266" cy="1876947"/>
          </a:xfrm>
          <a:prstGeom prst="round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dirty="0">
                <a:solidFill>
                  <a:schemeClr val="tx1"/>
                </a:solidFill>
              </a:rPr>
              <a:t>系统验证需要</a:t>
            </a:r>
            <a:r>
              <a:rPr lang="zh-CN" altLang="en-US" sz="2400" dirty="0">
                <a:solidFill>
                  <a:srgbClr val="0070C0"/>
                </a:solidFill>
              </a:rPr>
              <a:t>以用户为主体</a:t>
            </a:r>
            <a:r>
              <a:rPr lang="zh-CN" altLang="en-US" sz="2400" dirty="0">
                <a:solidFill>
                  <a:schemeClr val="tx1"/>
                </a:solidFill>
              </a:rPr>
              <a:t>，</a:t>
            </a:r>
            <a:r>
              <a:rPr lang="zh-CN" altLang="en-US" sz="2400" dirty="0">
                <a:solidFill>
                  <a:srgbClr val="0070C0"/>
                </a:solidFill>
              </a:rPr>
              <a:t>以需求规格说明书中对软件的定义为依据</a:t>
            </a:r>
            <a:r>
              <a:rPr lang="zh-CN" altLang="en-US" sz="2400" dirty="0">
                <a:solidFill>
                  <a:schemeClr val="tx1"/>
                </a:solidFill>
              </a:rPr>
              <a:t>，由此对</a:t>
            </a:r>
            <a:r>
              <a:rPr lang="zh-CN" altLang="en-US" sz="2400" dirty="0">
                <a:solidFill>
                  <a:schemeClr val="accent1"/>
                </a:solidFill>
              </a:rPr>
              <a:t>软件</a:t>
            </a:r>
            <a:r>
              <a:rPr lang="zh-CN" altLang="en-US" sz="2400" dirty="0">
                <a:solidFill>
                  <a:schemeClr val="tx1"/>
                </a:solidFill>
              </a:rPr>
              <a:t>的各项规格进行逐项地确认，以确保已经完成的软件系统与需求规格的</a:t>
            </a:r>
            <a:r>
              <a:rPr lang="zh-CN" altLang="en-US" sz="2400" dirty="0">
                <a:solidFill>
                  <a:srgbClr val="0070C0"/>
                </a:solidFill>
              </a:rPr>
              <a:t>一致性</a:t>
            </a:r>
            <a:r>
              <a:rPr lang="zh-CN" altLang="en-US" sz="2400" dirty="0">
                <a:solidFill>
                  <a:schemeClr val="tx1"/>
                </a:solidFill>
              </a:rPr>
              <a:t>。</a:t>
            </a:r>
            <a:endParaRPr lang="en-US" altLang="zh-CN" sz="2400" dirty="0">
              <a:solidFill>
                <a:schemeClr val="tx1"/>
              </a:solidFill>
            </a:endParaRPr>
          </a:p>
        </p:txBody>
      </p:sp>
      <p:sp>
        <p:nvSpPr>
          <p:cNvPr id="5" name="对话气泡: 圆角矩形 4">
            <a:extLst>
              <a:ext uri="{FF2B5EF4-FFF2-40B4-BE49-F238E27FC236}">
                <a16:creationId xmlns:a16="http://schemas.microsoft.com/office/drawing/2014/main" id="{535D3EF1-F9B5-4BAC-A9FF-F9188C20B19A}"/>
              </a:ext>
            </a:extLst>
          </p:cNvPr>
          <p:cNvSpPr/>
          <p:nvPr/>
        </p:nvSpPr>
        <p:spPr>
          <a:xfrm>
            <a:off x="164892" y="4197269"/>
            <a:ext cx="2398426" cy="869429"/>
          </a:xfrm>
          <a:prstGeom prst="wedgeRoundRectCallout">
            <a:avLst>
              <a:gd name="adj1" fmla="val 44150"/>
              <a:gd name="adj2" fmla="val -163645"/>
              <a:gd name="adj3" fmla="val 16667"/>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solidFill>
              </a:rPr>
              <a:t>规范</a:t>
            </a:r>
            <a:r>
              <a:rPr lang="en-US" altLang="zh-CN" sz="2400" dirty="0">
                <a:solidFill>
                  <a:schemeClr val="tx1"/>
                </a:solidFill>
              </a:rPr>
              <a:t>(Specification)</a:t>
            </a:r>
            <a:endParaRPr lang="en-US" sz="2400" dirty="0">
              <a:solidFill>
                <a:schemeClr val="tx1"/>
              </a:solidFill>
            </a:endParaRPr>
          </a:p>
        </p:txBody>
      </p:sp>
      <p:sp>
        <p:nvSpPr>
          <p:cNvPr id="3" name="灯片编号占位符 2">
            <a:extLst>
              <a:ext uri="{FF2B5EF4-FFF2-40B4-BE49-F238E27FC236}">
                <a16:creationId xmlns:a16="http://schemas.microsoft.com/office/drawing/2014/main" id="{8A0093BB-0ADC-4E31-B41F-5428F7161F48}"/>
              </a:ext>
            </a:extLst>
          </p:cNvPr>
          <p:cNvSpPr>
            <a:spLocks noGrp="1"/>
          </p:cNvSpPr>
          <p:nvPr>
            <p:ph type="sldNum" sz="quarter" idx="12"/>
          </p:nvPr>
        </p:nvSpPr>
        <p:spPr/>
        <p:txBody>
          <a:bodyPr/>
          <a:lstStyle/>
          <a:p>
            <a:fld id="{D601B896-082D-45BD-88CF-A240D299455E}" type="slidenum">
              <a:rPr lang="en-US" smtClean="0"/>
              <a:t>6</a:t>
            </a:fld>
            <a:endParaRPr lang="en-US"/>
          </a:p>
        </p:txBody>
      </p:sp>
    </p:spTree>
    <p:extLst>
      <p:ext uri="{BB962C8B-B14F-4D97-AF65-F5344CB8AC3E}">
        <p14:creationId xmlns:p14="http://schemas.microsoft.com/office/powerpoint/2010/main" val="38421261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55983C-DA0A-43F6-84A2-BA11A374FEB0}"/>
              </a:ext>
            </a:extLst>
          </p:cNvPr>
          <p:cNvSpPr>
            <a:spLocks noGrp="1"/>
          </p:cNvSpPr>
          <p:nvPr>
            <p:ph type="title"/>
          </p:nvPr>
        </p:nvSpPr>
        <p:spPr/>
        <p:txBody>
          <a:bodyPr/>
          <a:lstStyle/>
          <a:p>
            <a:r>
              <a:rPr lang="zh-CN" altLang="en-US" dirty="0"/>
              <a:t>软件验证</a:t>
            </a:r>
            <a:endParaRPr lang="en-US" dirty="0"/>
          </a:p>
        </p:txBody>
      </p:sp>
      <p:sp>
        <p:nvSpPr>
          <p:cNvPr id="4" name="矩形: 圆角 3">
            <a:extLst>
              <a:ext uri="{FF2B5EF4-FFF2-40B4-BE49-F238E27FC236}">
                <a16:creationId xmlns:a16="http://schemas.microsoft.com/office/drawing/2014/main" id="{B8436687-0A3D-4781-87C9-A2E79488BDC0}"/>
              </a:ext>
            </a:extLst>
          </p:cNvPr>
          <p:cNvSpPr/>
          <p:nvPr/>
        </p:nvSpPr>
        <p:spPr>
          <a:xfrm>
            <a:off x="1514006" y="2005505"/>
            <a:ext cx="8739266" cy="1876947"/>
          </a:xfrm>
          <a:prstGeom prst="round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dirty="0">
                <a:solidFill>
                  <a:schemeClr val="tx1"/>
                </a:solidFill>
              </a:rPr>
              <a:t>系统验证需要</a:t>
            </a:r>
            <a:r>
              <a:rPr lang="zh-CN" altLang="en-US" sz="2400" dirty="0">
                <a:solidFill>
                  <a:srgbClr val="0070C0"/>
                </a:solidFill>
              </a:rPr>
              <a:t>以用户为主体</a:t>
            </a:r>
            <a:r>
              <a:rPr lang="zh-CN" altLang="en-US" sz="2400" dirty="0">
                <a:solidFill>
                  <a:schemeClr val="tx1"/>
                </a:solidFill>
              </a:rPr>
              <a:t>，</a:t>
            </a:r>
            <a:r>
              <a:rPr lang="zh-CN" altLang="en-US" sz="2400" dirty="0">
                <a:solidFill>
                  <a:srgbClr val="0070C0"/>
                </a:solidFill>
              </a:rPr>
              <a:t>以需求规格说明书中对软件的定义为依据</a:t>
            </a:r>
            <a:r>
              <a:rPr lang="zh-CN" altLang="en-US" sz="2400" dirty="0">
                <a:solidFill>
                  <a:schemeClr val="tx1"/>
                </a:solidFill>
              </a:rPr>
              <a:t>，由此对</a:t>
            </a:r>
            <a:r>
              <a:rPr lang="zh-CN" altLang="en-US" sz="2400" dirty="0">
                <a:solidFill>
                  <a:srgbClr val="0070C0"/>
                </a:solidFill>
              </a:rPr>
              <a:t>软件</a:t>
            </a:r>
            <a:r>
              <a:rPr lang="zh-CN" altLang="en-US" sz="2400" dirty="0">
                <a:solidFill>
                  <a:schemeClr val="tx1"/>
                </a:solidFill>
              </a:rPr>
              <a:t>的各项规格进行逐项地确认，以确保已经完成的软件系统与需求规格的</a:t>
            </a:r>
            <a:r>
              <a:rPr lang="zh-CN" altLang="en-US" sz="2400" dirty="0">
                <a:solidFill>
                  <a:srgbClr val="0070C0"/>
                </a:solidFill>
              </a:rPr>
              <a:t>一致性</a:t>
            </a:r>
            <a:r>
              <a:rPr lang="zh-CN" altLang="en-US" sz="2400" dirty="0">
                <a:solidFill>
                  <a:schemeClr val="tx1"/>
                </a:solidFill>
              </a:rPr>
              <a:t>。</a:t>
            </a:r>
            <a:endParaRPr lang="en-US" altLang="zh-CN" sz="2400" dirty="0">
              <a:solidFill>
                <a:schemeClr val="tx1"/>
              </a:solidFill>
            </a:endParaRPr>
          </a:p>
        </p:txBody>
      </p:sp>
      <p:sp>
        <p:nvSpPr>
          <p:cNvPr id="5" name="对话气泡: 圆角矩形 4">
            <a:extLst>
              <a:ext uri="{FF2B5EF4-FFF2-40B4-BE49-F238E27FC236}">
                <a16:creationId xmlns:a16="http://schemas.microsoft.com/office/drawing/2014/main" id="{535D3EF1-F9B5-4BAC-A9FF-F9188C20B19A}"/>
              </a:ext>
            </a:extLst>
          </p:cNvPr>
          <p:cNvSpPr/>
          <p:nvPr/>
        </p:nvSpPr>
        <p:spPr>
          <a:xfrm>
            <a:off x="4357142" y="4407131"/>
            <a:ext cx="2398426" cy="869429"/>
          </a:xfrm>
          <a:prstGeom prst="wedgeRoundRectCallout">
            <a:avLst>
              <a:gd name="adj1" fmla="val -24600"/>
              <a:gd name="adj2" fmla="val -189507"/>
              <a:gd name="adj3" fmla="val 16667"/>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solidFill>
              </a:rPr>
              <a:t>模型</a:t>
            </a:r>
            <a:r>
              <a:rPr lang="en-US" altLang="zh-CN" sz="2400" dirty="0">
                <a:solidFill>
                  <a:schemeClr val="tx1"/>
                </a:solidFill>
              </a:rPr>
              <a:t>(Model)</a:t>
            </a:r>
            <a:endParaRPr lang="en-US" sz="2400" dirty="0">
              <a:solidFill>
                <a:schemeClr val="tx1"/>
              </a:solidFill>
            </a:endParaRPr>
          </a:p>
        </p:txBody>
      </p:sp>
      <p:sp>
        <p:nvSpPr>
          <p:cNvPr id="3" name="灯片编号占位符 2">
            <a:extLst>
              <a:ext uri="{FF2B5EF4-FFF2-40B4-BE49-F238E27FC236}">
                <a16:creationId xmlns:a16="http://schemas.microsoft.com/office/drawing/2014/main" id="{6A370690-1F84-457A-B9FE-FF1E96056C15}"/>
              </a:ext>
            </a:extLst>
          </p:cNvPr>
          <p:cNvSpPr>
            <a:spLocks noGrp="1"/>
          </p:cNvSpPr>
          <p:nvPr>
            <p:ph type="sldNum" sz="quarter" idx="12"/>
          </p:nvPr>
        </p:nvSpPr>
        <p:spPr/>
        <p:txBody>
          <a:bodyPr/>
          <a:lstStyle/>
          <a:p>
            <a:fld id="{D601B896-082D-45BD-88CF-A240D299455E}" type="slidenum">
              <a:rPr lang="en-US" smtClean="0"/>
              <a:t>7</a:t>
            </a:fld>
            <a:endParaRPr lang="en-US"/>
          </a:p>
        </p:txBody>
      </p:sp>
    </p:spTree>
    <p:extLst>
      <p:ext uri="{BB962C8B-B14F-4D97-AF65-F5344CB8AC3E}">
        <p14:creationId xmlns:p14="http://schemas.microsoft.com/office/powerpoint/2010/main" val="34226180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55983C-DA0A-43F6-84A2-BA11A374FEB0}"/>
              </a:ext>
            </a:extLst>
          </p:cNvPr>
          <p:cNvSpPr>
            <a:spLocks noGrp="1"/>
          </p:cNvSpPr>
          <p:nvPr>
            <p:ph type="title"/>
          </p:nvPr>
        </p:nvSpPr>
        <p:spPr/>
        <p:txBody>
          <a:bodyPr/>
          <a:lstStyle/>
          <a:p>
            <a:r>
              <a:rPr lang="zh-CN" altLang="en-US" dirty="0"/>
              <a:t>软件验证</a:t>
            </a:r>
            <a:endParaRPr lang="en-US" dirty="0"/>
          </a:p>
        </p:txBody>
      </p:sp>
      <p:sp>
        <p:nvSpPr>
          <p:cNvPr id="4" name="矩形: 圆角 3">
            <a:extLst>
              <a:ext uri="{FF2B5EF4-FFF2-40B4-BE49-F238E27FC236}">
                <a16:creationId xmlns:a16="http://schemas.microsoft.com/office/drawing/2014/main" id="{B8436687-0A3D-4781-87C9-A2E79488BDC0}"/>
              </a:ext>
            </a:extLst>
          </p:cNvPr>
          <p:cNvSpPr/>
          <p:nvPr/>
        </p:nvSpPr>
        <p:spPr>
          <a:xfrm>
            <a:off x="1514006" y="2005505"/>
            <a:ext cx="8739266" cy="1876947"/>
          </a:xfrm>
          <a:prstGeom prst="round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dirty="0">
                <a:solidFill>
                  <a:schemeClr val="tx1"/>
                </a:solidFill>
              </a:rPr>
              <a:t>系统验证需要</a:t>
            </a:r>
            <a:r>
              <a:rPr lang="zh-CN" altLang="en-US" sz="2400" dirty="0">
                <a:solidFill>
                  <a:srgbClr val="0070C0"/>
                </a:solidFill>
              </a:rPr>
              <a:t>以用户为主体</a:t>
            </a:r>
            <a:r>
              <a:rPr lang="zh-CN" altLang="en-US" sz="2400" dirty="0">
                <a:solidFill>
                  <a:schemeClr val="tx1"/>
                </a:solidFill>
              </a:rPr>
              <a:t>，</a:t>
            </a:r>
            <a:r>
              <a:rPr lang="zh-CN" altLang="en-US" sz="2400" dirty="0">
                <a:solidFill>
                  <a:srgbClr val="0070C0"/>
                </a:solidFill>
              </a:rPr>
              <a:t>以需求规格说明书中对软件的定义为依据</a:t>
            </a:r>
            <a:r>
              <a:rPr lang="zh-CN" altLang="en-US" sz="2400" dirty="0">
                <a:solidFill>
                  <a:schemeClr val="tx1"/>
                </a:solidFill>
              </a:rPr>
              <a:t>，由此对</a:t>
            </a:r>
            <a:r>
              <a:rPr lang="zh-CN" altLang="en-US" sz="2400" dirty="0">
                <a:solidFill>
                  <a:srgbClr val="0070C0"/>
                </a:solidFill>
              </a:rPr>
              <a:t>软件</a:t>
            </a:r>
            <a:r>
              <a:rPr lang="zh-CN" altLang="en-US" sz="2400" dirty="0">
                <a:solidFill>
                  <a:schemeClr val="tx1"/>
                </a:solidFill>
              </a:rPr>
              <a:t>的各项规格进行逐项地确认，以确保已经完成的软件系统与需求规格的</a:t>
            </a:r>
            <a:r>
              <a:rPr lang="zh-CN" altLang="en-US" sz="2400" dirty="0">
                <a:solidFill>
                  <a:srgbClr val="0070C0"/>
                </a:solidFill>
              </a:rPr>
              <a:t>一致性</a:t>
            </a:r>
            <a:r>
              <a:rPr lang="zh-CN" altLang="en-US" sz="2400" dirty="0">
                <a:solidFill>
                  <a:schemeClr val="tx1"/>
                </a:solidFill>
              </a:rPr>
              <a:t>。</a:t>
            </a:r>
            <a:endParaRPr lang="en-US" altLang="zh-CN" sz="2400" dirty="0">
              <a:solidFill>
                <a:schemeClr val="tx1"/>
              </a:solidFill>
            </a:endParaRPr>
          </a:p>
        </p:txBody>
      </p:sp>
      <p:sp>
        <p:nvSpPr>
          <p:cNvPr id="5" name="对话气泡: 圆角矩形 4">
            <a:extLst>
              <a:ext uri="{FF2B5EF4-FFF2-40B4-BE49-F238E27FC236}">
                <a16:creationId xmlns:a16="http://schemas.microsoft.com/office/drawing/2014/main" id="{535D3EF1-F9B5-4BAC-A9FF-F9188C20B19A}"/>
              </a:ext>
            </a:extLst>
          </p:cNvPr>
          <p:cNvSpPr/>
          <p:nvPr/>
        </p:nvSpPr>
        <p:spPr>
          <a:xfrm>
            <a:off x="6290872" y="4736914"/>
            <a:ext cx="3452733" cy="869429"/>
          </a:xfrm>
          <a:prstGeom prst="wedgeRoundRectCallout">
            <a:avLst>
              <a:gd name="adj1" fmla="val -22863"/>
              <a:gd name="adj2" fmla="val -189507"/>
              <a:gd name="adj3" fmla="val 16667"/>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solidFill>
              </a:rPr>
              <a:t>模型</a:t>
            </a:r>
            <a:r>
              <a:rPr lang="en-US" altLang="zh-CN" sz="2400" dirty="0">
                <a:solidFill>
                  <a:schemeClr val="tx1"/>
                </a:solidFill>
              </a:rPr>
              <a:t>(Model)</a:t>
            </a:r>
            <a:r>
              <a:rPr lang="zh-CN" altLang="en-US" sz="2400" dirty="0">
                <a:solidFill>
                  <a:schemeClr val="tx1"/>
                </a:solidFill>
              </a:rPr>
              <a:t>是否满足规范</a:t>
            </a:r>
            <a:r>
              <a:rPr lang="en-US" altLang="zh-CN" sz="2400" dirty="0">
                <a:solidFill>
                  <a:schemeClr val="tx1"/>
                </a:solidFill>
              </a:rPr>
              <a:t>(specification)?</a:t>
            </a:r>
            <a:endParaRPr lang="en-US" sz="2400" dirty="0">
              <a:solidFill>
                <a:schemeClr val="tx1"/>
              </a:solidFill>
            </a:endParaRPr>
          </a:p>
        </p:txBody>
      </p:sp>
      <p:sp>
        <p:nvSpPr>
          <p:cNvPr id="3" name="灯片编号占位符 2">
            <a:extLst>
              <a:ext uri="{FF2B5EF4-FFF2-40B4-BE49-F238E27FC236}">
                <a16:creationId xmlns:a16="http://schemas.microsoft.com/office/drawing/2014/main" id="{01289BA6-3749-45EE-ACB0-0FE44AB6711E}"/>
              </a:ext>
            </a:extLst>
          </p:cNvPr>
          <p:cNvSpPr>
            <a:spLocks noGrp="1"/>
          </p:cNvSpPr>
          <p:nvPr>
            <p:ph type="sldNum" sz="quarter" idx="12"/>
          </p:nvPr>
        </p:nvSpPr>
        <p:spPr/>
        <p:txBody>
          <a:bodyPr/>
          <a:lstStyle/>
          <a:p>
            <a:fld id="{D601B896-082D-45BD-88CF-A240D299455E}" type="slidenum">
              <a:rPr lang="en-US" smtClean="0"/>
              <a:t>8</a:t>
            </a:fld>
            <a:endParaRPr lang="en-US"/>
          </a:p>
        </p:txBody>
      </p:sp>
    </p:spTree>
    <p:extLst>
      <p:ext uri="{BB962C8B-B14F-4D97-AF65-F5344CB8AC3E}">
        <p14:creationId xmlns:p14="http://schemas.microsoft.com/office/powerpoint/2010/main" val="4608552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AD596F-E022-4587-96AA-035F34BFFF11}"/>
              </a:ext>
            </a:extLst>
          </p:cNvPr>
          <p:cNvSpPr>
            <a:spLocks noGrp="1"/>
          </p:cNvSpPr>
          <p:nvPr>
            <p:ph type="title"/>
          </p:nvPr>
        </p:nvSpPr>
        <p:spPr/>
        <p:txBody>
          <a:bodyPr/>
          <a:lstStyle/>
          <a:p>
            <a:r>
              <a:rPr lang="zh-CN" altLang="en-US" dirty="0"/>
              <a:t>模型检测</a:t>
            </a:r>
            <a:endParaRPr lang="en-US" dirty="0"/>
          </a:p>
        </p:txBody>
      </p:sp>
      <p:sp>
        <p:nvSpPr>
          <p:cNvPr id="4" name="灯片编号占位符 3">
            <a:extLst>
              <a:ext uri="{FF2B5EF4-FFF2-40B4-BE49-F238E27FC236}">
                <a16:creationId xmlns:a16="http://schemas.microsoft.com/office/drawing/2014/main" id="{C26094E9-FDD9-4899-B824-44289F48EECA}"/>
              </a:ext>
            </a:extLst>
          </p:cNvPr>
          <p:cNvSpPr>
            <a:spLocks noGrp="1"/>
          </p:cNvSpPr>
          <p:nvPr>
            <p:ph type="sldNum" sz="quarter" idx="12"/>
          </p:nvPr>
        </p:nvSpPr>
        <p:spPr/>
        <p:txBody>
          <a:bodyPr/>
          <a:lstStyle/>
          <a:p>
            <a:fld id="{997BF33A-1886-435B-927C-A4263B34FE26}" type="slidenum">
              <a:rPr lang="en-US" smtClean="0"/>
              <a:t>9</a:t>
            </a:fld>
            <a:endParaRPr lang="en-US"/>
          </a:p>
        </p:txBody>
      </p:sp>
      <p:sp>
        <p:nvSpPr>
          <p:cNvPr id="5" name="矩形 4">
            <a:extLst>
              <a:ext uri="{FF2B5EF4-FFF2-40B4-BE49-F238E27FC236}">
                <a16:creationId xmlns:a16="http://schemas.microsoft.com/office/drawing/2014/main" id="{41858A0F-78AD-4FC8-9D32-734126EB2886}"/>
              </a:ext>
            </a:extLst>
          </p:cNvPr>
          <p:cNvSpPr/>
          <p:nvPr/>
        </p:nvSpPr>
        <p:spPr>
          <a:xfrm>
            <a:off x="3162923" y="2197129"/>
            <a:ext cx="1648920" cy="758343"/>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solidFill>
              </a:rPr>
              <a:t>模型</a:t>
            </a:r>
            <a:endParaRPr lang="en-US" sz="2400" dirty="0">
              <a:solidFill>
                <a:schemeClr val="tx1"/>
              </a:solidFill>
            </a:endParaRPr>
          </a:p>
        </p:txBody>
      </p:sp>
      <p:sp>
        <p:nvSpPr>
          <p:cNvPr id="7" name="矩形 6">
            <a:extLst>
              <a:ext uri="{FF2B5EF4-FFF2-40B4-BE49-F238E27FC236}">
                <a16:creationId xmlns:a16="http://schemas.microsoft.com/office/drawing/2014/main" id="{CAF042D6-E4DC-4C6C-95D9-20A25F8E0590}"/>
              </a:ext>
            </a:extLst>
          </p:cNvPr>
          <p:cNvSpPr/>
          <p:nvPr/>
        </p:nvSpPr>
        <p:spPr>
          <a:xfrm>
            <a:off x="6418286" y="2197129"/>
            <a:ext cx="1855701" cy="757520"/>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solidFill>
              </a:rPr>
              <a:t>规范</a:t>
            </a:r>
            <a:endParaRPr lang="en-US" sz="2400" dirty="0">
              <a:solidFill>
                <a:schemeClr val="tx1"/>
              </a:solidFill>
            </a:endParaRPr>
          </a:p>
        </p:txBody>
      </p:sp>
      <p:sp>
        <p:nvSpPr>
          <p:cNvPr id="8" name="矩形 7">
            <a:extLst>
              <a:ext uri="{FF2B5EF4-FFF2-40B4-BE49-F238E27FC236}">
                <a16:creationId xmlns:a16="http://schemas.microsoft.com/office/drawing/2014/main" id="{D40903CC-B425-47B2-8CA1-69037D9EC99F}"/>
              </a:ext>
            </a:extLst>
          </p:cNvPr>
          <p:cNvSpPr/>
          <p:nvPr/>
        </p:nvSpPr>
        <p:spPr>
          <a:xfrm>
            <a:off x="3162924" y="3806681"/>
            <a:ext cx="4886794" cy="914400"/>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a:solidFill>
                  <a:schemeClr val="tx1"/>
                </a:solidFill>
              </a:rPr>
              <a:t>验证技术</a:t>
            </a:r>
            <a:endParaRPr lang="en-US" sz="2800" dirty="0">
              <a:solidFill>
                <a:schemeClr val="tx1"/>
              </a:solidFill>
            </a:endParaRPr>
          </a:p>
        </p:txBody>
      </p:sp>
      <p:cxnSp>
        <p:nvCxnSpPr>
          <p:cNvPr id="10" name="直接箭头连接符 9">
            <a:extLst>
              <a:ext uri="{FF2B5EF4-FFF2-40B4-BE49-F238E27FC236}">
                <a16:creationId xmlns:a16="http://schemas.microsoft.com/office/drawing/2014/main" id="{BB3D05ED-1EBC-48F0-94AB-8ABFDA7B517A}"/>
              </a:ext>
            </a:extLst>
          </p:cNvPr>
          <p:cNvCxnSpPr>
            <a:stCxn id="5" idx="2"/>
          </p:cNvCxnSpPr>
          <p:nvPr/>
        </p:nvCxnSpPr>
        <p:spPr>
          <a:xfrm>
            <a:off x="3987383" y="2955472"/>
            <a:ext cx="1" cy="85203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a:extLst>
              <a:ext uri="{FF2B5EF4-FFF2-40B4-BE49-F238E27FC236}">
                <a16:creationId xmlns:a16="http://schemas.microsoft.com/office/drawing/2014/main" id="{C5CCB195-36CC-496A-9074-2A1D7FC90B38}"/>
              </a:ext>
            </a:extLst>
          </p:cNvPr>
          <p:cNvCxnSpPr/>
          <p:nvPr/>
        </p:nvCxnSpPr>
        <p:spPr>
          <a:xfrm>
            <a:off x="7301456" y="2955471"/>
            <a:ext cx="1" cy="85203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0ED29E0C-1911-49C2-AF18-41C095D83DE4}"/>
              </a:ext>
            </a:extLst>
          </p:cNvPr>
          <p:cNvCxnSpPr/>
          <p:nvPr/>
        </p:nvCxnSpPr>
        <p:spPr>
          <a:xfrm>
            <a:off x="5428937" y="4721081"/>
            <a:ext cx="1" cy="85203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A31D40AC-E87D-4E8D-A5E6-D6B449BA82E7}"/>
              </a:ext>
            </a:extLst>
          </p:cNvPr>
          <p:cNvSpPr txBox="1"/>
          <p:nvPr/>
        </p:nvSpPr>
        <p:spPr>
          <a:xfrm>
            <a:off x="5606321" y="5034987"/>
            <a:ext cx="1066639" cy="461665"/>
          </a:xfrm>
          <a:prstGeom prst="rect">
            <a:avLst/>
          </a:prstGeom>
          <a:noFill/>
        </p:spPr>
        <p:txBody>
          <a:bodyPr wrap="none" rtlCol="0">
            <a:spAutoFit/>
          </a:bodyPr>
          <a:lstStyle/>
          <a:p>
            <a:r>
              <a:rPr lang="en-US" sz="2400" dirty="0"/>
              <a:t>Yes/No</a:t>
            </a:r>
          </a:p>
        </p:txBody>
      </p:sp>
    </p:spTree>
    <p:extLst>
      <p:ext uri="{BB962C8B-B14F-4D97-AF65-F5344CB8AC3E}">
        <p14:creationId xmlns:p14="http://schemas.microsoft.com/office/powerpoint/2010/main" val="8248072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AA31498D-2AC6-567D-27FA-A76E817BC0F1}"/>
              </a:ext>
            </a:extLst>
          </p:cNvPr>
          <p:cNvSpPr/>
          <p:nvPr/>
        </p:nvSpPr>
        <p:spPr>
          <a:xfrm>
            <a:off x="1524000" y="857250"/>
            <a:ext cx="9144000" cy="837194"/>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 name="文本框 4">
            <a:extLst>
              <a:ext uri="{FF2B5EF4-FFF2-40B4-BE49-F238E27FC236}">
                <a16:creationId xmlns:a16="http://schemas.microsoft.com/office/drawing/2014/main" id="{02CA6235-22D0-4665-B36E-BD54465E878B}"/>
              </a:ext>
            </a:extLst>
          </p:cNvPr>
          <p:cNvSpPr txBox="1"/>
          <p:nvPr/>
        </p:nvSpPr>
        <p:spPr>
          <a:xfrm>
            <a:off x="1970517" y="1043335"/>
            <a:ext cx="954107" cy="553998"/>
          </a:xfrm>
          <a:prstGeom prst="rect">
            <a:avLst/>
          </a:prstGeom>
          <a:noFill/>
        </p:spPr>
        <p:txBody>
          <a:bodyPr wrap="none" rtlCol="0">
            <a:spAutoFit/>
          </a:bodyPr>
          <a:lstStyle/>
          <a:p>
            <a:r>
              <a:rPr lang="zh-CN" altLang="en-US" sz="3000" b="1" dirty="0">
                <a:latin typeface="华文楷体" panose="02010600040101010101" pitchFamily="2" charset="-122"/>
                <a:ea typeface="华文楷体" panose="02010600040101010101" pitchFamily="2" charset="-122"/>
              </a:rPr>
              <a:t>模型</a:t>
            </a:r>
          </a:p>
        </p:txBody>
      </p:sp>
      <p:sp>
        <p:nvSpPr>
          <p:cNvPr id="14" name="文本框 13">
            <a:extLst>
              <a:ext uri="{FF2B5EF4-FFF2-40B4-BE49-F238E27FC236}">
                <a16:creationId xmlns:a16="http://schemas.microsoft.com/office/drawing/2014/main" id="{8A6D7A6D-8835-32C2-516F-F958A205AEDF}"/>
              </a:ext>
            </a:extLst>
          </p:cNvPr>
          <p:cNvSpPr txBox="1"/>
          <p:nvPr/>
        </p:nvSpPr>
        <p:spPr>
          <a:xfrm>
            <a:off x="1524001" y="2012211"/>
            <a:ext cx="9353550" cy="1200329"/>
          </a:xfrm>
          <a:prstGeom prst="rect">
            <a:avLst/>
          </a:prstGeom>
          <a:noFill/>
        </p:spPr>
        <p:txBody>
          <a:bodyPr wrap="square" rtlCol="0">
            <a:spAutoFit/>
          </a:bodyPr>
          <a:lstStyle/>
          <a:p>
            <a:r>
              <a:rPr lang="zh-CN" altLang="en-US" sz="2400" dirty="0">
                <a:latin typeface="Times New Roman" panose="02020603050405020304" pitchFamily="18" charset="0"/>
                <a:cs typeface="Times New Roman" panose="02020603050405020304" pitchFamily="18" charset="0"/>
              </a:rPr>
              <a:t>模型简单来说是用于表示一个系统的状态，以及该系统状态之间迁移关系的一个概念。模型有很多种，实际使用中可以结合实际情况选择最适合的模型针对系统机型建模，这里介绍最经典的有限状态机</a:t>
            </a:r>
            <a:r>
              <a:rPr lang="en-US" altLang="zh-CN" sz="2400" dirty="0">
                <a:latin typeface="Times New Roman" panose="02020603050405020304" pitchFamily="18" charset="0"/>
                <a:cs typeface="Times New Roman" panose="02020603050405020304" pitchFamily="18" charset="0"/>
              </a:rPr>
              <a:t>FSM</a:t>
            </a:r>
            <a:r>
              <a:rPr lang="zh-CN" altLang="en-US" sz="2400" dirty="0">
                <a:latin typeface="Times New Roman" panose="02020603050405020304" pitchFamily="18" charset="0"/>
                <a:cs typeface="Times New Roman" panose="02020603050405020304" pitchFamily="18" charset="0"/>
              </a:rPr>
              <a:t>。</a:t>
            </a:r>
          </a:p>
        </p:txBody>
      </p:sp>
      <p:sp>
        <p:nvSpPr>
          <p:cNvPr id="4" name="文本框 3">
            <a:extLst>
              <a:ext uri="{FF2B5EF4-FFF2-40B4-BE49-F238E27FC236}">
                <a16:creationId xmlns:a16="http://schemas.microsoft.com/office/drawing/2014/main" id="{3ABBFDAD-D511-321A-BDF5-5CF83A844910}"/>
              </a:ext>
            </a:extLst>
          </p:cNvPr>
          <p:cNvSpPr txBox="1"/>
          <p:nvPr/>
        </p:nvSpPr>
        <p:spPr>
          <a:xfrm>
            <a:off x="2957972" y="4444414"/>
            <a:ext cx="6503317" cy="2031325"/>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FSM</a:t>
            </a:r>
            <a:r>
              <a:rPr lang="zh-CN" altLang="en-US" dirty="0">
                <a:latin typeface="Times New Roman" panose="02020603050405020304" pitchFamily="18" charset="0"/>
                <a:cs typeface="Times New Roman" panose="02020603050405020304" pitchFamily="18" charset="0"/>
              </a:rPr>
              <a:t>是一个</a:t>
            </a:r>
            <a:r>
              <a:rPr lang="en-US" altLang="zh-CN" dirty="0">
                <a:latin typeface="Times New Roman" panose="02020603050405020304" pitchFamily="18" charset="0"/>
                <a:cs typeface="Times New Roman" panose="02020603050405020304" pitchFamily="18" charset="0"/>
              </a:rPr>
              <a:t>5</a:t>
            </a:r>
            <a:r>
              <a:rPr lang="zh-CN" altLang="en-US" dirty="0">
                <a:latin typeface="Times New Roman" panose="02020603050405020304" pitchFamily="18" charset="0"/>
                <a:cs typeface="Times New Roman" panose="02020603050405020304" pitchFamily="18" charset="0"/>
              </a:rPr>
              <a:t>元组 </a:t>
            </a:r>
            <a:r>
              <a:rPr lang="en-US" altLang="zh-CN" dirty="0">
                <a:latin typeface="Times New Roman" panose="02020603050405020304" pitchFamily="18" charset="0"/>
                <a:cs typeface="Times New Roman" panose="02020603050405020304" pitchFamily="18" charset="0"/>
              </a:rPr>
              <a:t>M = (S, </a:t>
            </a:r>
            <a:r>
              <a:rPr lang="el-GR" altLang="zh-CN" dirty="0">
                <a:latin typeface="Times New Roman" panose="02020603050405020304" pitchFamily="18" charset="0"/>
                <a:cs typeface="Times New Roman" panose="02020603050405020304" pitchFamily="18" charset="0"/>
              </a:rPr>
              <a:t>Σ, </a:t>
            </a:r>
            <a:r>
              <a:rPr lang="en-US" altLang="zh-CN" dirty="0">
                <a:latin typeface="Times New Roman" panose="02020603050405020304" pitchFamily="18" charset="0"/>
                <a:cs typeface="Times New Roman" panose="02020603050405020304" pitchFamily="18" charset="0"/>
              </a:rPr>
              <a:t>f, s0, Z) </a:t>
            </a:r>
            <a:r>
              <a:rPr lang="zh-CN" altLang="en-US" dirty="0">
                <a:latin typeface="Times New Roman" panose="02020603050405020304" pitchFamily="18" charset="0"/>
                <a:cs typeface="Times New Roman" panose="02020603050405020304" pitchFamily="18" charset="0"/>
              </a:rPr>
              <a:t>其中：</a:t>
            </a:r>
          </a:p>
          <a:p>
            <a:r>
              <a:rPr lang="en-US" altLang="zh-CN" dirty="0">
                <a:latin typeface="Times New Roman" panose="02020603050405020304" pitchFamily="18" charset="0"/>
                <a:cs typeface="Times New Roman" panose="02020603050405020304" pitchFamily="18" charset="0"/>
              </a:rPr>
              <a:t>S</a:t>
            </a:r>
            <a:r>
              <a:rPr lang="zh-CN" altLang="en-US" dirty="0">
                <a:latin typeface="Times New Roman" panose="02020603050405020304" pitchFamily="18" charset="0"/>
                <a:cs typeface="Times New Roman" panose="02020603050405020304" pitchFamily="18" charset="0"/>
              </a:rPr>
              <a:t>是有限状态集合；</a:t>
            </a:r>
          </a:p>
          <a:p>
            <a:r>
              <a:rPr lang="el-GR" altLang="zh-CN" dirty="0">
                <a:latin typeface="Times New Roman" panose="02020603050405020304" pitchFamily="18" charset="0"/>
                <a:cs typeface="Times New Roman" panose="02020603050405020304" pitchFamily="18" charset="0"/>
              </a:rPr>
              <a:t>Σ</a:t>
            </a:r>
            <a:r>
              <a:rPr lang="zh-CN" altLang="en-US" dirty="0">
                <a:latin typeface="Times New Roman" panose="02020603050405020304" pitchFamily="18" charset="0"/>
                <a:cs typeface="Times New Roman" panose="02020603050405020304" pitchFamily="18" charset="0"/>
              </a:rPr>
              <a:t>是一个有限字母表，其中</a:t>
            </a:r>
            <a:r>
              <a:rPr lang="en-US" altLang="zh-CN" dirty="0">
                <a:latin typeface="Times New Roman" panose="02020603050405020304" pitchFamily="18" charset="0"/>
                <a:cs typeface="Times New Roman" panose="02020603050405020304" pitchFamily="18" charset="0"/>
              </a:rPr>
              <a:t>w=w1w1…</a:t>
            </a:r>
            <a:r>
              <a:rPr lang="en-US" altLang="zh-CN" dirty="0" err="1">
                <a:latin typeface="Times New Roman" panose="02020603050405020304" pitchFamily="18" charset="0"/>
                <a:cs typeface="Times New Roman" panose="02020603050405020304" pitchFamily="18" charset="0"/>
              </a:rPr>
              <a:t>wn</a:t>
            </a:r>
            <a:r>
              <a:rPr lang="zh-CN" altLang="en-US" dirty="0">
                <a:latin typeface="Times New Roman" panose="02020603050405020304" pitchFamily="18" charset="0"/>
                <a:cs typeface="Times New Roman" panose="02020603050405020304" pitchFamily="18" charset="0"/>
              </a:rPr>
              <a:t>是一个输入字符串，且</a:t>
            </a:r>
            <a:r>
              <a:rPr lang="en-US" altLang="zh-CN" dirty="0" err="1">
                <a:latin typeface="Times New Roman" panose="02020603050405020304" pitchFamily="18" charset="0"/>
                <a:cs typeface="Times New Roman" panose="02020603050405020304" pitchFamily="18" charset="0"/>
              </a:rPr>
              <a:t>wi</a:t>
            </a:r>
            <a:r>
              <a:rPr lang="zh-CN" altLang="en-US" dirty="0">
                <a:latin typeface="Times New Roman" panose="02020603050405020304" pitchFamily="18" charset="0"/>
                <a:cs typeface="Times New Roman" panose="02020603050405020304" pitchFamily="18" charset="0"/>
              </a:rPr>
              <a:t>是∑的成员；</a:t>
            </a:r>
          </a:p>
          <a:p>
            <a:r>
              <a:rPr lang="en-US" altLang="zh-CN" dirty="0">
                <a:latin typeface="Times New Roman" panose="02020603050405020304" pitchFamily="18" charset="0"/>
                <a:cs typeface="Times New Roman" panose="02020603050405020304" pitchFamily="18" charset="0"/>
              </a:rPr>
              <a:t>f</a:t>
            </a:r>
            <a:r>
              <a:rPr lang="zh-CN" altLang="en-US" dirty="0">
                <a:latin typeface="Times New Roman" panose="02020603050405020304" pitchFamily="18" charset="0"/>
                <a:cs typeface="Times New Roman" panose="02020603050405020304" pitchFamily="18" charset="0"/>
              </a:rPr>
              <a:t>是一个状态迁移函数，定义了</a:t>
            </a:r>
            <a:r>
              <a:rPr lang="en-US" altLang="zh-CN" dirty="0">
                <a:latin typeface="Times New Roman" panose="02020603050405020304" pitchFamily="18" charset="0"/>
                <a:cs typeface="Times New Roman" panose="02020603050405020304" pitchFamily="18" charset="0"/>
              </a:rPr>
              <a:t>S x </a:t>
            </a:r>
            <a:r>
              <a:rPr lang="el-GR" altLang="zh-CN" dirty="0">
                <a:latin typeface="Times New Roman" panose="02020603050405020304" pitchFamily="18" charset="0"/>
                <a:cs typeface="Times New Roman" panose="02020603050405020304" pitchFamily="18" charset="0"/>
              </a:rPr>
              <a:t>Σ -&gt; </a:t>
            </a:r>
            <a:r>
              <a:rPr lang="en-US" altLang="zh-CN" dirty="0">
                <a:latin typeface="Times New Roman" panose="02020603050405020304" pitchFamily="18" charset="0"/>
                <a:cs typeface="Times New Roman" panose="02020603050405020304" pitchFamily="18" charset="0"/>
              </a:rPr>
              <a:t>S</a:t>
            </a:r>
            <a:r>
              <a:rPr lang="zh-CN" altLang="en-US"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s0∈S</a:t>
            </a:r>
            <a:r>
              <a:rPr lang="zh-CN" altLang="en-US" dirty="0">
                <a:latin typeface="Times New Roman" panose="02020603050405020304" pitchFamily="18" charset="0"/>
                <a:cs typeface="Times New Roman" panose="02020603050405020304" pitchFamily="18" charset="0"/>
              </a:rPr>
              <a:t>是初始状态；</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Z∈S</a:t>
            </a:r>
            <a:r>
              <a:rPr lang="zh-CN" altLang="en-US" dirty="0">
                <a:latin typeface="Times New Roman" panose="02020603050405020304" pitchFamily="18" charset="0"/>
                <a:cs typeface="Times New Roman" panose="02020603050405020304" pitchFamily="18" charset="0"/>
              </a:rPr>
              <a:t>是最终状态。</a:t>
            </a:r>
          </a:p>
        </p:txBody>
      </p:sp>
      <p:sp>
        <p:nvSpPr>
          <p:cNvPr id="9" name="灯片编号占位符 8">
            <a:extLst>
              <a:ext uri="{FF2B5EF4-FFF2-40B4-BE49-F238E27FC236}">
                <a16:creationId xmlns:a16="http://schemas.microsoft.com/office/drawing/2014/main" id="{12760366-56E6-EB9D-3A01-102D83B76BBE}"/>
              </a:ext>
            </a:extLst>
          </p:cNvPr>
          <p:cNvSpPr>
            <a:spLocks noGrp="1"/>
          </p:cNvSpPr>
          <p:nvPr>
            <p:ph type="sldNum" sz="quarter" idx="12"/>
          </p:nvPr>
        </p:nvSpPr>
        <p:spPr>
          <a:xfrm>
            <a:off x="10134600" y="6356351"/>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65CE74E-AB26-4998-AD42-012C4C1AD076}" type="slidenum">
              <a:rPr lang="zh-CN" altLang="en-US" smtClean="0"/>
              <a:pPr/>
              <a:t>10</a:t>
            </a:fld>
            <a:r>
              <a:rPr lang="en-US" altLang="zh-CN"/>
              <a:t>/24</a:t>
            </a:r>
            <a:endParaRPr lang="zh-CN" altLang="en-US" dirty="0"/>
          </a:p>
        </p:txBody>
      </p:sp>
    </p:spTree>
    <p:extLst>
      <p:ext uri="{BB962C8B-B14F-4D97-AF65-F5344CB8AC3E}">
        <p14:creationId xmlns:p14="http://schemas.microsoft.com/office/powerpoint/2010/main" val="20426285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AA31498D-2AC6-567D-27FA-A76E817BC0F1}"/>
              </a:ext>
            </a:extLst>
          </p:cNvPr>
          <p:cNvSpPr/>
          <p:nvPr/>
        </p:nvSpPr>
        <p:spPr>
          <a:xfrm>
            <a:off x="1524000" y="857250"/>
            <a:ext cx="9144000" cy="837194"/>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 name="文本框 4">
            <a:extLst>
              <a:ext uri="{FF2B5EF4-FFF2-40B4-BE49-F238E27FC236}">
                <a16:creationId xmlns:a16="http://schemas.microsoft.com/office/drawing/2014/main" id="{02CA6235-22D0-4665-B36E-BD54465E878B}"/>
              </a:ext>
            </a:extLst>
          </p:cNvPr>
          <p:cNvSpPr txBox="1"/>
          <p:nvPr/>
        </p:nvSpPr>
        <p:spPr>
          <a:xfrm>
            <a:off x="1970517" y="1043335"/>
            <a:ext cx="954107" cy="553998"/>
          </a:xfrm>
          <a:prstGeom prst="rect">
            <a:avLst/>
          </a:prstGeom>
          <a:noFill/>
        </p:spPr>
        <p:txBody>
          <a:bodyPr wrap="none" rtlCol="0">
            <a:spAutoFit/>
          </a:bodyPr>
          <a:lstStyle/>
          <a:p>
            <a:r>
              <a:rPr lang="zh-CN" altLang="en-US" sz="3000" b="1" dirty="0">
                <a:latin typeface="华文楷体" panose="02010600040101010101" pitchFamily="2" charset="-122"/>
                <a:ea typeface="华文楷体" panose="02010600040101010101" pitchFamily="2" charset="-122"/>
              </a:rPr>
              <a:t>模型</a:t>
            </a:r>
          </a:p>
        </p:txBody>
      </p:sp>
      <p:sp>
        <p:nvSpPr>
          <p:cNvPr id="2" name="文本框 1">
            <a:extLst>
              <a:ext uri="{FF2B5EF4-FFF2-40B4-BE49-F238E27FC236}">
                <a16:creationId xmlns:a16="http://schemas.microsoft.com/office/drawing/2014/main" id="{E92E4ACE-D560-AFED-47DA-967A88B11412}"/>
              </a:ext>
            </a:extLst>
          </p:cNvPr>
          <p:cNvSpPr txBox="1"/>
          <p:nvPr/>
        </p:nvSpPr>
        <p:spPr>
          <a:xfrm>
            <a:off x="2627337" y="2135621"/>
            <a:ext cx="264816" cy="300082"/>
          </a:xfrm>
          <a:prstGeom prst="rect">
            <a:avLst/>
          </a:prstGeom>
          <a:noFill/>
        </p:spPr>
        <p:txBody>
          <a:bodyPr wrap="none" rtlCol="0">
            <a:spAutoFit/>
          </a:bodyPr>
          <a:lstStyle/>
          <a:p>
            <a:r>
              <a:rPr lang="zh-CN" altLang="en-US" sz="1350" dirty="0">
                <a:sym typeface="Symbol" panose="05050102010706020507" pitchFamily="18" charset="2"/>
              </a:rPr>
              <a:t></a:t>
            </a:r>
            <a:endParaRPr lang="zh-CN" altLang="en-US" sz="1350" dirty="0"/>
          </a:p>
        </p:txBody>
      </p:sp>
      <p:sp>
        <p:nvSpPr>
          <p:cNvPr id="4" name="文本框 3">
            <a:extLst>
              <a:ext uri="{FF2B5EF4-FFF2-40B4-BE49-F238E27FC236}">
                <a16:creationId xmlns:a16="http://schemas.microsoft.com/office/drawing/2014/main" id="{3ABBFDAD-D511-321A-BDF5-5CF83A844910}"/>
              </a:ext>
            </a:extLst>
          </p:cNvPr>
          <p:cNvSpPr txBox="1"/>
          <p:nvPr/>
        </p:nvSpPr>
        <p:spPr>
          <a:xfrm>
            <a:off x="2909260" y="2135623"/>
            <a:ext cx="7225340" cy="2031325"/>
          </a:xfrm>
          <a:prstGeom prst="rect">
            <a:avLst/>
          </a:prstGeom>
          <a:noFill/>
        </p:spPr>
        <p:txBody>
          <a:bodyPr wrap="square" rtlCol="0">
            <a:spAutoFit/>
          </a:bodyPr>
          <a:lstStyle/>
          <a:p>
            <a:r>
              <a:rPr lang="zh-CN" altLang="en-US" dirty="0">
                <a:latin typeface="Times New Roman" panose="02020603050405020304" pitchFamily="18" charset="0"/>
                <a:cs typeface="Times New Roman" panose="02020603050405020304" pitchFamily="18" charset="0"/>
              </a:rPr>
              <a:t>对于一个有限状态机来说，其模型</a:t>
            </a:r>
            <a:r>
              <a:rPr lang="en-US" altLang="zh-CN" dirty="0">
                <a:latin typeface="Times New Roman" panose="02020603050405020304" pitchFamily="18" charset="0"/>
                <a:cs typeface="Times New Roman" panose="02020603050405020304" pitchFamily="18" charset="0"/>
              </a:rPr>
              <a:t>M = (S, </a:t>
            </a:r>
            <a:r>
              <a:rPr lang="el-GR" altLang="zh-CN" dirty="0">
                <a:latin typeface="Times New Roman" panose="02020603050405020304" pitchFamily="18" charset="0"/>
                <a:cs typeface="Times New Roman" panose="02020603050405020304" pitchFamily="18" charset="0"/>
              </a:rPr>
              <a:t>Σ, </a:t>
            </a:r>
            <a:r>
              <a:rPr lang="en-US" altLang="zh-CN" dirty="0">
                <a:latin typeface="Times New Roman" panose="02020603050405020304" pitchFamily="18" charset="0"/>
                <a:cs typeface="Times New Roman" panose="02020603050405020304" pitchFamily="18" charset="0"/>
              </a:rPr>
              <a:t>f, s0, Z) </a:t>
            </a:r>
          </a:p>
          <a:p>
            <a:r>
              <a:rPr lang="zh-CN" altLang="en-US" dirty="0">
                <a:latin typeface="Times New Roman" panose="02020603050405020304" pitchFamily="18" charset="0"/>
                <a:cs typeface="Times New Roman" panose="02020603050405020304" pitchFamily="18" charset="0"/>
              </a:rPr>
              <a:t>对于该例而言</a:t>
            </a:r>
            <a:endParaRPr lang="en-US" altLang="zh-CN" dirty="0">
              <a:latin typeface="Times New Roman" panose="02020603050405020304" pitchFamily="18" charset="0"/>
              <a:cs typeface="Times New Roman" panose="02020603050405020304" pitchFamily="18" charset="0"/>
            </a:endParaRPr>
          </a:p>
          <a:p>
            <a:r>
              <a:rPr lang="zh-CN" altLang="en-US" dirty="0">
                <a:latin typeface="Times New Roman" panose="02020603050405020304" pitchFamily="18" charset="0"/>
                <a:cs typeface="Times New Roman" panose="02020603050405020304" pitchFamily="18" charset="0"/>
              </a:rPr>
              <a:t>状态集合</a:t>
            </a:r>
            <a:r>
              <a:rPr lang="en-US" altLang="zh-CN" dirty="0">
                <a:latin typeface="Times New Roman" panose="02020603050405020304" pitchFamily="18" charset="0"/>
                <a:cs typeface="Times New Roman" panose="02020603050405020304" pitchFamily="18" charset="0"/>
              </a:rPr>
              <a:t>S={S0,S1,S2,S3,S4};</a:t>
            </a:r>
          </a:p>
          <a:p>
            <a:r>
              <a:rPr lang="zh-CN" altLang="en-US" dirty="0">
                <a:latin typeface="Times New Roman" panose="02020603050405020304" pitchFamily="18" charset="0"/>
                <a:cs typeface="Times New Roman" panose="02020603050405020304" pitchFamily="18" charset="0"/>
              </a:rPr>
              <a:t>有限字母表</a:t>
            </a:r>
            <a:r>
              <a:rPr lang="el-GR" altLang="zh-CN" dirty="0">
                <a:latin typeface="Times New Roman" panose="02020603050405020304" pitchFamily="18" charset="0"/>
                <a:cs typeface="Times New Roman" panose="02020603050405020304" pitchFamily="18" charset="0"/>
              </a:rPr>
              <a:t>Σ</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a,b</a:t>
            </a:r>
            <a:r>
              <a:rPr lang="en-US" altLang="zh-CN" dirty="0">
                <a:latin typeface="Times New Roman" panose="02020603050405020304" pitchFamily="18" charset="0"/>
                <a:cs typeface="Times New Roman" panose="02020603050405020304" pitchFamily="18" charset="0"/>
              </a:rPr>
              <a:t>};</a:t>
            </a:r>
          </a:p>
          <a:p>
            <a:r>
              <a:rPr lang="zh-CN" altLang="en-US" dirty="0">
                <a:latin typeface="Times New Roman" panose="02020603050405020304" pitchFamily="18" charset="0"/>
                <a:cs typeface="Times New Roman" panose="02020603050405020304" pitchFamily="18" charset="0"/>
              </a:rPr>
              <a:t>状态迁移函数</a:t>
            </a:r>
            <a:r>
              <a:rPr lang="en-US" altLang="zh-CN" dirty="0">
                <a:latin typeface="Times New Roman" panose="02020603050405020304" pitchFamily="18" charset="0"/>
                <a:cs typeface="Times New Roman" panose="02020603050405020304" pitchFamily="18" charset="0"/>
              </a:rPr>
              <a:t>f={S0 x a</a:t>
            </a:r>
            <a:r>
              <a:rPr lang="el-GR" altLang="zh-CN" dirty="0">
                <a:latin typeface="Times New Roman" panose="02020603050405020304" pitchFamily="18" charset="0"/>
                <a:cs typeface="Times New Roman" panose="02020603050405020304" pitchFamily="18" charset="0"/>
              </a:rPr>
              <a:t> -&gt; </a:t>
            </a:r>
            <a:r>
              <a:rPr lang="en-US" altLang="zh-CN" dirty="0">
                <a:latin typeface="Times New Roman" panose="02020603050405020304" pitchFamily="18" charset="0"/>
                <a:cs typeface="Times New Roman" panose="02020603050405020304" pitchFamily="18" charset="0"/>
              </a:rPr>
              <a:t>S1, S0 x b</a:t>
            </a:r>
            <a:r>
              <a:rPr lang="el-GR" altLang="zh-CN" dirty="0">
                <a:latin typeface="Times New Roman" panose="02020603050405020304" pitchFamily="18" charset="0"/>
                <a:cs typeface="Times New Roman" panose="02020603050405020304" pitchFamily="18" charset="0"/>
              </a:rPr>
              <a:t> -&gt; </a:t>
            </a:r>
            <a:r>
              <a:rPr lang="en-US" altLang="zh-CN" dirty="0">
                <a:latin typeface="Times New Roman" panose="02020603050405020304" pitchFamily="18" charset="0"/>
                <a:cs typeface="Times New Roman" panose="02020603050405020304" pitchFamily="18" charset="0"/>
              </a:rPr>
              <a:t>S3,  S1 x b</a:t>
            </a:r>
            <a:r>
              <a:rPr lang="el-GR" altLang="zh-CN" dirty="0">
                <a:latin typeface="Times New Roman" panose="02020603050405020304" pitchFamily="18" charset="0"/>
                <a:cs typeface="Times New Roman" panose="02020603050405020304" pitchFamily="18" charset="0"/>
              </a:rPr>
              <a:t> -&gt; </a:t>
            </a:r>
            <a:r>
              <a:rPr lang="en-US" altLang="zh-CN" dirty="0">
                <a:latin typeface="Times New Roman" panose="02020603050405020304" pitchFamily="18" charset="0"/>
                <a:cs typeface="Times New Roman" panose="02020603050405020304" pitchFamily="18" charset="0"/>
              </a:rPr>
              <a:t>S2, S3 x b</a:t>
            </a:r>
            <a:r>
              <a:rPr lang="el-GR" altLang="zh-CN" dirty="0">
                <a:latin typeface="Times New Roman" panose="02020603050405020304" pitchFamily="18" charset="0"/>
                <a:cs typeface="Times New Roman" panose="02020603050405020304" pitchFamily="18" charset="0"/>
              </a:rPr>
              <a:t> -&gt; </a:t>
            </a:r>
            <a:r>
              <a:rPr lang="en-US" altLang="zh-CN" dirty="0">
                <a:latin typeface="Times New Roman" panose="02020603050405020304" pitchFamily="18" charset="0"/>
                <a:cs typeface="Times New Roman" panose="02020603050405020304" pitchFamily="18" charset="0"/>
              </a:rPr>
              <a:t>S4};</a:t>
            </a:r>
          </a:p>
          <a:p>
            <a:r>
              <a:rPr lang="zh-CN" altLang="en-US" dirty="0">
                <a:latin typeface="Times New Roman" panose="02020603050405020304" pitchFamily="18" charset="0"/>
                <a:cs typeface="Times New Roman" panose="02020603050405020304" pitchFamily="18" charset="0"/>
              </a:rPr>
              <a:t>初始状态即为</a:t>
            </a:r>
            <a:r>
              <a:rPr lang="en-US" altLang="zh-CN" dirty="0">
                <a:latin typeface="Times New Roman" panose="02020603050405020304" pitchFamily="18" charset="0"/>
                <a:cs typeface="Times New Roman" panose="02020603050405020304" pitchFamily="18" charset="0"/>
              </a:rPr>
              <a:t>S0</a:t>
            </a:r>
            <a:r>
              <a:rPr lang="zh-CN" altLang="en-US"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r>
              <a:rPr lang="zh-CN" altLang="en-US" dirty="0">
                <a:latin typeface="Times New Roman" panose="02020603050405020304" pitchFamily="18" charset="0"/>
                <a:cs typeface="Times New Roman" panose="02020603050405020304" pitchFamily="18" charset="0"/>
              </a:rPr>
              <a:t>最终状态</a:t>
            </a:r>
            <a:r>
              <a:rPr lang="en-US" altLang="zh-CN" dirty="0">
                <a:latin typeface="Times New Roman" panose="02020603050405020304" pitchFamily="18" charset="0"/>
                <a:cs typeface="Times New Roman" panose="02020603050405020304" pitchFamily="18" charset="0"/>
              </a:rPr>
              <a:t>Z</a:t>
            </a:r>
            <a:r>
              <a:rPr lang="zh-CN" altLang="en-US" dirty="0">
                <a:latin typeface="Times New Roman" panose="02020603050405020304" pitchFamily="18" charset="0"/>
                <a:cs typeface="Times New Roman" panose="02020603050405020304" pitchFamily="18" charset="0"/>
              </a:rPr>
              <a:t>为</a:t>
            </a:r>
            <a:r>
              <a:rPr lang="en-US" altLang="zh-CN" dirty="0">
                <a:latin typeface="Times New Roman" panose="02020603050405020304" pitchFamily="18" charset="0"/>
                <a:cs typeface="Times New Roman" panose="02020603050405020304" pitchFamily="18" charset="0"/>
              </a:rPr>
              <a:t>S4</a:t>
            </a:r>
            <a:r>
              <a:rPr lang="zh-CN" altLang="en-US"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p:txBody>
      </p:sp>
      <p:grpSp>
        <p:nvGrpSpPr>
          <p:cNvPr id="35" name="组合 34">
            <a:extLst>
              <a:ext uri="{FF2B5EF4-FFF2-40B4-BE49-F238E27FC236}">
                <a16:creationId xmlns:a16="http://schemas.microsoft.com/office/drawing/2014/main" id="{6F00A5EE-3E1A-178B-564E-4C3BF85F2B77}"/>
              </a:ext>
            </a:extLst>
          </p:cNvPr>
          <p:cNvGrpSpPr/>
          <p:nvPr/>
        </p:nvGrpSpPr>
        <p:grpSpPr>
          <a:xfrm>
            <a:off x="5284841" y="4353309"/>
            <a:ext cx="4365064" cy="2368166"/>
            <a:chOff x="6096000" y="3691414"/>
            <a:chExt cx="4201209" cy="2221171"/>
          </a:xfrm>
        </p:grpSpPr>
        <p:grpSp>
          <p:nvGrpSpPr>
            <p:cNvPr id="30" name="组合 29">
              <a:extLst>
                <a:ext uri="{FF2B5EF4-FFF2-40B4-BE49-F238E27FC236}">
                  <a16:creationId xmlns:a16="http://schemas.microsoft.com/office/drawing/2014/main" id="{0AE3CD16-FD22-9533-ABA4-E37E83DD23D3}"/>
                </a:ext>
              </a:extLst>
            </p:cNvPr>
            <p:cNvGrpSpPr/>
            <p:nvPr/>
          </p:nvGrpSpPr>
          <p:grpSpPr>
            <a:xfrm>
              <a:off x="6096000" y="3777630"/>
              <a:ext cx="4201209" cy="2134955"/>
              <a:chOff x="4856085" y="3608955"/>
              <a:chExt cx="4201209" cy="2134955"/>
            </a:xfrm>
          </p:grpSpPr>
          <p:sp>
            <p:nvSpPr>
              <p:cNvPr id="7" name="椭圆 6">
                <a:extLst>
                  <a:ext uri="{FF2B5EF4-FFF2-40B4-BE49-F238E27FC236}">
                    <a16:creationId xmlns:a16="http://schemas.microsoft.com/office/drawing/2014/main" id="{43D533C8-AE4C-0F68-7A63-83732658F175}"/>
                  </a:ext>
                </a:extLst>
              </p:cNvPr>
              <p:cNvSpPr/>
              <p:nvPr/>
            </p:nvSpPr>
            <p:spPr>
              <a:xfrm>
                <a:off x="5605558" y="4467748"/>
                <a:ext cx="683580" cy="674703"/>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350" dirty="0">
                    <a:solidFill>
                      <a:schemeClr val="tx1"/>
                    </a:solidFill>
                  </a:rPr>
                  <a:t>S0</a:t>
                </a:r>
                <a:endParaRPr lang="zh-CN" altLang="en-US" sz="1350" dirty="0">
                  <a:solidFill>
                    <a:schemeClr val="tx1"/>
                  </a:solidFill>
                </a:endParaRPr>
              </a:p>
            </p:txBody>
          </p:sp>
          <p:sp>
            <p:nvSpPr>
              <p:cNvPr id="8" name="椭圆 7">
                <a:extLst>
                  <a:ext uri="{FF2B5EF4-FFF2-40B4-BE49-F238E27FC236}">
                    <a16:creationId xmlns:a16="http://schemas.microsoft.com/office/drawing/2014/main" id="{03B4AF80-8584-C052-5845-8D59A45404B5}"/>
                  </a:ext>
                </a:extLst>
              </p:cNvPr>
              <p:cNvSpPr/>
              <p:nvPr/>
            </p:nvSpPr>
            <p:spPr>
              <a:xfrm>
                <a:off x="6773662" y="3608956"/>
                <a:ext cx="683580" cy="674703"/>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350" dirty="0">
                    <a:solidFill>
                      <a:schemeClr val="tx1"/>
                    </a:solidFill>
                  </a:rPr>
                  <a:t>S1</a:t>
                </a:r>
                <a:endParaRPr lang="zh-CN" altLang="en-US" sz="1350" dirty="0">
                  <a:solidFill>
                    <a:schemeClr val="tx1"/>
                  </a:solidFill>
                </a:endParaRPr>
              </a:p>
            </p:txBody>
          </p:sp>
          <p:sp>
            <p:nvSpPr>
              <p:cNvPr id="9" name="椭圆 8">
                <a:extLst>
                  <a:ext uri="{FF2B5EF4-FFF2-40B4-BE49-F238E27FC236}">
                    <a16:creationId xmlns:a16="http://schemas.microsoft.com/office/drawing/2014/main" id="{011154D1-88CF-DDEE-4919-9612FF8DC9F6}"/>
                  </a:ext>
                </a:extLst>
              </p:cNvPr>
              <p:cNvSpPr/>
              <p:nvPr/>
            </p:nvSpPr>
            <p:spPr>
              <a:xfrm>
                <a:off x="6773662" y="5025930"/>
                <a:ext cx="683580" cy="674703"/>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350" dirty="0">
                    <a:solidFill>
                      <a:schemeClr val="tx1"/>
                    </a:solidFill>
                  </a:rPr>
                  <a:t>S3</a:t>
                </a:r>
                <a:endParaRPr lang="zh-CN" altLang="en-US" sz="1350" dirty="0">
                  <a:solidFill>
                    <a:schemeClr val="tx1"/>
                  </a:solidFill>
                </a:endParaRPr>
              </a:p>
            </p:txBody>
          </p:sp>
          <p:sp>
            <p:nvSpPr>
              <p:cNvPr id="10" name="椭圆 9">
                <a:extLst>
                  <a:ext uri="{FF2B5EF4-FFF2-40B4-BE49-F238E27FC236}">
                    <a16:creationId xmlns:a16="http://schemas.microsoft.com/office/drawing/2014/main" id="{CB10A5C2-DD23-C04B-0139-620E4535EA61}"/>
                  </a:ext>
                </a:extLst>
              </p:cNvPr>
              <p:cNvSpPr/>
              <p:nvPr/>
            </p:nvSpPr>
            <p:spPr>
              <a:xfrm>
                <a:off x="8283556" y="3608955"/>
                <a:ext cx="683580" cy="674703"/>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350" dirty="0">
                    <a:solidFill>
                      <a:schemeClr val="tx1"/>
                    </a:solidFill>
                  </a:rPr>
                  <a:t>S2</a:t>
                </a:r>
                <a:endParaRPr lang="zh-CN" altLang="en-US" sz="1350" dirty="0">
                  <a:solidFill>
                    <a:schemeClr val="tx1"/>
                  </a:solidFill>
                </a:endParaRPr>
              </a:p>
            </p:txBody>
          </p:sp>
          <p:grpSp>
            <p:nvGrpSpPr>
              <p:cNvPr id="25" name="组合 24">
                <a:extLst>
                  <a:ext uri="{FF2B5EF4-FFF2-40B4-BE49-F238E27FC236}">
                    <a16:creationId xmlns:a16="http://schemas.microsoft.com/office/drawing/2014/main" id="{D0E59DCC-E725-4B75-1D27-6F06F05D1FC7}"/>
                  </a:ext>
                </a:extLst>
              </p:cNvPr>
              <p:cNvGrpSpPr/>
              <p:nvPr/>
            </p:nvGrpSpPr>
            <p:grpSpPr>
              <a:xfrm>
                <a:off x="8303432" y="4982652"/>
                <a:ext cx="753862" cy="761258"/>
                <a:chOff x="8250165" y="4982652"/>
                <a:chExt cx="753862" cy="761258"/>
              </a:xfrm>
            </p:grpSpPr>
            <p:sp>
              <p:nvSpPr>
                <p:cNvPr id="24" name="椭圆 23">
                  <a:extLst>
                    <a:ext uri="{FF2B5EF4-FFF2-40B4-BE49-F238E27FC236}">
                      <a16:creationId xmlns:a16="http://schemas.microsoft.com/office/drawing/2014/main" id="{61D219AA-135C-D2F5-4C72-F25DBD37999E}"/>
                    </a:ext>
                  </a:extLst>
                </p:cNvPr>
                <p:cNvSpPr/>
                <p:nvPr/>
              </p:nvSpPr>
              <p:spPr>
                <a:xfrm>
                  <a:off x="8250165" y="4982652"/>
                  <a:ext cx="753862" cy="761258"/>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schemeClr val="tx1"/>
                    </a:solidFill>
                  </a:endParaRPr>
                </a:p>
              </p:txBody>
            </p:sp>
            <p:sp>
              <p:nvSpPr>
                <p:cNvPr id="11" name="椭圆 10">
                  <a:extLst>
                    <a:ext uri="{FF2B5EF4-FFF2-40B4-BE49-F238E27FC236}">
                      <a16:creationId xmlns:a16="http://schemas.microsoft.com/office/drawing/2014/main" id="{E9291D5C-3227-1C5E-A0B0-0D71BE6D42D2}"/>
                    </a:ext>
                  </a:extLst>
                </p:cNvPr>
                <p:cNvSpPr/>
                <p:nvPr/>
              </p:nvSpPr>
              <p:spPr>
                <a:xfrm>
                  <a:off x="8283556" y="5025930"/>
                  <a:ext cx="683580" cy="674703"/>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350" dirty="0">
                      <a:solidFill>
                        <a:schemeClr val="tx1"/>
                      </a:solidFill>
                    </a:rPr>
                    <a:t>S4</a:t>
                  </a:r>
                  <a:endParaRPr lang="zh-CN" altLang="en-US" sz="1350" dirty="0">
                    <a:solidFill>
                      <a:schemeClr val="tx1"/>
                    </a:solidFill>
                  </a:endParaRPr>
                </a:p>
              </p:txBody>
            </p:sp>
          </p:grpSp>
          <p:cxnSp>
            <p:nvCxnSpPr>
              <p:cNvPr id="15" name="直接箭头连接符 14">
                <a:extLst>
                  <a:ext uri="{FF2B5EF4-FFF2-40B4-BE49-F238E27FC236}">
                    <a16:creationId xmlns:a16="http://schemas.microsoft.com/office/drawing/2014/main" id="{5E9FB483-F15C-609E-132A-8E4C43FBCDD9}"/>
                  </a:ext>
                </a:extLst>
              </p:cNvPr>
              <p:cNvCxnSpPr>
                <a:stCxn id="7" idx="7"/>
                <a:endCxn id="8" idx="3"/>
              </p:cNvCxnSpPr>
              <p:nvPr/>
            </p:nvCxnSpPr>
            <p:spPr>
              <a:xfrm flipV="1">
                <a:off x="6189030" y="4184851"/>
                <a:ext cx="684740" cy="38170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D9AC1965-14A2-29BA-DE7D-DCDFB4F72B5E}"/>
                  </a:ext>
                </a:extLst>
              </p:cNvPr>
              <p:cNvCxnSpPr>
                <a:stCxn id="7" idx="5"/>
                <a:endCxn id="9" idx="2"/>
              </p:cNvCxnSpPr>
              <p:nvPr/>
            </p:nvCxnSpPr>
            <p:spPr>
              <a:xfrm>
                <a:off x="6189030" y="5043643"/>
                <a:ext cx="584632" cy="31963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EE2336FE-5341-56B3-B6C1-5124D6FED4E2}"/>
                  </a:ext>
                </a:extLst>
              </p:cNvPr>
              <p:cNvCxnSpPr>
                <a:stCxn id="8" idx="6"/>
                <a:endCxn id="10" idx="2"/>
              </p:cNvCxnSpPr>
              <p:nvPr/>
            </p:nvCxnSpPr>
            <p:spPr>
              <a:xfrm flipV="1">
                <a:off x="7457242" y="3946307"/>
                <a:ext cx="826314"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E181D231-32E3-0081-6308-A2939B48A359}"/>
                  </a:ext>
                </a:extLst>
              </p:cNvPr>
              <p:cNvCxnSpPr>
                <a:cxnSpLocks/>
                <a:stCxn id="9" idx="6"/>
                <a:endCxn id="24" idx="2"/>
              </p:cNvCxnSpPr>
              <p:nvPr/>
            </p:nvCxnSpPr>
            <p:spPr>
              <a:xfrm flipV="1">
                <a:off x="7457242" y="5363281"/>
                <a:ext cx="846190"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id="{9CB58DBD-F4B4-C1D9-ACB7-A2CB642A48DD}"/>
                  </a:ext>
                </a:extLst>
              </p:cNvPr>
              <p:cNvCxnSpPr>
                <a:cxnSpLocks/>
                <a:endCxn id="7" idx="2"/>
              </p:cNvCxnSpPr>
              <p:nvPr/>
            </p:nvCxnSpPr>
            <p:spPr>
              <a:xfrm>
                <a:off x="4856085" y="4805100"/>
                <a:ext cx="74947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31" name="文本框 30">
              <a:extLst>
                <a:ext uri="{FF2B5EF4-FFF2-40B4-BE49-F238E27FC236}">
                  <a16:creationId xmlns:a16="http://schemas.microsoft.com/office/drawing/2014/main" id="{323D7572-F44C-9576-3315-81CBE1237267}"/>
                </a:ext>
              </a:extLst>
            </p:cNvPr>
            <p:cNvSpPr txBox="1"/>
            <p:nvPr/>
          </p:nvSpPr>
          <p:spPr>
            <a:xfrm>
              <a:off x="7524151" y="4114981"/>
              <a:ext cx="261047" cy="281456"/>
            </a:xfrm>
            <a:prstGeom prst="rect">
              <a:avLst/>
            </a:prstGeom>
            <a:noFill/>
          </p:spPr>
          <p:txBody>
            <a:bodyPr wrap="none" rtlCol="0">
              <a:spAutoFit/>
            </a:bodyPr>
            <a:lstStyle/>
            <a:p>
              <a:r>
                <a:rPr lang="en-US" altLang="zh-CN" sz="1350" dirty="0"/>
                <a:t>a</a:t>
              </a:r>
              <a:endParaRPr lang="zh-CN" altLang="en-US" sz="1350" dirty="0"/>
            </a:p>
          </p:txBody>
        </p:sp>
        <p:sp>
          <p:nvSpPr>
            <p:cNvPr id="32" name="文本框 31">
              <a:extLst>
                <a:ext uri="{FF2B5EF4-FFF2-40B4-BE49-F238E27FC236}">
                  <a16:creationId xmlns:a16="http://schemas.microsoft.com/office/drawing/2014/main" id="{B2A2631C-80B0-4EC2-0D08-00E6A145DC0E}"/>
                </a:ext>
              </a:extLst>
            </p:cNvPr>
            <p:cNvSpPr txBox="1"/>
            <p:nvPr/>
          </p:nvSpPr>
          <p:spPr>
            <a:xfrm>
              <a:off x="8962677" y="3691414"/>
              <a:ext cx="273389" cy="281456"/>
            </a:xfrm>
            <a:prstGeom prst="rect">
              <a:avLst/>
            </a:prstGeom>
            <a:noFill/>
          </p:spPr>
          <p:txBody>
            <a:bodyPr wrap="none" rtlCol="0">
              <a:spAutoFit/>
            </a:bodyPr>
            <a:lstStyle/>
            <a:p>
              <a:r>
                <a:rPr lang="en-US" altLang="zh-CN" sz="1350" dirty="0"/>
                <a:t>b</a:t>
              </a:r>
              <a:endParaRPr lang="zh-CN" altLang="en-US" sz="1350" dirty="0"/>
            </a:p>
          </p:txBody>
        </p:sp>
        <p:sp>
          <p:nvSpPr>
            <p:cNvPr id="33" name="文本框 32">
              <a:extLst>
                <a:ext uri="{FF2B5EF4-FFF2-40B4-BE49-F238E27FC236}">
                  <a16:creationId xmlns:a16="http://schemas.microsoft.com/office/drawing/2014/main" id="{2E5FFC6C-3762-EE18-1D77-5E964FB34A27}"/>
                </a:ext>
              </a:extLst>
            </p:cNvPr>
            <p:cNvSpPr txBox="1"/>
            <p:nvPr/>
          </p:nvSpPr>
          <p:spPr>
            <a:xfrm>
              <a:off x="7601691" y="5035916"/>
              <a:ext cx="306495" cy="281456"/>
            </a:xfrm>
            <a:prstGeom prst="rect">
              <a:avLst/>
            </a:prstGeom>
            <a:noFill/>
          </p:spPr>
          <p:txBody>
            <a:bodyPr wrap="square" rtlCol="0">
              <a:spAutoFit/>
            </a:bodyPr>
            <a:lstStyle/>
            <a:p>
              <a:r>
                <a:rPr lang="en-US" altLang="zh-CN" sz="1350" dirty="0"/>
                <a:t>b</a:t>
              </a:r>
              <a:endParaRPr lang="zh-CN" altLang="en-US" sz="1350" dirty="0"/>
            </a:p>
          </p:txBody>
        </p:sp>
        <p:sp>
          <p:nvSpPr>
            <p:cNvPr id="34" name="文本框 33">
              <a:extLst>
                <a:ext uri="{FF2B5EF4-FFF2-40B4-BE49-F238E27FC236}">
                  <a16:creationId xmlns:a16="http://schemas.microsoft.com/office/drawing/2014/main" id="{BA2FF137-E796-58E2-8C8A-99EBEADCE5F6}"/>
                </a:ext>
              </a:extLst>
            </p:cNvPr>
            <p:cNvSpPr txBox="1"/>
            <p:nvPr/>
          </p:nvSpPr>
          <p:spPr>
            <a:xfrm>
              <a:off x="8948822" y="5151328"/>
              <a:ext cx="306495" cy="281456"/>
            </a:xfrm>
            <a:prstGeom prst="rect">
              <a:avLst/>
            </a:prstGeom>
            <a:noFill/>
          </p:spPr>
          <p:txBody>
            <a:bodyPr wrap="square" rtlCol="0">
              <a:spAutoFit/>
            </a:bodyPr>
            <a:lstStyle/>
            <a:p>
              <a:r>
                <a:rPr lang="en-US" altLang="zh-CN" sz="1350" dirty="0"/>
                <a:t>b</a:t>
              </a:r>
              <a:endParaRPr lang="zh-CN" altLang="en-US" sz="1350" dirty="0"/>
            </a:p>
          </p:txBody>
        </p:sp>
      </p:grpSp>
      <p:sp>
        <p:nvSpPr>
          <p:cNvPr id="37" name="灯片编号占位符 36">
            <a:extLst>
              <a:ext uri="{FF2B5EF4-FFF2-40B4-BE49-F238E27FC236}">
                <a16:creationId xmlns:a16="http://schemas.microsoft.com/office/drawing/2014/main" id="{206C7B6A-D299-2FF5-D460-6B23A3D14D62}"/>
              </a:ext>
            </a:extLst>
          </p:cNvPr>
          <p:cNvSpPr>
            <a:spLocks noGrp="1"/>
          </p:cNvSpPr>
          <p:nvPr>
            <p:ph type="sldNum" sz="quarter" idx="12"/>
          </p:nvPr>
        </p:nvSpPr>
        <p:spPr>
          <a:xfrm>
            <a:off x="10134600" y="6356351"/>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65CE74E-AB26-4998-AD42-012C4C1AD076}" type="slidenum">
              <a:rPr lang="zh-CN" altLang="en-US" smtClean="0"/>
              <a:pPr/>
              <a:t>11</a:t>
            </a:fld>
            <a:r>
              <a:rPr lang="en-US" altLang="zh-CN"/>
              <a:t>/24</a:t>
            </a:r>
            <a:endParaRPr lang="zh-CN" altLang="en-US" dirty="0"/>
          </a:p>
        </p:txBody>
      </p:sp>
    </p:spTree>
    <p:extLst>
      <p:ext uri="{BB962C8B-B14F-4D97-AF65-F5344CB8AC3E}">
        <p14:creationId xmlns:p14="http://schemas.microsoft.com/office/powerpoint/2010/main" val="24129058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AA31498D-2AC6-567D-27FA-A76E817BC0F1}"/>
              </a:ext>
            </a:extLst>
          </p:cNvPr>
          <p:cNvSpPr/>
          <p:nvPr/>
        </p:nvSpPr>
        <p:spPr>
          <a:xfrm>
            <a:off x="1524000" y="857250"/>
            <a:ext cx="9144000" cy="837194"/>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 name="文本框 4">
            <a:extLst>
              <a:ext uri="{FF2B5EF4-FFF2-40B4-BE49-F238E27FC236}">
                <a16:creationId xmlns:a16="http://schemas.microsoft.com/office/drawing/2014/main" id="{02CA6235-22D0-4665-B36E-BD54465E878B}"/>
              </a:ext>
            </a:extLst>
          </p:cNvPr>
          <p:cNvSpPr txBox="1"/>
          <p:nvPr/>
        </p:nvSpPr>
        <p:spPr>
          <a:xfrm>
            <a:off x="1970517" y="1043335"/>
            <a:ext cx="569387" cy="553998"/>
          </a:xfrm>
          <a:prstGeom prst="rect">
            <a:avLst/>
          </a:prstGeom>
          <a:noFill/>
        </p:spPr>
        <p:txBody>
          <a:bodyPr wrap="none" rtlCol="0">
            <a:spAutoFit/>
          </a:bodyPr>
          <a:lstStyle/>
          <a:p>
            <a:r>
              <a:rPr lang="zh-CN" altLang="en-US" sz="3000" b="1" dirty="0">
                <a:latin typeface="华文楷体" panose="02010600040101010101" pitchFamily="2" charset="-122"/>
                <a:ea typeface="华文楷体" panose="02010600040101010101" pitchFamily="2" charset="-122"/>
              </a:rPr>
              <a:t>迹</a:t>
            </a:r>
          </a:p>
        </p:txBody>
      </p:sp>
      <p:sp>
        <p:nvSpPr>
          <p:cNvPr id="7" name="文本框 6">
            <a:extLst>
              <a:ext uri="{FF2B5EF4-FFF2-40B4-BE49-F238E27FC236}">
                <a16:creationId xmlns:a16="http://schemas.microsoft.com/office/drawing/2014/main" id="{138BF6BF-A6A3-7BC0-A852-212FFAC0248C}"/>
              </a:ext>
            </a:extLst>
          </p:cNvPr>
          <p:cNvSpPr txBox="1"/>
          <p:nvPr/>
        </p:nvSpPr>
        <p:spPr>
          <a:xfrm>
            <a:off x="2159670" y="2004394"/>
            <a:ext cx="264816" cy="300082"/>
          </a:xfrm>
          <a:prstGeom prst="rect">
            <a:avLst/>
          </a:prstGeom>
          <a:noFill/>
        </p:spPr>
        <p:txBody>
          <a:bodyPr wrap="none" rtlCol="0">
            <a:spAutoFit/>
          </a:bodyPr>
          <a:lstStyle/>
          <a:p>
            <a:r>
              <a:rPr lang="zh-CN" altLang="en-US" sz="1350" dirty="0">
                <a:sym typeface="Symbol" panose="05050102010706020507" pitchFamily="18" charset="2"/>
              </a:rPr>
              <a:t></a:t>
            </a:r>
            <a:endParaRPr lang="zh-CN" altLang="en-US" sz="1350" dirty="0"/>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9273DEC9-D5F9-FEF5-27EE-DF5028980961}"/>
                  </a:ext>
                </a:extLst>
              </p:cNvPr>
              <p:cNvSpPr txBox="1"/>
              <p:nvPr/>
            </p:nvSpPr>
            <p:spPr>
              <a:xfrm>
                <a:off x="2649308" y="2004394"/>
                <a:ext cx="7007242" cy="1754326"/>
              </a:xfrm>
              <a:prstGeom prst="rect">
                <a:avLst/>
              </a:prstGeom>
              <a:noFill/>
            </p:spPr>
            <p:txBody>
              <a:bodyPr wrap="square" rtlCol="0">
                <a:spAutoFit/>
              </a:bodyPr>
              <a:lstStyle/>
              <a:p>
                <a:r>
                  <a:rPr lang="zh-CN" altLang="en-US" dirty="0">
                    <a:latin typeface="Times New Roman" panose="02020603050405020304" pitchFamily="18" charset="0"/>
                    <a:cs typeface="Times New Roman" panose="02020603050405020304" pitchFamily="18" charset="0"/>
                  </a:rPr>
                  <a:t>迹</a:t>
                </a:r>
                <a:r>
                  <a:rPr lang="en-US" altLang="zh-CN" dirty="0">
                    <a:latin typeface="Times New Roman" panose="02020603050405020304" pitchFamily="18" charset="0"/>
                    <a:cs typeface="Times New Roman" panose="02020603050405020304" pitchFamily="18" charset="0"/>
                  </a:rPr>
                  <a:t>(trace)</a:t>
                </a:r>
                <a:r>
                  <a:rPr lang="zh-CN" altLang="en-US" dirty="0">
                    <a:latin typeface="Times New Roman" panose="02020603050405020304" pitchFamily="18" charset="0"/>
                    <a:cs typeface="Times New Roman" panose="02020603050405020304" pitchFamily="18" charset="0"/>
                  </a:rPr>
                  <a:t> ：</a:t>
                </a:r>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r>
                  <a:rPr lang="zh-CN" altLang="en-US" dirty="0">
                    <a:latin typeface="Times New Roman" panose="02020603050405020304" pitchFamily="18" charset="0"/>
                    <a:cs typeface="Times New Roman" panose="02020603050405020304" pitchFamily="18" charset="0"/>
                  </a:rPr>
                  <a:t>模型</a:t>
                </a:r>
                <a14:m>
                  <m:oMath xmlns:m="http://schemas.openxmlformats.org/officeDocument/2006/math">
                    <m:r>
                      <a:rPr lang="en-US" altLang="zh-CN" i="1">
                        <a:latin typeface="Cambria Math" panose="02040503050406030204" pitchFamily="18" charset="0"/>
                        <a:cs typeface="Times New Roman" panose="02020603050405020304" pitchFamily="18" charset="0"/>
                      </a:rPr>
                      <m:t>𝑀</m:t>
                    </m:r>
                    <m:r>
                      <a:rPr lang="en-US" altLang="zh-CN" i="1">
                        <a:latin typeface="Cambria Math" panose="02040503050406030204" pitchFamily="18" charset="0"/>
                        <a:cs typeface="Times New Roman" panose="02020603050405020304" pitchFamily="18" charset="0"/>
                      </a:rPr>
                      <m:t>=(</m:t>
                    </m:r>
                    <m:r>
                      <a:rPr lang="en-US" altLang="zh-CN" i="1">
                        <a:latin typeface="Cambria Math" panose="02040503050406030204" pitchFamily="18" charset="0"/>
                        <a:cs typeface="Times New Roman" panose="02020603050405020304" pitchFamily="18" charset="0"/>
                      </a:rPr>
                      <m:t>𝑆</m:t>
                    </m:r>
                    <m:r>
                      <a:rPr lang="en-US" altLang="zh-CN" i="1">
                        <a:latin typeface="Cambria Math" panose="02040503050406030204" pitchFamily="18" charset="0"/>
                        <a:cs typeface="Times New Roman" panose="02020603050405020304" pitchFamily="18" charset="0"/>
                      </a:rPr>
                      <m:t>, →, </m:t>
                    </m:r>
                    <m:r>
                      <a:rPr lang="en-US" altLang="zh-CN" i="1">
                        <a:latin typeface="Cambria Math" panose="02040503050406030204" pitchFamily="18" charset="0"/>
                        <a:ea typeface="Cambria Math" panose="02040503050406030204" pitchFamily="18" charset="0"/>
                        <a:cs typeface="Times New Roman" panose="02020603050405020304" pitchFamily="18" charset="0"/>
                      </a:rPr>
                      <m:t>𝐿</m:t>
                    </m:r>
                    <m:r>
                      <a:rPr lang="en-US" altLang="zh-CN" i="1">
                        <a:latin typeface="Cambria Math" panose="02040503050406030204" pitchFamily="18" charset="0"/>
                        <a:cs typeface="Times New Roman" panose="02020603050405020304" pitchFamily="18" charset="0"/>
                      </a:rPr>
                      <m:t>)</m:t>
                    </m:r>
                  </m:oMath>
                </a14:m>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的迹指的是在模型</a:t>
                </a:r>
                <a:r>
                  <a:rPr lang="en-US" altLang="zh-CN" dirty="0">
                    <a:latin typeface="Times New Roman" panose="02020603050405020304" pitchFamily="18" charset="0"/>
                    <a:cs typeface="Times New Roman" panose="02020603050405020304" pitchFamily="18" charset="0"/>
                  </a:rPr>
                  <a:t>M</a:t>
                </a:r>
                <a:r>
                  <a:rPr lang="zh-CN" altLang="en-US" dirty="0">
                    <a:latin typeface="Times New Roman" panose="02020603050405020304" pitchFamily="18" charset="0"/>
                    <a:cs typeface="Times New Roman" panose="02020603050405020304" pitchFamily="18" charset="0"/>
                  </a:rPr>
                  <a:t>中的一个由状态集合</a:t>
                </a:r>
                <a:r>
                  <a:rPr lang="en-US" altLang="zh-CN" dirty="0">
                    <a:latin typeface="Times New Roman" panose="02020603050405020304" pitchFamily="18" charset="0"/>
                    <a:cs typeface="Times New Roman" panose="02020603050405020304" pitchFamily="18" charset="0"/>
                  </a:rPr>
                  <a:t>S</a:t>
                </a:r>
                <a:r>
                  <a:rPr lang="zh-CN" altLang="en-US" dirty="0">
                    <a:latin typeface="Times New Roman" panose="02020603050405020304" pitchFamily="18" charset="0"/>
                    <a:cs typeface="Times New Roman" panose="02020603050405020304" pitchFamily="18" charset="0"/>
                  </a:rPr>
                  <a:t>中的状态组成无限状态序列</a:t>
                </a:r>
                <a:r>
                  <a:rPr lang="en-US" altLang="zh-CN" dirty="0">
                    <a:latin typeface="Times New Roman" panose="02020603050405020304" pitchFamily="18" charset="0"/>
                    <a:cs typeface="Times New Roman" panose="02020603050405020304" pitchFamily="18" charset="0"/>
                  </a:rPr>
                  <a:t>s1, s2, …, </a:t>
                </a:r>
                <a:r>
                  <a:rPr lang="en-US" altLang="zh-CN" dirty="0" err="1">
                    <a:latin typeface="Times New Roman" panose="02020603050405020304" pitchFamily="18" charset="0"/>
                    <a:cs typeface="Times New Roman" panose="02020603050405020304" pitchFamily="18" charset="0"/>
                  </a:rPr>
                  <a:t>sn</a:t>
                </a:r>
                <a:r>
                  <a:rPr lang="en-US" altLang="zh-CN" dirty="0">
                    <a:latin typeface="Times New Roman" panose="02020603050405020304" pitchFamily="18" charset="0"/>
                    <a:cs typeface="Times New Roman" panose="02020603050405020304" pitchFamily="18" charset="0"/>
                  </a:rPr>
                  <a:t>, …(</a:t>
                </a:r>
                <a14:m>
                  <m:oMath xmlns:m="http://schemas.openxmlformats.org/officeDocument/2006/math">
                    <m:r>
                      <a:rPr lang="en-US" altLang="zh-CN" i="1">
                        <a:latin typeface="Cambria Math" panose="02040503050406030204" pitchFamily="18" charset="0"/>
                        <a:ea typeface="Cambria Math" panose="02040503050406030204" pitchFamily="18" charset="0"/>
                        <a:cs typeface="Times New Roman" panose="02020603050405020304" pitchFamily="18" charset="0"/>
                      </a:rPr>
                      <m:t>∀</m:t>
                    </m:r>
                    <m:r>
                      <a:rPr lang="en-US" altLang="zh-CN" i="1">
                        <a:latin typeface="Cambria Math" panose="02040503050406030204" pitchFamily="18" charset="0"/>
                        <a:ea typeface="Cambria Math" panose="02040503050406030204" pitchFamily="18" charset="0"/>
                        <a:cs typeface="Times New Roman" panose="02020603050405020304" pitchFamily="18" charset="0"/>
                      </a:rPr>
                      <m:t>𝑖</m:t>
                    </m:r>
                    <m:r>
                      <a:rPr lang="en-US" altLang="zh-CN" i="1">
                        <a:latin typeface="Cambria Math" panose="02040503050406030204" pitchFamily="18" charset="0"/>
                        <a:ea typeface="Cambria Math" panose="02040503050406030204" pitchFamily="18" charset="0"/>
                        <a:cs typeface="Times New Roman" panose="02020603050405020304" pitchFamily="18" charset="0"/>
                      </a:rPr>
                      <m:t>≥1, </m:t>
                    </m:r>
                    <m:r>
                      <a:rPr lang="en-US" altLang="zh-CN" i="1">
                        <a:latin typeface="Cambria Math" panose="02040503050406030204" pitchFamily="18" charset="0"/>
                        <a:ea typeface="Cambria Math" panose="02040503050406030204" pitchFamily="18" charset="0"/>
                        <a:cs typeface="Times New Roman" panose="02020603050405020304" pitchFamily="18" charset="0"/>
                      </a:rPr>
                      <m:t>𝑠𝑖</m:t>
                    </m:r>
                    <m:r>
                      <a:rPr lang="en-US" altLang="zh-CN" i="1">
                        <a:latin typeface="Cambria Math" panose="02040503050406030204" pitchFamily="18" charset="0"/>
                        <a:ea typeface="Cambria Math" panose="02040503050406030204" pitchFamily="18" charset="0"/>
                        <a:cs typeface="Times New Roman" panose="02020603050405020304" pitchFamily="18" charset="0"/>
                      </a:rPr>
                      <m:t> →</m:t>
                    </m:r>
                    <m:r>
                      <a:rPr lang="en-US" altLang="zh-CN" i="1">
                        <a:latin typeface="Cambria Math" panose="02040503050406030204" pitchFamily="18" charset="0"/>
                        <a:ea typeface="Cambria Math" panose="02040503050406030204" pitchFamily="18" charset="0"/>
                        <a:cs typeface="Times New Roman" panose="02020603050405020304" pitchFamily="18" charset="0"/>
                      </a:rPr>
                      <m:t>𝑠𝑖</m:t>
                    </m:r>
                    <m:r>
                      <a:rPr lang="en-US" altLang="zh-CN" i="1">
                        <a:latin typeface="Cambria Math" panose="02040503050406030204" pitchFamily="18" charset="0"/>
                        <a:ea typeface="Cambria Math" panose="02040503050406030204" pitchFamily="18" charset="0"/>
                        <a:cs typeface="Times New Roman" panose="02020603050405020304" pitchFamily="18" charset="0"/>
                      </a:rPr>
                      <m:t>+1</m:t>
                    </m:r>
                  </m:oMath>
                </a14:m>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，也即可以从状态</a:t>
                </a:r>
                <a:r>
                  <a:rPr lang="en-US" altLang="zh-CN" dirty="0">
                    <a:latin typeface="Times New Roman" panose="02020603050405020304" pitchFamily="18" charset="0"/>
                    <a:cs typeface="Times New Roman" panose="02020603050405020304" pitchFamily="18" charset="0"/>
                  </a:rPr>
                  <a:t>s1</a:t>
                </a:r>
                <a:r>
                  <a:rPr lang="zh-CN" altLang="en-US" dirty="0">
                    <a:latin typeface="Times New Roman" panose="02020603050405020304" pitchFamily="18" charset="0"/>
                    <a:cs typeface="Times New Roman" panose="02020603050405020304" pitchFamily="18" charset="0"/>
                  </a:rPr>
                  <a:t>一直走下去的一条路。</a:t>
                </a:r>
                <a:endParaRPr lang="en-US" altLang="zh-CN" dirty="0">
                  <a:latin typeface="Times New Roman" panose="02020603050405020304" pitchFamily="18" charset="0"/>
                  <a:cs typeface="Times New Roman" panose="02020603050405020304" pitchFamily="18" charset="0"/>
                </a:endParaRPr>
              </a:p>
              <a:p>
                <a:r>
                  <a:rPr lang="zh-CN" altLang="en-US" dirty="0">
                    <a:latin typeface="Times New Roman" panose="02020603050405020304" pitchFamily="18" charset="0"/>
                    <a:cs typeface="Times New Roman" panose="02020603050405020304" pitchFamily="18" charset="0"/>
                  </a:rPr>
                  <a:t>通常将迹写成： </a:t>
                </a:r>
                <a14:m>
                  <m:oMath xmlns:m="http://schemas.openxmlformats.org/officeDocument/2006/math">
                    <m:r>
                      <a:rPr lang="en-US" altLang="zh-CN" i="1">
                        <a:latin typeface="Cambria Math" panose="02040503050406030204" pitchFamily="18" charset="0"/>
                        <a:cs typeface="Times New Roman" panose="02020603050405020304" pitchFamily="18" charset="0"/>
                      </a:rPr>
                      <m:t>𝑠</m:t>
                    </m:r>
                    <m:r>
                      <a:rPr lang="en-US" altLang="zh-CN" i="1">
                        <a:latin typeface="Cambria Math" panose="02040503050406030204" pitchFamily="18" charset="0"/>
                        <a:cs typeface="Times New Roman" panose="02020603050405020304" pitchFamily="18" charset="0"/>
                      </a:rPr>
                      <m:t>1 →</m:t>
                    </m:r>
                    <m:r>
                      <a:rPr lang="en-US" altLang="zh-CN" i="1">
                        <a:latin typeface="Cambria Math" panose="02040503050406030204" pitchFamily="18" charset="0"/>
                        <a:ea typeface="Cambria Math" panose="02040503050406030204" pitchFamily="18" charset="0"/>
                        <a:cs typeface="Times New Roman" panose="02020603050405020304" pitchFamily="18" charset="0"/>
                      </a:rPr>
                      <m:t>𝑠</m:t>
                    </m:r>
                    <m:r>
                      <a:rPr lang="en-US" altLang="zh-CN" i="1">
                        <a:latin typeface="Cambria Math" panose="02040503050406030204" pitchFamily="18" charset="0"/>
                        <a:ea typeface="Cambria Math" panose="02040503050406030204" pitchFamily="18" charset="0"/>
                        <a:cs typeface="Times New Roman" panose="02020603050405020304" pitchFamily="18" charset="0"/>
                      </a:rPr>
                      <m:t>2 → …，</m:t>
                    </m:r>
                  </m:oMath>
                </a14:m>
                <a:r>
                  <a:rPr lang="zh-CN" altLang="en-US" dirty="0">
                    <a:latin typeface="Times New Roman" panose="02020603050405020304" pitchFamily="18" charset="0"/>
                    <a:cs typeface="Times New Roman" panose="02020603050405020304" pitchFamily="18" charset="0"/>
                  </a:rPr>
                  <a:t>并用</a:t>
                </a:r>
                <a14:m>
                  <m:oMath xmlns:m="http://schemas.openxmlformats.org/officeDocument/2006/math">
                    <m:r>
                      <a:rPr lang="zh-CN" altLang="en-US" i="1">
                        <a:latin typeface="Cambria Math" panose="02040503050406030204" pitchFamily="18" charset="0"/>
                        <a:cs typeface="Times New Roman" panose="02020603050405020304" pitchFamily="18" charset="0"/>
                      </a:rPr>
                      <m:t>𝜋</m:t>
                    </m:r>
                  </m:oMath>
                </a14:m>
                <a:r>
                  <a:rPr lang="zh-CN" altLang="en-US" dirty="0">
                    <a:latin typeface="Times New Roman" panose="02020603050405020304" pitchFamily="18" charset="0"/>
                    <a:cs typeface="Times New Roman" panose="02020603050405020304" pitchFamily="18" charset="0"/>
                  </a:rPr>
                  <a:t>表示一条迹。</a:t>
                </a:r>
                <a:endParaRPr lang="en-US" altLang="zh-CN" dirty="0">
                  <a:latin typeface="Times New Roman" panose="02020603050405020304" pitchFamily="18" charset="0"/>
                  <a:cs typeface="Times New Roman" panose="02020603050405020304" pitchFamily="18" charset="0"/>
                </a:endParaRPr>
              </a:p>
            </p:txBody>
          </p:sp>
        </mc:Choice>
        <mc:Fallback xmlns="">
          <p:sp>
            <p:nvSpPr>
              <p:cNvPr id="8" name="文本框 7">
                <a:extLst>
                  <a:ext uri="{FF2B5EF4-FFF2-40B4-BE49-F238E27FC236}">
                    <a16:creationId xmlns:a16="http://schemas.microsoft.com/office/drawing/2014/main" id="{9273DEC9-D5F9-FEF5-27EE-DF5028980961}"/>
                  </a:ext>
                </a:extLst>
              </p:cNvPr>
              <p:cNvSpPr txBox="1">
                <a:spLocks noRot="1" noChangeAspect="1" noMove="1" noResize="1" noEditPoints="1" noAdjustHandles="1" noChangeArrowheads="1" noChangeShapeType="1" noTextEdit="1"/>
              </p:cNvSpPr>
              <p:nvPr/>
            </p:nvSpPr>
            <p:spPr>
              <a:xfrm>
                <a:off x="2649308" y="2004394"/>
                <a:ext cx="7007242" cy="1754326"/>
              </a:xfrm>
              <a:prstGeom prst="rect">
                <a:avLst/>
              </a:prstGeom>
              <a:blipFill>
                <a:blip r:embed="rId3"/>
                <a:stretch>
                  <a:fillRect l="-783" t="-2431" b="-4514"/>
                </a:stretch>
              </a:blipFill>
            </p:spPr>
            <p:txBody>
              <a:bodyPr/>
              <a:lstStyle/>
              <a:p>
                <a:r>
                  <a:rPr lang="zh-CN" altLang="en-US">
                    <a:noFill/>
                  </a:rPr>
                  <a:t> </a:t>
                </a:r>
              </a:p>
            </p:txBody>
          </p:sp>
        </mc:Fallback>
      </mc:AlternateContent>
      <p:grpSp>
        <p:nvGrpSpPr>
          <p:cNvPr id="35" name="组合 34">
            <a:extLst>
              <a:ext uri="{FF2B5EF4-FFF2-40B4-BE49-F238E27FC236}">
                <a16:creationId xmlns:a16="http://schemas.microsoft.com/office/drawing/2014/main" id="{A8F78140-994D-0428-AB74-14CF05BBE903}"/>
              </a:ext>
            </a:extLst>
          </p:cNvPr>
          <p:cNvGrpSpPr/>
          <p:nvPr/>
        </p:nvGrpSpPr>
        <p:grpSpPr>
          <a:xfrm>
            <a:off x="5240477" y="4221745"/>
            <a:ext cx="4700125" cy="2433579"/>
            <a:chOff x="4147434" y="4500304"/>
            <a:chExt cx="5091843" cy="2221171"/>
          </a:xfrm>
        </p:grpSpPr>
        <p:grpSp>
          <p:nvGrpSpPr>
            <p:cNvPr id="10" name="组合 9">
              <a:extLst>
                <a:ext uri="{FF2B5EF4-FFF2-40B4-BE49-F238E27FC236}">
                  <a16:creationId xmlns:a16="http://schemas.microsoft.com/office/drawing/2014/main" id="{14260590-8E49-9DF8-0814-59218B06D829}"/>
                </a:ext>
              </a:extLst>
            </p:cNvPr>
            <p:cNvGrpSpPr/>
            <p:nvPr/>
          </p:nvGrpSpPr>
          <p:grpSpPr>
            <a:xfrm>
              <a:off x="4147434" y="4500304"/>
              <a:ext cx="4201209" cy="2221171"/>
              <a:chOff x="6096000" y="3691414"/>
              <a:chExt cx="4201209" cy="2221171"/>
            </a:xfrm>
          </p:grpSpPr>
          <p:grpSp>
            <p:nvGrpSpPr>
              <p:cNvPr id="11" name="组合 10">
                <a:extLst>
                  <a:ext uri="{FF2B5EF4-FFF2-40B4-BE49-F238E27FC236}">
                    <a16:creationId xmlns:a16="http://schemas.microsoft.com/office/drawing/2014/main" id="{014DA434-7145-3C7E-6440-38E6997F0872}"/>
                  </a:ext>
                </a:extLst>
              </p:cNvPr>
              <p:cNvGrpSpPr/>
              <p:nvPr/>
            </p:nvGrpSpPr>
            <p:grpSpPr>
              <a:xfrm>
                <a:off x="6096000" y="3777630"/>
                <a:ext cx="4201209" cy="2134955"/>
                <a:chOff x="4856085" y="3608955"/>
                <a:chExt cx="4201209" cy="2134955"/>
              </a:xfrm>
            </p:grpSpPr>
            <p:sp>
              <p:nvSpPr>
                <p:cNvPr id="19" name="椭圆 18">
                  <a:extLst>
                    <a:ext uri="{FF2B5EF4-FFF2-40B4-BE49-F238E27FC236}">
                      <a16:creationId xmlns:a16="http://schemas.microsoft.com/office/drawing/2014/main" id="{6F03B80A-4305-E70F-F291-9FAE67621EC8}"/>
                    </a:ext>
                  </a:extLst>
                </p:cNvPr>
                <p:cNvSpPr/>
                <p:nvPr/>
              </p:nvSpPr>
              <p:spPr>
                <a:xfrm>
                  <a:off x="5605558" y="4467748"/>
                  <a:ext cx="683580" cy="674703"/>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350" dirty="0">
                      <a:solidFill>
                        <a:schemeClr val="tx1"/>
                      </a:solidFill>
                    </a:rPr>
                    <a:t>S0</a:t>
                  </a:r>
                  <a:endParaRPr lang="zh-CN" altLang="en-US" sz="1350" dirty="0">
                    <a:solidFill>
                      <a:schemeClr val="tx1"/>
                    </a:solidFill>
                  </a:endParaRPr>
                </a:p>
              </p:txBody>
            </p:sp>
            <p:sp>
              <p:nvSpPr>
                <p:cNvPr id="20" name="椭圆 19">
                  <a:extLst>
                    <a:ext uri="{FF2B5EF4-FFF2-40B4-BE49-F238E27FC236}">
                      <a16:creationId xmlns:a16="http://schemas.microsoft.com/office/drawing/2014/main" id="{4DED0F68-1A25-3BEA-3951-779CC1D1D060}"/>
                    </a:ext>
                  </a:extLst>
                </p:cNvPr>
                <p:cNvSpPr/>
                <p:nvPr/>
              </p:nvSpPr>
              <p:spPr>
                <a:xfrm>
                  <a:off x="6773662" y="3608956"/>
                  <a:ext cx="683580" cy="674703"/>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350" dirty="0">
                      <a:solidFill>
                        <a:schemeClr val="tx1"/>
                      </a:solidFill>
                    </a:rPr>
                    <a:t>S1</a:t>
                  </a:r>
                  <a:endParaRPr lang="zh-CN" altLang="en-US" sz="1350" dirty="0">
                    <a:solidFill>
                      <a:schemeClr val="tx1"/>
                    </a:solidFill>
                  </a:endParaRPr>
                </a:p>
              </p:txBody>
            </p:sp>
            <p:sp>
              <p:nvSpPr>
                <p:cNvPr id="21" name="椭圆 20">
                  <a:extLst>
                    <a:ext uri="{FF2B5EF4-FFF2-40B4-BE49-F238E27FC236}">
                      <a16:creationId xmlns:a16="http://schemas.microsoft.com/office/drawing/2014/main" id="{B6F06A69-996A-6591-8724-1E591C5DC478}"/>
                    </a:ext>
                  </a:extLst>
                </p:cNvPr>
                <p:cNvSpPr/>
                <p:nvPr/>
              </p:nvSpPr>
              <p:spPr>
                <a:xfrm>
                  <a:off x="6773662" y="5025930"/>
                  <a:ext cx="683580" cy="674703"/>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350" dirty="0">
                      <a:solidFill>
                        <a:schemeClr val="tx1"/>
                      </a:solidFill>
                    </a:rPr>
                    <a:t>S3</a:t>
                  </a:r>
                  <a:endParaRPr lang="zh-CN" altLang="en-US" sz="1350" dirty="0">
                    <a:solidFill>
                      <a:schemeClr val="tx1"/>
                    </a:solidFill>
                  </a:endParaRPr>
                </a:p>
              </p:txBody>
            </p:sp>
            <p:sp>
              <p:nvSpPr>
                <p:cNvPr id="22" name="椭圆 21">
                  <a:extLst>
                    <a:ext uri="{FF2B5EF4-FFF2-40B4-BE49-F238E27FC236}">
                      <a16:creationId xmlns:a16="http://schemas.microsoft.com/office/drawing/2014/main" id="{0975B253-4118-D34E-FAF8-BD9940B3AFD4}"/>
                    </a:ext>
                  </a:extLst>
                </p:cNvPr>
                <p:cNvSpPr/>
                <p:nvPr/>
              </p:nvSpPr>
              <p:spPr>
                <a:xfrm>
                  <a:off x="8283556" y="3608955"/>
                  <a:ext cx="683580" cy="674703"/>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350" dirty="0">
                      <a:solidFill>
                        <a:schemeClr val="tx1"/>
                      </a:solidFill>
                    </a:rPr>
                    <a:t>S2</a:t>
                  </a:r>
                  <a:endParaRPr lang="zh-CN" altLang="en-US" sz="1350" dirty="0">
                    <a:solidFill>
                      <a:schemeClr val="tx1"/>
                    </a:solidFill>
                  </a:endParaRPr>
                </a:p>
              </p:txBody>
            </p:sp>
            <p:grpSp>
              <p:nvGrpSpPr>
                <p:cNvPr id="23" name="组合 22">
                  <a:extLst>
                    <a:ext uri="{FF2B5EF4-FFF2-40B4-BE49-F238E27FC236}">
                      <a16:creationId xmlns:a16="http://schemas.microsoft.com/office/drawing/2014/main" id="{C5071E98-9B47-0DE1-2202-5845265C6CAA}"/>
                    </a:ext>
                  </a:extLst>
                </p:cNvPr>
                <p:cNvGrpSpPr/>
                <p:nvPr/>
              </p:nvGrpSpPr>
              <p:grpSpPr>
                <a:xfrm>
                  <a:off x="8303432" y="4982652"/>
                  <a:ext cx="753862" cy="761258"/>
                  <a:chOff x="8250165" y="4982652"/>
                  <a:chExt cx="753862" cy="761258"/>
                </a:xfrm>
              </p:grpSpPr>
              <p:sp>
                <p:nvSpPr>
                  <p:cNvPr id="29" name="椭圆 28">
                    <a:extLst>
                      <a:ext uri="{FF2B5EF4-FFF2-40B4-BE49-F238E27FC236}">
                        <a16:creationId xmlns:a16="http://schemas.microsoft.com/office/drawing/2014/main" id="{773BE85C-98BF-1ABD-9FFE-35DCD1B93B00}"/>
                      </a:ext>
                    </a:extLst>
                  </p:cNvPr>
                  <p:cNvSpPr/>
                  <p:nvPr/>
                </p:nvSpPr>
                <p:spPr>
                  <a:xfrm>
                    <a:off x="8250165" y="4982652"/>
                    <a:ext cx="753862" cy="761258"/>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schemeClr val="tx1"/>
                      </a:solidFill>
                    </a:endParaRPr>
                  </a:p>
                </p:txBody>
              </p:sp>
              <p:sp>
                <p:nvSpPr>
                  <p:cNvPr id="30" name="椭圆 29">
                    <a:extLst>
                      <a:ext uri="{FF2B5EF4-FFF2-40B4-BE49-F238E27FC236}">
                        <a16:creationId xmlns:a16="http://schemas.microsoft.com/office/drawing/2014/main" id="{8527D255-12ED-DE32-2408-854427E5B608}"/>
                      </a:ext>
                    </a:extLst>
                  </p:cNvPr>
                  <p:cNvSpPr/>
                  <p:nvPr/>
                </p:nvSpPr>
                <p:spPr>
                  <a:xfrm>
                    <a:off x="8283556" y="5025930"/>
                    <a:ext cx="683580" cy="674703"/>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350" dirty="0">
                        <a:solidFill>
                          <a:schemeClr val="tx1"/>
                        </a:solidFill>
                      </a:rPr>
                      <a:t>S4</a:t>
                    </a:r>
                    <a:endParaRPr lang="zh-CN" altLang="en-US" sz="1350" dirty="0">
                      <a:solidFill>
                        <a:schemeClr val="tx1"/>
                      </a:solidFill>
                    </a:endParaRPr>
                  </a:p>
                </p:txBody>
              </p:sp>
            </p:grpSp>
            <p:cxnSp>
              <p:nvCxnSpPr>
                <p:cNvPr id="24" name="直接箭头连接符 23">
                  <a:extLst>
                    <a:ext uri="{FF2B5EF4-FFF2-40B4-BE49-F238E27FC236}">
                      <a16:creationId xmlns:a16="http://schemas.microsoft.com/office/drawing/2014/main" id="{DECF7190-F2F3-3224-F1CD-8F1EB7160E67}"/>
                    </a:ext>
                  </a:extLst>
                </p:cNvPr>
                <p:cNvCxnSpPr>
                  <a:stCxn id="19" idx="7"/>
                  <a:endCxn id="20" idx="3"/>
                </p:cNvCxnSpPr>
                <p:nvPr/>
              </p:nvCxnSpPr>
              <p:spPr>
                <a:xfrm flipV="1">
                  <a:off x="6189030" y="4184851"/>
                  <a:ext cx="684740" cy="38170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ED59C701-4F27-0554-8CD2-D3B81ED660C5}"/>
                    </a:ext>
                  </a:extLst>
                </p:cNvPr>
                <p:cNvCxnSpPr>
                  <a:stCxn id="19" idx="5"/>
                  <a:endCxn id="21" idx="2"/>
                </p:cNvCxnSpPr>
                <p:nvPr/>
              </p:nvCxnSpPr>
              <p:spPr>
                <a:xfrm>
                  <a:off x="6189030" y="5043643"/>
                  <a:ext cx="584632" cy="31963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a:extLst>
                    <a:ext uri="{FF2B5EF4-FFF2-40B4-BE49-F238E27FC236}">
                      <a16:creationId xmlns:a16="http://schemas.microsoft.com/office/drawing/2014/main" id="{4CC63D17-3773-552A-3979-56F3F1AD3268}"/>
                    </a:ext>
                  </a:extLst>
                </p:cNvPr>
                <p:cNvCxnSpPr>
                  <a:stCxn id="20" idx="6"/>
                  <a:endCxn id="22" idx="2"/>
                </p:cNvCxnSpPr>
                <p:nvPr/>
              </p:nvCxnSpPr>
              <p:spPr>
                <a:xfrm flipV="1">
                  <a:off x="7457242" y="3946307"/>
                  <a:ext cx="826314"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89F18C46-DB8F-32A3-9A99-7BF37EFE06C4}"/>
                    </a:ext>
                  </a:extLst>
                </p:cNvPr>
                <p:cNvCxnSpPr>
                  <a:cxnSpLocks/>
                  <a:stCxn id="21" idx="6"/>
                  <a:endCxn id="29" idx="2"/>
                </p:cNvCxnSpPr>
                <p:nvPr/>
              </p:nvCxnSpPr>
              <p:spPr>
                <a:xfrm flipV="1">
                  <a:off x="7457242" y="5363281"/>
                  <a:ext cx="846190"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id="{6A91A651-705C-7748-8035-1DF468CAF0D2}"/>
                    </a:ext>
                  </a:extLst>
                </p:cNvPr>
                <p:cNvCxnSpPr>
                  <a:cxnSpLocks/>
                  <a:endCxn id="19" idx="2"/>
                </p:cNvCxnSpPr>
                <p:nvPr/>
              </p:nvCxnSpPr>
              <p:spPr>
                <a:xfrm>
                  <a:off x="4856085" y="4805100"/>
                  <a:ext cx="74947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2" name="文本框 11">
                <a:extLst>
                  <a:ext uri="{FF2B5EF4-FFF2-40B4-BE49-F238E27FC236}">
                    <a16:creationId xmlns:a16="http://schemas.microsoft.com/office/drawing/2014/main" id="{C2779C48-E995-F776-D908-AAAA5DA4A59F}"/>
                  </a:ext>
                </a:extLst>
              </p:cNvPr>
              <p:cNvSpPr txBox="1"/>
              <p:nvPr/>
            </p:nvSpPr>
            <p:spPr>
              <a:xfrm>
                <a:off x="7524151" y="4114981"/>
                <a:ext cx="293833" cy="273890"/>
              </a:xfrm>
              <a:prstGeom prst="rect">
                <a:avLst/>
              </a:prstGeom>
              <a:noFill/>
            </p:spPr>
            <p:txBody>
              <a:bodyPr wrap="none" rtlCol="0">
                <a:spAutoFit/>
              </a:bodyPr>
              <a:lstStyle/>
              <a:p>
                <a:r>
                  <a:rPr lang="en-US" altLang="zh-CN" sz="1350" dirty="0"/>
                  <a:t>a</a:t>
                </a:r>
                <a:endParaRPr lang="zh-CN" altLang="en-US" sz="1350" dirty="0"/>
              </a:p>
            </p:txBody>
          </p:sp>
          <p:sp>
            <p:nvSpPr>
              <p:cNvPr id="15" name="文本框 14">
                <a:extLst>
                  <a:ext uri="{FF2B5EF4-FFF2-40B4-BE49-F238E27FC236}">
                    <a16:creationId xmlns:a16="http://schemas.microsoft.com/office/drawing/2014/main" id="{8962F39F-A68A-32CA-A184-654D1219F0C9}"/>
                  </a:ext>
                </a:extLst>
              </p:cNvPr>
              <p:cNvSpPr txBox="1"/>
              <p:nvPr/>
            </p:nvSpPr>
            <p:spPr>
              <a:xfrm>
                <a:off x="8962677" y="3691414"/>
                <a:ext cx="307725" cy="273890"/>
              </a:xfrm>
              <a:prstGeom prst="rect">
                <a:avLst/>
              </a:prstGeom>
              <a:noFill/>
            </p:spPr>
            <p:txBody>
              <a:bodyPr wrap="none" rtlCol="0">
                <a:spAutoFit/>
              </a:bodyPr>
              <a:lstStyle/>
              <a:p>
                <a:r>
                  <a:rPr lang="en-US" altLang="zh-CN" sz="1350" dirty="0"/>
                  <a:t>b</a:t>
                </a:r>
                <a:endParaRPr lang="zh-CN" altLang="en-US" sz="1350" dirty="0"/>
              </a:p>
            </p:txBody>
          </p:sp>
          <p:sp>
            <p:nvSpPr>
              <p:cNvPr id="17" name="文本框 16">
                <a:extLst>
                  <a:ext uri="{FF2B5EF4-FFF2-40B4-BE49-F238E27FC236}">
                    <a16:creationId xmlns:a16="http://schemas.microsoft.com/office/drawing/2014/main" id="{51800582-E200-EBD7-E7CF-0E9EF4118E28}"/>
                  </a:ext>
                </a:extLst>
              </p:cNvPr>
              <p:cNvSpPr txBox="1"/>
              <p:nvPr/>
            </p:nvSpPr>
            <p:spPr>
              <a:xfrm>
                <a:off x="7601690" y="5035916"/>
                <a:ext cx="306495" cy="273890"/>
              </a:xfrm>
              <a:prstGeom prst="rect">
                <a:avLst/>
              </a:prstGeom>
              <a:noFill/>
            </p:spPr>
            <p:txBody>
              <a:bodyPr wrap="square" rtlCol="0">
                <a:spAutoFit/>
              </a:bodyPr>
              <a:lstStyle/>
              <a:p>
                <a:r>
                  <a:rPr lang="en-US" altLang="zh-CN" sz="1350" dirty="0"/>
                  <a:t>b</a:t>
                </a:r>
                <a:endParaRPr lang="zh-CN" altLang="en-US" sz="1350" dirty="0"/>
              </a:p>
            </p:txBody>
          </p:sp>
          <p:sp>
            <p:nvSpPr>
              <p:cNvPr id="18" name="文本框 17">
                <a:extLst>
                  <a:ext uri="{FF2B5EF4-FFF2-40B4-BE49-F238E27FC236}">
                    <a16:creationId xmlns:a16="http://schemas.microsoft.com/office/drawing/2014/main" id="{747CECE9-CB2C-88B0-7C83-012B530EC575}"/>
                  </a:ext>
                </a:extLst>
              </p:cNvPr>
              <p:cNvSpPr txBox="1"/>
              <p:nvPr/>
            </p:nvSpPr>
            <p:spPr>
              <a:xfrm>
                <a:off x="8948822" y="5151328"/>
                <a:ext cx="306495" cy="273890"/>
              </a:xfrm>
              <a:prstGeom prst="rect">
                <a:avLst/>
              </a:prstGeom>
              <a:noFill/>
            </p:spPr>
            <p:txBody>
              <a:bodyPr wrap="square" rtlCol="0">
                <a:spAutoFit/>
              </a:bodyPr>
              <a:lstStyle/>
              <a:p>
                <a:r>
                  <a:rPr lang="en-US" altLang="zh-CN" sz="1350" dirty="0"/>
                  <a:t>b</a:t>
                </a:r>
                <a:endParaRPr lang="zh-CN" altLang="en-US" sz="1350" dirty="0"/>
              </a:p>
            </p:txBody>
          </p:sp>
        </p:grpSp>
        <p:cxnSp>
          <p:nvCxnSpPr>
            <p:cNvPr id="32" name="连接符: 曲线 31">
              <a:extLst>
                <a:ext uri="{FF2B5EF4-FFF2-40B4-BE49-F238E27FC236}">
                  <a16:creationId xmlns:a16="http://schemas.microsoft.com/office/drawing/2014/main" id="{324DBF96-4ED8-EAB0-B151-E1496B6BDF00}"/>
                </a:ext>
              </a:extLst>
            </p:cNvPr>
            <p:cNvCxnSpPr>
              <a:stCxn id="22" idx="5"/>
              <a:endCxn id="22" idx="7"/>
            </p:cNvCxnSpPr>
            <p:nvPr/>
          </p:nvCxnSpPr>
          <p:spPr>
            <a:xfrm rot="5400000" flipH="1">
              <a:off x="7919833" y="4923872"/>
              <a:ext cx="477087" cy="12700"/>
            </a:xfrm>
            <a:prstGeom prst="curvedConnector5">
              <a:avLst>
                <a:gd name="adj1" fmla="val -47916"/>
                <a:gd name="adj2" fmla="val -5590402"/>
                <a:gd name="adj3" fmla="val 147916"/>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文本框 33">
              <a:extLst>
                <a:ext uri="{FF2B5EF4-FFF2-40B4-BE49-F238E27FC236}">
                  <a16:creationId xmlns:a16="http://schemas.microsoft.com/office/drawing/2014/main" id="{0FFE0A99-6A73-A104-2C1B-A30DB84BBA2C}"/>
                </a:ext>
              </a:extLst>
            </p:cNvPr>
            <p:cNvSpPr txBox="1"/>
            <p:nvPr/>
          </p:nvSpPr>
          <p:spPr>
            <a:xfrm>
              <a:off x="8931552" y="4768705"/>
              <a:ext cx="307725" cy="273890"/>
            </a:xfrm>
            <a:prstGeom prst="rect">
              <a:avLst/>
            </a:prstGeom>
            <a:noFill/>
          </p:spPr>
          <p:txBody>
            <a:bodyPr wrap="none" rtlCol="0">
              <a:spAutoFit/>
            </a:bodyPr>
            <a:lstStyle/>
            <a:p>
              <a:r>
                <a:rPr lang="en-US" altLang="zh-CN" sz="1350" dirty="0"/>
                <a:t>b</a:t>
              </a:r>
              <a:endParaRPr lang="zh-CN" altLang="en-US" sz="1350" dirty="0"/>
            </a:p>
          </p:txBody>
        </p:sp>
      </p:grpSp>
      <p:sp>
        <p:nvSpPr>
          <p:cNvPr id="36" name="文本框 35">
            <a:extLst>
              <a:ext uri="{FF2B5EF4-FFF2-40B4-BE49-F238E27FC236}">
                <a16:creationId xmlns:a16="http://schemas.microsoft.com/office/drawing/2014/main" id="{8D09E9F7-AEA7-AF11-81C7-0A5359D08B39}"/>
              </a:ext>
            </a:extLst>
          </p:cNvPr>
          <p:cNvSpPr txBox="1"/>
          <p:nvPr/>
        </p:nvSpPr>
        <p:spPr>
          <a:xfrm>
            <a:off x="2424486" y="4299022"/>
            <a:ext cx="264816" cy="300082"/>
          </a:xfrm>
          <a:prstGeom prst="rect">
            <a:avLst/>
          </a:prstGeom>
          <a:noFill/>
        </p:spPr>
        <p:txBody>
          <a:bodyPr wrap="none" rtlCol="0">
            <a:spAutoFit/>
          </a:bodyPr>
          <a:lstStyle/>
          <a:p>
            <a:r>
              <a:rPr lang="zh-CN" altLang="en-US" sz="1350" dirty="0">
                <a:sym typeface="Symbol" panose="05050102010706020507" pitchFamily="18" charset="2"/>
              </a:rPr>
              <a:t></a:t>
            </a:r>
            <a:endParaRPr lang="zh-CN" altLang="en-US" sz="1350" dirty="0"/>
          </a:p>
        </p:txBody>
      </p:sp>
      <p:sp>
        <p:nvSpPr>
          <p:cNvPr id="37" name="文本框 36">
            <a:extLst>
              <a:ext uri="{FF2B5EF4-FFF2-40B4-BE49-F238E27FC236}">
                <a16:creationId xmlns:a16="http://schemas.microsoft.com/office/drawing/2014/main" id="{D4B34697-37BA-7FFA-D8CA-AB4EC293A789}"/>
              </a:ext>
            </a:extLst>
          </p:cNvPr>
          <p:cNvSpPr txBox="1"/>
          <p:nvPr/>
        </p:nvSpPr>
        <p:spPr>
          <a:xfrm>
            <a:off x="2706409" y="4299023"/>
            <a:ext cx="3519375" cy="646331"/>
          </a:xfrm>
          <a:prstGeom prst="rect">
            <a:avLst/>
          </a:prstGeom>
          <a:noFill/>
        </p:spPr>
        <p:txBody>
          <a:bodyPr wrap="square" rtlCol="0">
            <a:spAutoFit/>
          </a:bodyPr>
          <a:lstStyle/>
          <a:p>
            <a:r>
              <a:rPr lang="zh-CN" altLang="en-US" dirty="0">
                <a:latin typeface="Times New Roman" panose="02020603050405020304" pitchFamily="18" charset="0"/>
                <a:cs typeface="Times New Roman" panose="02020603050405020304" pitchFamily="18" charset="0"/>
              </a:rPr>
              <a:t>例如对于右图的模型</a:t>
            </a:r>
            <a:r>
              <a:rPr lang="en-US" altLang="zh-CN" dirty="0">
                <a:latin typeface="Times New Roman" panose="02020603050405020304" pitchFamily="18" charset="0"/>
                <a:cs typeface="Times New Roman" panose="02020603050405020304" pitchFamily="18" charset="0"/>
              </a:rPr>
              <a:t>M</a:t>
            </a:r>
            <a:r>
              <a:rPr lang="zh-CN" altLang="en-US" dirty="0">
                <a:latin typeface="Times New Roman" panose="02020603050405020304" pitchFamily="18" charset="0"/>
                <a:cs typeface="Times New Roman" panose="02020603050405020304" pitchFamily="18" charset="0"/>
              </a:rPr>
              <a:t>来说，</a:t>
            </a:r>
            <a:r>
              <a:rPr lang="en-US" altLang="zh-CN" dirty="0">
                <a:latin typeface="Times New Roman" panose="02020603050405020304" pitchFamily="18" charset="0"/>
                <a:cs typeface="Times New Roman" panose="02020603050405020304" pitchFamily="18" charset="0"/>
              </a:rPr>
              <a:t>S0,S1,S2,S2,…</a:t>
            </a:r>
            <a:r>
              <a:rPr lang="zh-CN" altLang="en-US" dirty="0">
                <a:latin typeface="Times New Roman" panose="02020603050405020304" pitchFamily="18" charset="0"/>
                <a:cs typeface="Times New Roman" panose="02020603050405020304" pitchFamily="18" charset="0"/>
              </a:rPr>
              <a:t>即为一条</a:t>
            </a:r>
            <a:r>
              <a:rPr lang="en-US" altLang="zh-CN" dirty="0">
                <a:latin typeface="Times New Roman" panose="02020603050405020304" pitchFamily="18" charset="0"/>
                <a:cs typeface="Times New Roman" panose="02020603050405020304" pitchFamily="18" charset="0"/>
              </a:rPr>
              <a:t>trace</a:t>
            </a:r>
          </a:p>
        </p:txBody>
      </p:sp>
      <p:sp>
        <p:nvSpPr>
          <p:cNvPr id="39" name="灯片编号占位符 38">
            <a:extLst>
              <a:ext uri="{FF2B5EF4-FFF2-40B4-BE49-F238E27FC236}">
                <a16:creationId xmlns:a16="http://schemas.microsoft.com/office/drawing/2014/main" id="{5ED815EB-43D6-FF68-A85F-9BF78992464F}"/>
              </a:ext>
            </a:extLst>
          </p:cNvPr>
          <p:cNvSpPr>
            <a:spLocks noGrp="1"/>
          </p:cNvSpPr>
          <p:nvPr>
            <p:ph type="sldNum" sz="quarter" idx="12"/>
          </p:nvPr>
        </p:nvSpPr>
        <p:spPr>
          <a:xfrm>
            <a:off x="10134600" y="6356351"/>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65CE74E-AB26-4998-AD42-012C4C1AD076}" type="slidenum">
              <a:rPr lang="zh-CN" altLang="en-US" smtClean="0"/>
              <a:pPr/>
              <a:t>12</a:t>
            </a:fld>
            <a:r>
              <a:rPr lang="en-US" altLang="zh-CN"/>
              <a:t>/24</a:t>
            </a:r>
            <a:endParaRPr lang="zh-CN" altLang="en-US" dirty="0"/>
          </a:p>
        </p:txBody>
      </p:sp>
    </p:spTree>
    <p:extLst>
      <p:ext uri="{BB962C8B-B14F-4D97-AF65-F5344CB8AC3E}">
        <p14:creationId xmlns:p14="http://schemas.microsoft.com/office/powerpoint/2010/main" val="12692528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AA31498D-2AC6-567D-27FA-A76E817BC0F1}"/>
              </a:ext>
            </a:extLst>
          </p:cNvPr>
          <p:cNvSpPr/>
          <p:nvPr/>
        </p:nvSpPr>
        <p:spPr>
          <a:xfrm>
            <a:off x="1524000" y="857250"/>
            <a:ext cx="9144000" cy="837194"/>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350"/>
          </a:p>
        </p:txBody>
      </p:sp>
      <p:sp>
        <p:nvSpPr>
          <p:cNvPr id="5" name="文本框 4">
            <a:extLst>
              <a:ext uri="{FF2B5EF4-FFF2-40B4-BE49-F238E27FC236}">
                <a16:creationId xmlns:a16="http://schemas.microsoft.com/office/drawing/2014/main" id="{02CA6235-22D0-4665-B36E-BD54465E878B}"/>
              </a:ext>
            </a:extLst>
          </p:cNvPr>
          <p:cNvSpPr txBox="1"/>
          <p:nvPr/>
        </p:nvSpPr>
        <p:spPr>
          <a:xfrm>
            <a:off x="1970517" y="1043336"/>
            <a:ext cx="954107" cy="718851"/>
          </a:xfrm>
          <a:prstGeom prst="rect">
            <a:avLst/>
          </a:prstGeom>
          <a:noFill/>
        </p:spPr>
        <p:txBody>
          <a:bodyPr wrap="none" rtlCol="0">
            <a:spAutoFit/>
          </a:bodyPr>
          <a:lstStyle/>
          <a:p>
            <a:pPr>
              <a:lnSpc>
                <a:spcPct val="150000"/>
              </a:lnSpc>
            </a:pPr>
            <a:r>
              <a:rPr lang="zh-CN" altLang="en-US" sz="3000" b="1" dirty="0">
                <a:latin typeface="华文楷体" panose="02010600040101010101" pitchFamily="2" charset="-122"/>
                <a:ea typeface="华文楷体" panose="02010600040101010101" pitchFamily="2" charset="-122"/>
              </a:rPr>
              <a:t>性质</a:t>
            </a:r>
          </a:p>
        </p:txBody>
      </p:sp>
      <p:sp>
        <p:nvSpPr>
          <p:cNvPr id="2" name="文本框 1">
            <a:extLst>
              <a:ext uri="{FF2B5EF4-FFF2-40B4-BE49-F238E27FC236}">
                <a16:creationId xmlns:a16="http://schemas.microsoft.com/office/drawing/2014/main" id="{E92E4ACE-D560-AFED-47DA-967A88B11412}"/>
              </a:ext>
            </a:extLst>
          </p:cNvPr>
          <p:cNvSpPr txBox="1"/>
          <p:nvPr/>
        </p:nvSpPr>
        <p:spPr>
          <a:xfrm>
            <a:off x="2424486" y="2100857"/>
            <a:ext cx="290464" cy="463075"/>
          </a:xfrm>
          <a:prstGeom prst="rect">
            <a:avLst/>
          </a:prstGeom>
          <a:noFill/>
        </p:spPr>
        <p:txBody>
          <a:bodyPr wrap="none" rtlCol="0">
            <a:spAutoFit/>
          </a:bodyPr>
          <a:lstStyle/>
          <a:p>
            <a:pPr>
              <a:lnSpc>
                <a:spcPct val="150000"/>
              </a:lnSpc>
            </a:pPr>
            <a:r>
              <a:rPr lang="zh-CN" altLang="en-US" dirty="0">
                <a:sym typeface="Symbol" panose="05050102010706020507" pitchFamily="18" charset="2"/>
              </a:rPr>
              <a:t></a:t>
            </a:r>
            <a:endParaRPr lang="zh-CN" altLang="en-US" dirty="0"/>
          </a:p>
        </p:txBody>
      </p:sp>
      <p:sp>
        <p:nvSpPr>
          <p:cNvPr id="4" name="文本框 3">
            <a:extLst>
              <a:ext uri="{FF2B5EF4-FFF2-40B4-BE49-F238E27FC236}">
                <a16:creationId xmlns:a16="http://schemas.microsoft.com/office/drawing/2014/main" id="{3ABBFDAD-D511-321A-BDF5-5CF83A844910}"/>
              </a:ext>
            </a:extLst>
          </p:cNvPr>
          <p:cNvSpPr txBox="1"/>
          <p:nvPr/>
        </p:nvSpPr>
        <p:spPr>
          <a:xfrm>
            <a:off x="2806046" y="2100857"/>
            <a:ext cx="7607431" cy="2535566"/>
          </a:xfrm>
          <a:prstGeom prst="rect">
            <a:avLst/>
          </a:prstGeom>
          <a:noFill/>
        </p:spPr>
        <p:txBody>
          <a:bodyPr wrap="square" rtlCol="0">
            <a:spAutoFit/>
          </a:bodyPr>
          <a:lstStyle/>
          <a:p>
            <a:pPr>
              <a:lnSpc>
                <a:spcPct val="150000"/>
              </a:lnSpc>
            </a:pPr>
            <a:r>
              <a:rPr lang="zh-CN" altLang="en-US" dirty="0">
                <a:latin typeface="Times New Roman" panose="02020603050405020304" pitchFamily="18" charset="0"/>
                <a:cs typeface="Times New Roman" panose="02020603050405020304" pitchFamily="18" charset="0"/>
              </a:rPr>
              <a:t>一个模型有很多个状态，当该系统到达某个状态时，可以去判断当前这个状态是否满足给定的一些约束。而这些约束就是用性质</a:t>
            </a:r>
            <a:r>
              <a:rPr lang="en-US" altLang="zh-CN" dirty="0">
                <a:latin typeface="Times New Roman" panose="02020603050405020304" pitchFamily="18" charset="0"/>
                <a:cs typeface="Times New Roman" panose="02020603050405020304" pitchFamily="18" charset="0"/>
              </a:rPr>
              <a:t>P</a:t>
            </a:r>
            <a:r>
              <a:rPr lang="zh-CN" altLang="en-US" dirty="0">
                <a:latin typeface="Times New Roman" panose="02020603050405020304" pitchFamily="18" charset="0"/>
                <a:cs typeface="Times New Roman" panose="02020603050405020304" pitchFamily="18" charset="0"/>
              </a:rPr>
              <a:t>来描述的。</a:t>
            </a:r>
            <a:endParaRPr lang="en-US" altLang="zh-CN" dirty="0">
              <a:latin typeface="Times New Roman" panose="02020603050405020304" pitchFamily="18" charset="0"/>
              <a:cs typeface="Times New Roman" panose="02020603050405020304" pitchFamily="18" charset="0"/>
            </a:endParaRPr>
          </a:p>
          <a:p>
            <a:pPr>
              <a:lnSpc>
                <a:spcPct val="150000"/>
              </a:lnSpc>
            </a:pPr>
            <a:endParaRPr lang="en-US" altLang="zh-CN" dirty="0">
              <a:latin typeface="Times New Roman" panose="02020603050405020304" pitchFamily="18" charset="0"/>
              <a:cs typeface="Times New Roman" panose="02020603050405020304" pitchFamily="18" charset="0"/>
            </a:endParaRPr>
          </a:p>
          <a:p>
            <a:pPr>
              <a:lnSpc>
                <a:spcPct val="150000"/>
              </a:lnSpc>
            </a:pPr>
            <a:r>
              <a:rPr lang="zh-CN" altLang="en-US" b="1" dirty="0">
                <a:latin typeface="Times New Roman" panose="02020603050405020304" pitchFamily="18" charset="0"/>
                <a:cs typeface="Times New Roman" panose="02020603050405020304" pitchFamily="18" charset="0"/>
              </a:rPr>
              <a:t>例</a:t>
            </a:r>
            <a:r>
              <a:rPr lang="en-US" altLang="zh-CN" b="1" dirty="0">
                <a:latin typeface="Times New Roman" panose="02020603050405020304" pitchFamily="18" charset="0"/>
                <a:cs typeface="Times New Roman" panose="02020603050405020304" pitchFamily="18" charset="0"/>
              </a:rPr>
              <a:t>1</a:t>
            </a:r>
            <a:r>
              <a:rPr lang="zh-CN" altLang="en-US" b="1"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无论走怎样的路径，某个特定的变量始终保持要求的值域</a:t>
            </a:r>
            <a:endParaRPr lang="en-US" altLang="zh-CN" dirty="0">
              <a:latin typeface="Times New Roman" panose="02020603050405020304" pitchFamily="18" charset="0"/>
              <a:cs typeface="Times New Roman" panose="02020603050405020304" pitchFamily="18" charset="0"/>
            </a:endParaRPr>
          </a:p>
          <a:p>
            <a:pPr>
              <a:lnSpc>
                <a:spcPct val="150000"/>
              </a:lnSpc>
            </a:pPr>
            <a:r>
              <a:rPr lang="zh-CN" altLang="en-US" b="1" dirty="0">
                <a:latin typeface="Times New Roman" panose="02020603050405020304" pitchFamily="18" charset="0"/>
                <a:cs typeface="Times New Roman" panose="02020603050405020304" pitchFamily="18" charset="0"/>
              </a:rPr>
              <a:t>例</a:t>
            </a:r>
            <a:r>
              <a:rPr lang="en-US" altLang="zh-CN" b="1" dirty="0">
                <a:latin typeface="Times New Roman" panose="02020603050405020304" pitchFamily="18" charset="0"/>
                <a:cs typeface="Times New Roman" panose="02020603050405020304" pitchFamily="18" charset="0"/>
              </a:rPr>
              <a:t>2</a:t>
            </a:r>
            <a:r>
              <a:rPr lang="zh-CN" altLang="en-US" dirty="0">
                <a:latin typeface="Times New Roman" panose="02020603050405020304" pitchFamily="18" charset="0"/>
                <a:cs typeface="Times New Roman" panose="02020603050405020304" pitchFamily="18" charset="0"/>
              </a:rPr>
              <a:t>：红绿灯控制系统，总是可以保证绿灯能亮至少一次</a:t>
            </a:r>
            <a:endParaRPr lang="en-US" altLang="zh-CN" dirty="0">
              <a:latin typeface="Times New Roman" panose="02020603050405020304" pitchFamily="18" charset="0"/>
              <a:cs typeface="Times New Roman" panose="02020603050405020304" pitchFamily="18" charset="0"/>
            </a:endParaRPr>
          </a:p>
          <a:p>
            <a:pPr>
              <a:lnSpc>
                <a:spcPct val="150000"/>
              </a:lnSpc>
            </a:pPr>
            <a:endParaRPr lang="en-US" altLang="zh-CN" dirty="0">
              <a:latin typeface="Times New Roman" panose="02020603050405020304" pitchFamily="18" charset="0"/>
              <a:cs typeface="Times New Roman" panose="02020603050405020304" pitchFamily="18" charset="0"/>
            </a:endParaRPr>
          </a:p>
        </p:txBody>
      </p:sp>
      <p:sp>
        <p:nvSpPr>
          <p:cNvPr id="20" name="灯片编号占位符 19">
            <a:extLst>
              <a:ext uri="{FF2B5EF4-FFF2-40B4-BE49-F238E27FC236}">
                <a16:creationId xmlns:a16="http://schemas.microsoft.com/office/drawing/2014/main" id="{263D10B3-4037-199A-7C51-30EAF4603DAE}"/>
              </a:ext>
            </a:extLst>
          </p:cNvPr>
          <p:cNvSpPr>
            <a:spLocks noGrp="1"/>
          </p:cNvSpPr>
          <p:nvPr>
            <p:ph type="sldNum" sz="quarter" idx="12"/>
          </p:nvPr>
        </p:nvSpPr>
        <p:spPr>
          <a:xfrm>
            <a:off x="10134600" y="6356351"/>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fld id="{565CE74E-AB26-4998-AD42-012C4C1AD076}" type="slidenum">
              <a:rPr lang="zh-CN" altLang="en-US" smtClean="0"/>
              <a:pPr>
                <a:lnSpc>
                  <a:spcPct val="150000"/>
                </a:lnSpc>
              </a:pPr>
              <a:t>13</a:t>
            </a:fld>
            <a:r>
              <a:rPr lang="en-US" altLang="zh-CN"/>
              <a:t>/24</a:t>
            </a:r>
            <a:endParaRPr lang="zh-CN" altLang="en-US" dirty="0"/>
          </a:p>
        </p:txBody>
      </p:sp>
    </p:spTree>
    <p:extLst>
      <p:ext uri="{BB962C8B-B14F-4D97-AF65-F5344CB8AC3E}">
        <p14:creationId xmlns:p14="http://schemas.microsoft.com/office/powerpoint/2010/main" val="6599520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AA31498D-2AC6-567D-27FA-A76E817BC0F1}"/>
              </a:ext>
            </a:extLst>
          </p:cNvPr>
          <p:cNvSpPr/>
          <p:nvPr/>
        </p:nvSpPr>
        <p:spPr>
          <a:xfrm>
            <a:off x="1524000" y="857250"/>
            <a:ext cx="9144000" cy="837194"/>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 name="文本框 4">
            <a:extLst>
              <a:ext uri="{FF2B5EF4-FFF2-40B4-BE49-F238E27FC236}">
                <a16:creationId xmlns:a16="http://schemas.microsoft.com/office/drawing/2014/main" id="{02CA6235-22D0-4665-B36E-BD54465E878B}"/>
              </a:ext>
            </a:extLst>
          </p:cNvPr>
          <p:cNvSpPr txBox="1"/>
          <p:nvPr/>
        </p:nvSpPr>
        <p:spPr>
          <a:xfrm>
            <a:off x="1970517" y="1043335"/>
            <a:ext cx="954107" cy="553998"/>
          </a:xfrm>
          <a:prstGeom prst="rect">
            <a:avLst/>
          </a:prstGeom>
          <a:noFill/>
        </p:spPr>
        <p:txBody>
          <a:bodyPr wrap="none" rtlCol="0">
            <a:spAutoFit/>
          </a:bodyPr>
          <a:lstStyle/>
          <a:p>
            <a:r>
              <a:rPr lang="zh-CN" altLang="en-US" sz="3000" b="1" dirty="0">
                <a:latin typeface="华文楷体" panose="02010600040101010101" pitchFamily="2" charset="-122"/>
                <a:ea typeface="华文楷体" panose="02010600040101010101" pitchFamily="2" charset="-122"/>
              </a:rPr>
              <a:t>性质</a:t>
            </a:r>
          </a:p>
        </p:txBody>
      </p:sp>
      <p:sp>
        <p:nvSpPr>
          <p:cNvPr id="2" name="文本框 1">
            <a:extLst>
              <a:ext uri="{FF2B5EF4-FFF2-40B4-BE49-F238E27FC236}">
                <a16:creationId xmlns:a16="http://schemas.microsoft.com/office/drawing/2014/main" id="{E92E4ACE-D560-AFED-47DA-967A88B11412}"/>
              </a:ext>
            </a:extLst>
          </p:cNvPr>
          <p:cNvSpPr txBox="1"/>
          <p:nvPr/>
        </p:nvSpPr>
        <p:spPr>
          <a:xfrm>
            <a:off x="2424486" y="2100856"/>
            <a:ext cx="290464" cy="369332"/>
          </a:xfrm>
          <a:prstGeom prst="rect">
            <a:avLst/>
          </a:prstGeom>
          <a:noFill/>
        </p:spPr>
        <p:txBody>
          <a:bodyPr wrap="none" rtlCol="0">
            <a:spAutoFit/>
          </a:bodyPr>
          <a:lstStyle/>
          <a:p>
            <a:r>
              <a:rPr lang="zh-CN" altLang="en-US" dirty="0">
                <a:sym typeface="Symbol" panose="05050102010706020507" pitchFamily="18" charset="2"/>
              </a:rPr>
              <a:t></a:t>
            </a:r>
            <a:endParaRPr lang="zh-CN" altLang="en-US" dirty="0"/>
          </a:p>
        </p:txBody>
      </p:sp>
      <p:sp>
        <p:nvSpPr>
          <p:cNvPr id="4" name="文本框 3">
            <a:extLst>
              <a:ext uri="{FF2B5EF4-FFF2-40B4-BE49-F238E27FC236}">
                <a16:creationId xmlns:a16="http://schemas.microsoft.com/office/drawing/2014/main" id="{3ABBFDAD-D511-321A-BDF5-5CF83A844910}"/>
              </a:ext>
            </a:extLst>
          </p:cNvPr>
          <p:cNvSpPr txBox="1"/>
          <p:nvPr/>
        </p:nvSpPr>
        <p:spPr>
          <a:xfrm>
            <a:off x="2706410" y="2100857"/>
            <a:ext cx="6503317" cy="1477328"/>
          </a:xfrm>
          <a:prstGeom prst="rect">
            <a:avLst/>
          </a:prstGeom>
          <a:noFill/>
        </p:spPr>
        <p:txBody>
          <a:bodyPr wrap="square" rtlCol="0">
            <a:spAutoFit/>
          </a:bodyPr>
          <a:lstStyle/>
          <a:p>
            <a:r>
              <a:rPr lang="zh-CN" altLang="en-US" dirty="0">
                <a:latin typeface="Times New Roman" panose="02020603050405020304" pitchFamily="18" charset="0"/>
                <a:cs typeface="Times New Roman" panose="02020603050405020304" pitchFamily="18" charset="0"/>
              </a:rPr>
              <a:t>一个模型有很多个状态，当该系统到达某个状态时，可以去判断当前这个状态是否满足给定的一些约束。而这些约束就是用性质</a:t>
            </a:r>
            <a:r>
              <a:rPr lang="en-US" altLang="zh-CN" dirty="0">
                <a:latin typeface="Times New Roman" panose="02020603050405020304" pitchFamily="18" charset="0"/>
                <a:cs typeface="Times New Roman" panose="02020603050405020304" pitchFamily="18" charset="0"/>
              </a:rPr>
              <a:t>P</a:t>
            </a:r>
            <a:r>
              <a:rPr lang="zh-CN" altLang="en-US" dirty="0">
                <a:latin typeface="Times New Roman" panose="02020603050405020304" pitchFamily="18" charset="0"/>
                <a:cs typeface="Times New Roman" panose="02020603050405020304" pitchFamily="18" charset="0"/>
              </a:rPr>
              <a:t>来描述的。由于状态迁移中大部分情况都会涉及到迁移，所以能够描述时间的形式化语言常被使用，在这其中很经典的一个即为线性时态逻辑（</a:t>
            </a:r>
            <a:r>
              <a:rPr lang="en-US" altLang="zh-CN" dirty="0">
                <a:latin typeface="Times New Roman" panose="02020603050405020304" pitchFamily="18" charset="0"/>
                <a:cs typeface="Times New Roman" panose="02020603050405020304" pitchFamily="18" charset="0"/>
              </a:rPr>
              <a:t>LTL</a:t>
            </a:r>
            <a:r>
              <a:rPr lang="zh-CN" altLang="en-US" dirty="0">
                <a:latin typeface="Times New Roman" panose="02020603050405020304" pitchFamily="18" charset="0"/>
                <a:cs typeface="Times New Roman" panose="02020603050405020304" pitchFamily="18" charset="0"/>
              </a:rPr>
              <a:t>）语言。</a:t>
            </a:r>
            <a:endParaRPr lang="en-US" altLang="zh-CN" dirty="0">
              <a:latin typeface="Times New Roman" panose="02020603050405020304" pitchFamily="18" charset="0"/>
              <a:cs typeface="Times New Roman" panose="02020603050405020304" pitchFamily="18" charset="0"/>
            </a:endParaRPr>
          </a:p>
        </p:txBody>
      </p:sp>
      <p:sp>
        <p:nvSpPr>
          <p:cNvPr id="14" name="文本框 13">
            <a:extLst>
              <a:ext uri="{FF2B5EF4-FFF2-40B4-BE49-F238E27FC236}">
                <a16:creationId xmlns:a16="http://schemas.microsoft.com/office/drawing/2014/main" id="{F4CFDCDB-D70E-254E-C89E-7A52F93C0A2B}"/>
              </a:ext>
            </a:extLst>
          </p:cNvPr>
          <p:cNvSpPr txBox="1"/>
          <p:nvPr/>
        </p:nvSpPr>
        <p:spPr>
          <a:xfrm>
            <a:off x="2424486" y="3579898"/>
            <a:ext cx="290464" cy="369332"/>
          </a:xfrm>
          <a:prstGeom prst="rect">
            <a:avLst/>
          </a:prstGeom>
          <a:noFill/>
        </p:spPr>
        <p:txBody>
          <a:bodyPr wrap="none" rtlCol="0">
            <a:spAutoFit/>
          </a:bodyPr>
          <a:lstStyle/>
          <a:p>
            <a:r>
              <a:rPr lang="zh-CN" altLang="en-US" dirty="0">
                <a:sym typeface="Symbol" panose="05050102010706020507" pitchFamily="18" charset="2"/>
              </a:rPr>
              <a:t></a:t>
            </a:r>
            <a:endParaRPr lang="zh-CN" altLang="en-US" dirty="0"/>
          </a:p>
        </p:txBody>
      </p:sp>
      <p:sp>
        <p:nvSpPr>
          <p:cNvPr id="16" name="文本框 15">
            <a:extLst>
              <a:ext uri="{FF2B5EF4-FFF2-40B4-BE49-F238E27FC236}">
                <a16:creationId xmlns:a16="http://schemas.microsoft.com/office/drawing/2014/main" id="{2F4ADD60-2E9A-8D2F-6078-01D314D9F3BE}"/>
              </a:ext>
            </a:extLst>
          </p:cNvPr>
          <p:cNvSpPr txBox="1"/>
          <p:nvPr/>
        </p:nvSpPr>
        <p:spPr>
          <a:xfrm>
            <a:off x="2706410" y="3579898"/>
            <a:ext cx="6503317" cy="2308324"/>
          </a:xfrm>
          <a:prstGeom prst="rect">
            <a:avLst/>
          </a:prstGeom>
          <a:noFill/>
        </p:spPr>
        <p:txBody>
          <a:bodyPr wrap="square" rtlCol="0">
            <a:spAutoFit/>
          </a:bodyPr>
          <a:lstStyle/>
          <a:p>
            <a:r>
              <a:rPr lang="zh-CN" altLang="en-US" dirty="0">
                <a:latin typeface="Times New Roman" panose="02020603050405020304" pitchFamily="18" charset="0"/>
                <a:cs typeface="Times New Roman" panose="02020603050405020304" pitchFamily="18" charset="0"/>
              </a:rPr>
              <a:t>在</a:t>
            </a:r>
            <a:r>
              <a:rPr lang="en-US" altLang="zh-CN" dirty="0">
                <a:latin typeface="Times New Roman" panose="02020603050405020304" pitchFamily="18" charset="0"/>
                <a:cs typeface="Times New Roman" panose="02020603050405020304" pitchFamily="18" charset="0"/>
              </a:rPr>
              <a:t>LTL</a:t>
            </a:r>
            <a:r>
              <a:rPr lang="zh-CN" altLang="en-US" dirty="0">
                <a:latin typeface="Times New Roman" panose="02020603050405020304" pitchFamily="18" charset="0"/>
                <a:cs typeface="Times New Roman" panose="02020603050405020304" pitchFamily="18" charset="0"/>
              </a:rPr>
              <a:t>中，添加了表示时间的连接词：</a:t>
            </a:r>
            <a:r>
              <a:rPr lang="en-US" altLang="zh-CN" dirty="0">
                <a:latin typeface="Times New Roman" panose="02020603050405020304" pitchFamily="18" charset="0"/>
                <a:cs typeface="Times New Roman" panose="02020603050405020304" pitchFamily="18" charset="0"/>
              </a:rPr>
              <a:t>X,F,G,U,W,R</a:t>
            </a:r>
            <a:r>
              <a:rPr lang="zh-CN" altLang="en-US"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X</a:t>
            </a:r>
            <a:r>
              <a:rPr lang="zh-CN" altLang="en-US" dirty="0">
                <a:latin typeface="Times New Roman" panose="02020603050405020304" pitchFamily="18" charset="0"/>
                <a:cs typeface="Times New Roman" panose="02020603050405020304" pitchFamily="18" charset="0"/>
              </a:rPr>
              <a:t>：表示下一个状态；</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F</a:t>
            </a:r>
            <a:r>
              <a:rPr lang="zh-CN" altLang="en-US" dirty="0">
                <a:latin typeface="Times New Roman" panose="02020603050405020304" pitchFamily="18" charset="0"/>
                <a:cs typeface="Times New Roman" panose="02020603050405020304" pitchFamily="18" charset="0"/>
              </a:rPr>
              <a:t>：未来某个时间点；</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G</a:t>
            </a:r>
            <a:r>
              <a:rPr lang="zh-CN" altLang="en-US" dirty="0">
                <a:latin typeface="Times New Roman" panose="02020603050405020304" pitchFamily="18" charset="0"/>
                <a:cs typeface="Times New Roman" panose="02020603050405020304" pitchFamily="18" charset="0"/>
              </a:rPr>
              <a:t>：所有将来的状态；</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U</a:t>
            </a:r>
            <a:r>
              <a:rPr lang="zh-CN" altLang="en-US" dirty="0">
                <a:latin typeface="Times New Roman" panose="02020603050405020304" pitchFamily="18" charset="0"/>
                <a:cs typeface="Times New Roman" panose="02020603050405020304" pitchFamily="18" charset="0"/>
              </a:rPr>
              <a:t>：直到；</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W</a:t>
            </a:r>
            <a:r>
              <a:rPr lang="zh-CN" altLang="en-US" dirty="0">
                <a:latin typeface="Times New Roman" panose="02020603050405020304" pitchFamily="18" charset="0"/>
                <a:cs typeface="Times New Roman" panose="02020603050405020304" pitchFamily="18" charset="0"/>
              </a:rPr>
              <a:t>：弱直到；</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R</a:t>
            </a:r>
            <a:r>
              <a:rPr lang="zh-CN" altLang="en-US" dirty="0">
                <a:latin typeface="Times New Roman" panose="02020603050405020304" pitchFamily="18" charset="0"/>
                <a:cs typeface="Times New Roman" panose="02020603050405020304" pitchFamily="18" charset="0"/>
              </a:rPr>
              <a:t>；解释，释放，与</a:t>
            </a:r>
            <a:r>
              <a:rPr lang="en-US" altLang="zh-CN" dirty="0">
                <a:latin typeface="Times New Roman" panose="02020603050405020304" pitchFamily="18" charset="0"/>
                <a:cs typeface="Times New Roman" panose="02020603050405020304" pitchFamily="18" charset="0"/>
              </a:rPr>
              <a:t>U</a:t>
            </a:r>
            <a:r>
              <a:rPr lang="zh-CN" altLang="en-US" dirty="0">
                <a:latin typeface="Times New Roman" panose="02020603050405020304" pitchFamily="18" charset="0"/>
                <a:cs typeface="Times New Roman" panose="02020603050405020304" pitchFamily="18" charset="0"/>
              </a:rPr>
              <a:t>相对应</a:t>
            </a:r>
            <a:endParaRPr lang="en-US" altLang="zh-CN" dirty="0">
              <a:latin typeface="Times New Roman" panose="02020603050405020304" pitchFamily="18" charset="0"/>
              <a:cs typeface="Times New Roman" panose="02020603050405020304" pitchFamily="18" charset="0"/>
            </a:endParaRPr>
          </a:p>
        </p:txBody>
      </p:sp>
      <p:sp>
        <p:nvSpPr>
          <p:cNvPr id="20" name="灯片编号占位符 19">
            <a:extLst>
              <a:ext uri="{FF2B5EF4-FFF2-40B4-BE49-F238E27FC236}">
                <a16:creationId xmlns:a16="http://schemas.microsoft.com/office/drawing/2014/main" id="{263D10B3-4037-199A-7C51-30EAF4603DAE}"/>
              </a:ext>
            </a:extLst>
          </p:cNvPr>
          <p:cNvSpPr>
            <a:spLocks noGrp="1"/>
          </p:cNvSpPr>
          <p:nvPr>
            <p:ph type="sldNum" sz="quarter" idx="12"/>
          </p:nvPr>
        </p:nvSpPr>
        <p:spPr>
          <a:xfrm>
            <a:off x="10134600" y="6356351"/>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65CE74E-AB26-4998-AD42-012C4C1AD076}" type="slidenum">
              <a:rPr lang="zh-CN" altLang="en-US" smtClean="0"/>
              <a:pPr/>
              <a:t>14</a:t>
            </a:fld>
            <a:r>
              <a:rPr lang="en-US" altLang="zh-CN"/>
              <a:t>/24</a:t>
            </a:r>
            <a:endParaRPr lang="zh-CN" altLang="en-US" dirty="0"/>
          </a:p>
        </p:txBody>
      </p:sp>
    </p:spTree>
    <p:extLst>
      <p:ext uri="{BB962C8B-B14F-4D97-AF65-F5344CB8AC3E}">
        <p14:creationId xmlns:p14="http://schemas.microsoft.com/office/powerpoint/2010/main" val="35726471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AA31498D-2AC6-567D-27FA-A76E817BC0F1}"/>
              </a:ext>
            </a:extLst>
          </p:cNvPr>
          <p:cNvSpPr/>
          <p:nvPr/>
        </p:nvSpPr>
        <p:spPr>
          <a:xfrm>
            <a:off x="1524000" y="857250"/>
            <a:ext cx="9144000" cy="837194"/>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 name="文本框 4">
            <a:extLst>
              <a:ext uri="{FF2B5EF4-FFF2-40B4-BE49-F238E27FC236}">
                <a16:creationId xmlns:a16="http://schemas.microsoft.com/office/drawing/2014/main" id="{02CA6235-22D0-4665-B36E-BD54465E878B}"/>
              </a:ext>
            </a:extLst>
          </p:cNvPr>
          <p:cNvSpPr txBox="1"/>
          <p:nvPr/>
        </p:nvSpPr>
        <p:spPr>
          <a:xfrm>
            <a:off x="1970517" y="1043335"/>
            <a:ext cx="954107" cy="553998"/>
          </a:xfrm>
          <a:prstGeom prst="rect">
            <a:avLst/>
          </a:prstGeom>
          <a:noFill/>
        </p:spPr>
        <p:txBody>
          <a:bodyPr wrap="none" rtlCol="0">
            <a:spAutoFit/>
          </a:bodyPr>
          <a:lstStyle/>
          <a:p>
            <a:r>
              <a:rPr lang="zh-CN" altLang="en-US" sz="3000" b="1" dirty="0">
                <a:latin typeface="华文楷体" panose="02010600040101010101" pitchFamily="2" charset="-122"/>
                <a:ea typeface="华文楷体" panose="02010600040101010101" pitchFamily="2" charset="-122"/>
              </a:rPr>
              <a:t>性质</a:t>
            </a:r>
          </a:p>
        </p:txBody>
      </p:sp>
      <p:sp>
        <p:nvSpPr>
          <p:cNvPr id="2" name="文本框 1">
            <a:extLst>
              <a:ext uri="{FF2B5EF4-FFF2-40B4-BE49-F238E27FC236}">
                <a16:creationId xmlns:a16="http://schemas.microsoft.com/office/drawing/2014/main" id="{50456FC1-B8A3-710B-CCCD-349FE25589AC}"/>
              </a:ext>
            </a:extLst>
          </p:cNvPr>
          <p:cNvSpPr txBox="1"/>
          <p:nvPr/>
        </p:nvSpPr>
        <p:spPr>
          <a:xfrm>
            <a:off x="2424486" y="2100856"/>
            <a:ext cx="290464" cy="369332"/>
          </a:xfrm>
          <a:prstGeom prst="rect">
            <a:avLst/>
          </a:prstGeom>
          <a:noFill/>
        </p:spPr>
        <p:txBody>
          <a:bodyPr wrap="none" rtlCol="0">
            <a:spAutoFit/>
          </a:bodyPr>
          <a:lstStyle/>
          <a:p>
            <a:r>
              <a:rPr lang="zh-CN" altLang="en-US" dirty="0">
                <a:sym typeface="Symbol" panose="05050102010706020507" pitchFamily="18" charset="2"/>
              </a:rPr>
              <a:t></a:t>
            </a:r>
            <a:endParaRPr lang="zh-CN" altLang="en-US" dirty="0"/>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6BC2785E-DFC1-5600-B916-5359997CDFA5}"/>
                  </a:ext>
                </a:extLst>
              </p:cNvPr>
              <p:cNvSpPr txBox="1"/>
              <p:nvPr/>
            </p:nvSpPr>
            <p:spPr>
              <a:xfrm>
                <a:off x="2706410" y="2100858"/>
                <a:ext cx="6261517" cy="1200329"/>
              </a:xfrm>
              <a:prstGeom prst="rect">
                <a:avLst/>
              </a:prstGeom>
              <a:noFill/>
            </p:spPr>
            <p:txBody>
              <a:bodyPr wrap="square" rtlCol="0">
                <a:spAutoFit/>
              </a:bodyPr>
              <a:lstStyle/>
              <a:p>
                <a:r>
                  <a:rPr lang="zh-CN" altLang="en-US" dirty="0">
                    <a:latin typeface="Times New Roman" panose="02020603050405020304" pitchFamily="18" charset="0"/>
                    <a:cs typeface="Times New Roman" panose="02020603050405020304" pitchFamily="18" charset="0"/>
                  </a:rPr>
                  <a:t>状态满足公式：</a:t>
                </a:r>
                <a:endParaRPr lang="en-US" altLang="zh-CN" dirty="0">
                  <a:latin typeface="Times New Roman" panose="02020603050405020304" pitchFamily="18" charset="0"/>
                  <a:cs typeface="Times New Roman" panose="02020603050405020304" pitchFamily="18" charset="0"/>
                </a:endParaRPr>
              </a:p>
              <a:p>
                <a:r>
                  <a:rPr lang="zh-CN" altLang="en-US" dirty="0">
                    <a:latin typeface="Times New Roman" panose="02020603050405020304" pitchFamily="18" charset="0"/>
                    <a:cs typeface="Times New Roman" panose="02020603050405020304" pitchFamily="18" charset="0"/>
                  </a:rPr>
                  <a:t>给定模型</a:t>
                </a:r>
                <a14:m>
                  <m:oMath xmlns:m="http://schemas.openxmlformats.org/officeDocument/2006/math">
                    <m:r>
                      <a:rPr lang="en-US" altLang="zh-CN" i="1">
                        <a:latin typeface="Cambria Math" panose="02040503050406030204" pitchFamily="18" charset="0"/>
                        <a:cs typeface="Times New Roman" panose="02020603050405020304" pitchFamily="18" charset="0"/>
                      </a:rPr>
                      <m:t>𝑀</m:t>
                    </m:r>
                    <m:r>
                      <a:rPr lang="en-US" altLang="zh-CN" i="1">
                        <a:latin typeface="Cambria Math" panose="02040503050406030204" pitchFamily="18" charset="0"/>
                        <a:cs typeface="Times New Roman" panose="02020603050405020304" pitchFamily="18" charset="0"/>
                      </a:rPr>
                      <m:t>=</m:t>
                    </m:r>
                    <m:d>
                      <m:dPr>
                        <m:ctrlPr>
                          <a:rPr lang="en-US" altLang="zh-CN" i="1">
                            <a:latin typeface="Cambria Math" panose="02040503050406030204" pitchFamily="18" charset="0"/>
                            <a:cs typeface="Times New Roman" panose="02020603050405020304" pitchFamily="18" charset="0"/>
                          </a:rPr>
                        </m:ctrlPr>
                      </m:dPr>
                      <m:e>
                        <m:r>
                          <a:rPr lang="en-US" altLang="zh-CN" i="1">
                            <a:latin typeface="Cambria Math" panose="02040503050406030204" pitchFamily="18" charset="0"/>
                            <a:cs typeface="Times New Roman" panose="02020603050405020304" pitchFamily="18" charset="0"/>
                          </a:rPr>
                          <m:t>𝑆</m:t>
                        </m:r>
                        <m:r>
                          <a:rPr lang="en-US" altLang="zh-CN" i="1">
                            <a:latin typeface="Cambria Math" panose="02040503050406030204" pitchFamily="18" charset="0"/>
                            <a:cs typeface="Times New Roman" panose="02020603050405020304" pitchFamily="18" charset="0"/>
                          </a:rPr>
                          <m:t>, →, </m:t>
                        </m:r>
                        <m:r>
                          <a:rPr lang="en-US" altLang="zh-CN" i="1">
                            <a:latin typeface="Cambria Math" panose="02040503050406030204" pitchFamily="18" charset="0"/>
                            <a:ea typeface="Cambria Math" panose="02040503050406030204" pitchFamily="18" charset="0"/>
                            <a:cs typeface="Times New Roman" panose="02020603050405020304" pitchFamily="18" charset="0"/>
                          </a:rPr>
                          <m:t>𝐿</m:t>
                        </m:r>
                      </m:e>
                    </m:d>
                    <m:r>
                      <a:rPr lang="en-US" altLang="zh-CN" i="1">
                        <a:latin typeface="Cambria Math" panose="02040503050406030204" pitchFamily="18" charset="0"/>
                        <a:cs typeface="Times New Roman" panose="02020603050405020304" pitchFamily="18" charset="0"/>
                      </a:rPr>
                      <m:t>,</m:t>
                    </m:r>
                    <m:r>
                      <a:rPr lang="en-US" altLang="zh-CN" i="1">
                        <a:latin typeface="Cambria Math" panose="02040503050406030204" pitchFamily="18" charset="0"/>
                        <a:cs typeface="Times New Roman" panose="02020603050405020304" pitchFamily="18" charset="0"/>
                      </a:rPr>
                      <m:t>𝑠</m:t>
                    </m:r>
                    <m:r>
                      <a:rPr lang="en-US" altLang="zh-CN" i="1">
                        <a:latin typeface="Cambria Math" panose="02040503050406030204" pitchFamily="18" charset="0"/>
                        <a:ea typeface="Cambria Math" panose="02040503050406030204" pitchFamily="18" charset="0"/>
                        <a:cs typeface="Times New Roman" panose="02020603050405020304" pitchFamily="18" charset="0"/>
                      </a:rPr>
                      <m:t>∈</m:t>
                    </m:r>
                    <m:r>
                      <a:rPr lang="en-US" altLang="zh-CN" i="1">
                        <a:latin typeface="Cambria Math" panose="02040503050406030204" pitchFamily="18" charset="0"/>
                        <a:ea typeface="Cambria Math" panose="02040503050406030204" pitchFamily="18" charset="0"/>
                        <a:cs typeface="Times New Roman" panose="02020603050405020304" pitchFamily="18" charset="0"/>
                      </a:rPr>
                      <m:t>𝑆</m:t>
                    </m:r>
                  </m:oMath>
                </a14:m>
                <a:r>
                  <a:rPr lang="zh-CN" altLang="en-US" dirty="0">
                    <a:latin typeface="Times New Roman" panose="02020603050405020304" pitchFamily="18" charset="0"/>
                    <a:cs typeface="Times New Roman" panose="02020603050405020304" pitchFamily="18" charset="0"/>
                  </a:rPr>
                  <a:t>，</a:t>
                </a:r>
                <a14:m>
                  <m:oMath xmlns:m="http://schemas.openxmlformats.org/officeDocument/2006/math">
                    <m:r>
                      <a:rPr lang="zh-CN" altLang="en-US" i="1">
                        <a:latin typeface="Cambria Math" panose="02040503050406030204" pitchFamily="18" charset="0"/>
                        <a:cs typeface="Times New Roman" panose="02020603050405020304" pitchFamily="18" charset="0"/>
                      </a:rPr>
                      <m:t>𝜙</m:t>
                    </m:r>
                    <m:r>
                      <a:rPr lang="zh-CN" altLang="en-US" i="1">
                        <a:latin typeface="Cambria Math" panose="02040503050406030204" pitchFamily="18" charset="0"/>
                        <a:cs typeface="Times New Roman" panose="02020603050405020304" pitchFamily="18" charset="0"/>
                      </a:rPr>
                      <m:t>是</m:t>
                    </m:r>
                  </m:oMath>
                </a14:m>
                <a:r>
                  <a:rPr lang="zh-CN" altLang="en-US" dirty="0">
                    <a:latin typeface="Times New Roman" panose="02020603050405020304" pitchFamily="18" charset="0"/>
                    <a:cs typeface="Times New Roman" panose="02020603050405020304" pitchFamily="18" charset="0"/>
                  </a:rPr>
                  <a:t>一个</a:t>
                </a:r>
                <a:r>
                  <a:rPr lang="en-US" altLang="zh-CN" dirty="0">
                    <a:latin typeface="Times New Roman" panose="02020603050405020304" pitchFamily="18" charset="0"/>
                    <a:cs typeface="Times New Roman" panose="02020603050405020304" pitchFamily="18" charset="0"/>
                  </a:rPr>
                  <a:t>LTL</a:t>
                </a:r>
                <a:r>
                  <a:rPr lang="zh-CN" altLang="en-US" dirty="0">
                    <a:latin typeface="Times New Roman" panose="02020603050405020304" pitchFamily="18" charset="0"/>
                    <a:cs typeface="Times New Roman" panose="02020603050405020304" pitchFamily="18" charset="0"/>
                  </a:rPr>
                  <a:t>公式，若对</a:t>
                </a:r>
                <a:r>
                  <a:rPr lang="en-US" altLang="zh-CN" dirty="0">
                    <a:latin typeface="Times New Roman" panose="02020603050405020304" pitchFamily="18" charset="0"/>
                    <a:cs typeface="Times New Roman" panose="02020603050405020304" pitchFamily="18" charset="0"/>
                  </a:rPr>
                  <a:t>M</a:t>
                </a:r>
                <a:r>
                  <a:rPr lang="zh-CN" altLang="en-US" dirty="0">
                    <a:latin typeface="Times New Roman" panose="02020603050405020304" pitchFamily="18" charset="0"/>
                    <a:cs typeface="Times New Roman" panose="02020603050405020304" pitchFamily="18" charset="0"/>
                  </a:rPr>
                  <a:t>的从</a:t>
                </a:r>
                <a:r>
                  <a:rPr lang="en-US" altLang="zh-CN" dirty="0">
                    <a:latin typeface="Times New Roman" panose="02020603050405020304" pitchFamily="18" charset="0"/>
                    <a:cs typeface="Times New Roman" panose="02020603050405020304" pitchFamily="18" charset="0"/>
                  </a:rPr>
                  <a:t>s</a:t>
                </a:r>
                <a:r>
                  <a:rPr lang="zh-CN" altLang="en-US" dirty="0">
                    <a:latin typeface="Times New Roman" panose="02020603050405020304" pitchFamily="18" charset="0"/>
                    <a:cs typeface="Times New Roman" panose="02020603050405020304" pitchFamily="18" charset="0"/>
                  </a:rPr>
                  <a:t>出发的每条路</a:t>
                </a:r>
                <a14:m>
                  <m:oMath xmlns:m="http://schemas.openxmlformats.org/officeDocument/2006/math">
                    <m:r>
                      <a:rPr lang="zh-CN" altLang="en-US" i="1">
                        <a:latin typeface="Cambria Math" panose="02040503050406030204" pitchFamily="18" charset="0"/>
                        <a:cs typeface="Times New Roman" panose="02020603050405020304" pitchFamily="18" charset="0"/>
                      </a:rPr>
                      <m:t>𝜋</m:t>
                    </m:r>
                  </m:oMath>
                </a14:m>
                <a:r>
                  <a:rPr lang="zh-CN" altLang="en-US" dirty="0">
                    <a:latin typeface="Times New Roman" panose="02020603050405020304" pitchFamily="18" charset="0"/>
                    <a:cs typeface="Times New Roman" panose="02020603050405020304" pitchFamily="18" charset="0"/>
                  </a:rPr>
                  <a:t>都有</a:t>
                </a:r>
                <a14:m>
                  <m:oMath xmlns:m="http://schemas.openxmlformats.org/officeDocument/2006/math">
                    <m:r>
                      <a:rPr lang="zh-CN" altLang="en-US" i="1">
                        <a:latin typeface="Cambria Math" panose="02040503050406030204" pitchFamily="18" charset="0"/>
                        <a:cs typeface="Times New Roman" panose="02020603050405020304" pitchFamily="18" charset="0"/>
                      </a:rPr>
                      <m:t>𝜋</m:t>
                    </m:r>
                    <m:r>
                      <a:rPr lang="zh-CN" altLang="en-US" i="1">
                        <a:latin typeface="Cambria Math" panose="02040503050406030204" pitchFamily="18" charset="0"/>
                        <a:cs typeface="Times New Roman" panose="02020603050405020304" pitchFamily="18" charset="0"/>
                      </a:rPr>
                      <m:t>⊨</m:t>
                    </m:r>
                    <m:r>
                      <a:rPr lang="zh-CN" altLang="en-US" i="1">
                        <a:latin typeface="Cambria Math" panose="02040503050406030204" pitchFamily="18" charset="0"/>
                        <a:cs typeface="Times New Roman" panose="02020603050405020304" pitchFamily="18" charset="0"/>
                      </a:rPr>
                      <m:t>𝜙</m:t>
                    </m:r>
                  </m:oMath>
                </a14:m>
                <a:r>
                  <a:rPr lang="zh-CN" altLang="en-US" dirty="0">
                    <a:latin typeface="Times New Roman" panose="02020603050405020304" pitchFamily="18" charset="0"/>
                    <a:cs typeface="Times New Roman" panose="02020603050405020304" pitchFamily="18" charset="0"/>
                  </a:rPr>
                  <a:t>，则称状态</a:t>
                </a:r>
                <a:r>
                  <a:rPr lang="en-US" altLang="zh-CN" dirty="0">
                    <a:latin typeface="Times New Roman" panose="02020603050405020304" pitchFamily="18" charset="0"/>
                    <a:cs typeface="Times New Roman" panose="02020603050405020304" pitchFamily="18" charset="0"/>
                  </a:rPr>
                  <a:t>s</a:t>
                </a:r>
                <a:r>
                  <a:rPr lang="zh-CN" altLang="en-US" dirty="0">
                    <a:latin typeface="Times New Roman" panose="02020603050405020304" pitchFamily="18" charset="0"/>
                    <a:cs typeface="Times New Roman" panose="02020603050405020304" pitchFamily="18" charset="0"/>
                  </a:rPr>
                  <a:t>满足</a:t>
                </a:r>
                <a14:m>
                  <m:oMath xmlns:m="http://schemas.openxmlformats.org/officeDocument/2006/math">
                    <m:r>
                      <a:rPr lang="zh-CN" altLang="en-US" i="1">
                        <a:latin typeface="Cambria Math" panose="02040503050406030204" pitchFamily="18" charset="0"/>
                        <a:cs typeface="Times New Roman" panose="02020603050405020304" pitchFamily="18" charset="0"/>
                      </a:rPr>
                      <m:t>𝜙</m:t>
                    </m:r>
                  </m:oMath>
                </a14:m>
                <a:r>
                  <a:rPr lang="zh-CN" altLang="en-US" dirty="0">
                    <a:latin typeface="Times New Roman" panose="02020603050405020304" pitchFamily="18" charset="0"/>
                    <a:cs typeface="Times New Roman" panose="02020603050405020304" pitchFamily="18" charset="0"/>
                  </a:rPr>
                  <a:t>，记作</a:t>
                </a:r>
                <a14:m>
                  <m:oMath xmlns:m="http://schemas.openxmlformats.org/officeDocument/2006/math">
                    <m:r>
                      <m:rPr>
                        <m:sty m:val="p"/>
                      </m:rPr>
                      <a:rPr lang="en-US" altLang="zh-CN">
                        <a:latin typeface="Cambria Math" panose="02040503050406030204" pitchFamily="18" charset="0"/>
                        <a:cs typeface="Times New Roman" panose="02020603050405020304" pitchFamily="18" charset="0"/>
                      </a:rPr>
                      <m:t>M</m:t>
                    </m:r>
                    <m:r>
                      <a:rPr lang="zh-CN" altLang="en-US" i="1">
                        <a:latin typeface="Cambria Math" panose="02040503050406030204" pitchFamily="18" charset="0"/>
                        <a:cs typeface="Times New Roman" panose="02020603050405020304" pitchFamily="18" charset="0"/>
                      </a:rPr>
                      <m:t>，</m:t>
                    </m:r>
                    <m:r>
                      <m:rPr>
                        <m:sty m:val="p"/>
                      </m:rPr>
                      <a:rPr lang="en-US" altLang="zh-CN" i="1">
                        <a:latin typeface="Cambria Math" panose="02040503050406030204" pitchFamily="18" charset="0"/>
                        <a:cs typeface="Times New Roman" panose="02020603050405020304" pitchFamily="18" charset="0"/>
                      </a:rPr>
                      <m:t>s</m:t>
                    </m:r>
                    <m:r>
                      <a:rPr lang="zh-CN" altLang="en-US" i="1">
                        <a:latin typeface="Cambria Math" panose="02040503050406030204" pitchFamily="18" charset="0"/>
                        <a:cs typeface="Times New Roman" panose="02020603050405020304" pitchFamily="18" charset="0"/>
                      </a:rPr>
                      <m:t>⊨</m:t>
                    </m:r>
                    <m:r>
                      <a:rPr lang="zh-CN" altLang="en-US" i="1">
                        <a:latin typeface="Cambria Math" panose="02040503050406030204" pitchFamily="18" charset="0"/>
                        <a:cs typeface="Times New Roman" panose="02020603050405020304" pitchFamily="18" charset="0"/>
                      </a:rPr>
                      <m:t>𝜙</m:t>
                    </m:r>
                  </m:oMath>
                </a14:m>
                <a:r>
                  <a:rPr lang="zh-CN" altLang="en-US" dirty="0">
                    <a:latin typeface="Times New Roman" panose="02020603050405020304" pitchFamily="18" charset="0"/>
                    <a:cs typeface="Times New Roman" panose="02020603050405020304" pitchFamily="18" charset="0"/>
                  </a:rPr>
                  <a:t>或</a:t>
                </a:r>
                <a14:m>
                  <m:oMath xmlns:m="http://schemas.openxmlformats.org/officeDocument/2006/math">
                    <m:r>
                      <m:rPr>
                        <m:sty m:val="p"/>
                      </m:rPr>
                      <a:rPr lang="en-US" altLang="zh-CN" i="1">
                        <a:latin typeface="Cambria Math" panose="02040503050406030204" pitchFamily="18" charset="0"/>
                        <a:cs typeface="Times New Roman" panose="02020603050405020304" pitchFamily="18" charset="0"/>
                      </a:rPr>
                      <m:t>s</m:t>
                    </m:r>
                    <m:r>
                      <a:rPr lang="zh-CN" altLang="en-US" i="1">
                        <a:latin typeface="Cambria Math" panose="02040503050406030204" pitchFamily="18" charset="0"/>
                        <a:cs typeface="Times New Roman" panose="02020603050405020304" pitchFamily="18" charset="0"/>
                      </a:rPr>
                      <m:t>⊨</m:t>
                    </m:r>
                    <m:r>
                      <a:rPr lang="zh-CN" altLang="en-US" i="1">
                        <a:latin typeface="Cambria Math" panose="02040503050406030204" pitchFamily="18" charset="0"/>
                        <a:cs typeface="Times New Roman" panose="02020603050405020304" pitchFamily="18" charset="0"/>
                      </a:rPr>
                      <m:t>𝜙</m:t>
                    </m:r>
                  </m:oMath>
                </a14:m>
                <a:endParaRPr lang="en-US" altLang="zh-CN" dirty="0">
                  <a:latin typeface="Times New Roman" panose="02020603050405020304" pitchFamily="18" charset="0"/>
                  <a:cs typeface="Times New Roman" panose="02020603050405020304" pitchFamily="18" charset="0"/>
                </a:endParaRPr>
              </a:p>
            </p:txBody>
          </p:sp>
        </mc:Choice>
        <mc:Fallback xmlns="">
          <p:sp>
            <p:nvSpPr>
              <p:cNvPr id="3" name="文本框 2">
                <a:extLst>
                  <a:ext uri="{FF2B5EF4-FFF2-40B4-BE49-F238E27FC236}">
                    <a16:creationId xmlns:a16="http://schemas.microsoft.com/office/drawing/2014/main" id="{6BC2785E-DFC1-5600-B916-5359997CDFA5}"/>
                  </a:ext>
                </a:extLst>
              </p:cNvPr>
              <p:cNvSpPr txBox="1">
                <a:spLocks noRot="1" noChangeAspect="1" noMove="1" noResize="1" noEditPoints="1" noAdjustHandles="1" noChangeArrowheads="1" noChangeShapeType="1" noTextEdit="1"/>
              </p:cNvSpPr>
              <p:nvPr/>
            </p:nvSpPr>
            <p:spPr>
              <a:xfrm>
                <a:off x="2706410" y="2100858"/>
                <a:ext cx="6261517" cy="1200329"/>
              </a:xfrm>
              <a:prstGeom prst="rect">
                <a:avLst/>
              </a:prstGeom>
              <a:blipFill>
                <a:blip r:embed="rId3"/>
                <a:stretch>
                  <a:fillRect l="-876" t="-3046" b="-7107"/>
                </a:stretch>
              </a:blipFill>
            </p:spPr>
            <p:txBody>
              <a:bodyPr/>
              <a:lstStyle/>
              <a:p>
                <a:r>
                  <a:rPr lang="zh-CN" altLang="en-US">
                    <a:noFill/>
                  </a:rPr>
                  <a:t> </a:t>
                </a:r>
              </a:p>
            </p:txBody>
          </p:sp>
        </mc:Fallback>
      </mc:AlternateContent>
      <p:grpSp>
        <p:nvGrpSpPr>
          <p:cNvPr id="8" name="组合 7">
            <a:extLst>
              <a:ext uri="{FF2B5EF4-FFF2-40B4-BE49-F238E27FC236}">
                <a16:creationId xmlns:a16="http://schemas.microsoft.com/office/drawing/2014/main" id="{FE3DD531-85BD-4AA5-7214-93ED79D4A448}"/>
              </a:ext>
            </a:extLst>
          </p:cNvPr>
          <p:cNvGrpSpPr/>
          <p:nvPr/>
        </p:nvGrpSpPr>
        <p:grpSpPr>
          <a:xfrm>
            <a:off x="5675866" y="3549261"/>
            <a:ext cx="4567524" cy="2135102"/>
            <a:chOff x="4147434" y="4500304"/>
            <a:chExt cx="5101370" cy="2221171"/>
          </a:xfrm>
        </p:grpSpPr>
        <p:grpSp>
          <p:nvGrpSpPr>
            <p:cNvPr id="10" name="组合 9">
              <a:extLst>
                <a:ext uri="{FF2B5EF4-FFF2-40B4-BE49-F238E27FC236}">
                  <a16:creationId xmlns:a16="http://schemas.microsoft.com/office/drawing/2014/main" id="{9A94302F-F47C-AF58-437F-E71770FC4C63}"/>
                </a:ext>
              </a:extLst>
            </p:cNvPr>
            <p:cNvGrpSpPr/>
            <p:nvPr/>
          </p:nvGrpSpPr>
          <p:grpSpPr>
            <a:xfrm>
              <a:off x="4147434" y="4500304"/>
              <a:ext cx="4201209" cy="2221171"/>
              <a:chOff x="6096000" y="3691414"/>
              <a:chExt cx="4201209" cy="2221171"/>
            </a:xfrm>
          </p:grpSpPr>
          <p:grpSp>
            <p:nvGrpSpPr>
              <p:cNvPr id="14" name="组合 13">
                <a:extLst>
                  <a:ext uri="{FF2B5EF4-FFF2-40B4-BE49-F238E27FC236}">
                    <a16:creationId xmlns:a16="http://schemas.microsoft.com/office/drawing/2014/main" id="{7A126D4B-1697-1CC1-DB38-376BC3200546}"/>
                  </a:ext>
                </a:extLst>
              </p:cNvPr>
              <p:cNvGrpSpPr/>
              <p:nvPr/>
            </p:nvGrpSpPr>
            <p:grpSpPr>
              <a:xfrm>
                <a:off x="6096000" y="3777630"/>
                <a:ext cx="4201209" cy="2134955"/>
                <a:chOff x="4856085" y="3608955"/>
                <a:chExt cx="4201209" cy="2134955"/>
              </a:xfrm>
            </p:grpSpPr>
            <p:sp>
              <p:nvSpPr>
                <p:cNvPr id="19" name="椭圆 18">
                  <a:extLst>
                    <a:ext uri="{FF2B5EF4-FFF2-40B4-BE49-F238E27FC236}">
                      <a16:creationId xmlns:a16="http://schemas.microsoft.com/office/drawing/2014/main" id="{91347706-E53F-181A-E929-94F200095ED0}"/>
                    </a:ext>
                  </a:extLst>
                </p:cNvPr>
                <p:cNvSpPr/>
                <p:nvPr/>
              </p:nvSpPr>
              <p:spPr>
                <a:xfrm>
                  <a:off x="5605558" y="4467748"/>
                  <a:ext cx="683580" cy="674703"/>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350" dirty="0">
                      <a:solidFill>
                        <a:schemeClr val="tx1"/>
                      </a:solidFill>
                    </a:rPr>
                    <a:t>S0</a:t>
                  </a:r>
                  <a:endParaRPr lang="zh-CN" altLang="en-US" sz="1350" dirty="0">
                    <a:solidFill>
                      <a:schemeClr val="tx1"/>
                    </a:solidFill>
                  </a:endParaRPr>
                </a:p>
              </p:txBody>
            </p:sp>
            <p:sp>
              <p:nvSpPr>
                <p:cNvPr id="20" name="椭圆 19">
                  <a:extLst>
                    <a:ext uri="{FF2B5EF4-FFF2-40B4-BE49-F238E27FC236}">
                      <a16:creationId xmlns:a16="http://schemas.microsoft.com/office/drawing/2014/main" id="{4999EDA0-E700-1C78-9D1F-8B8BBBB90B1D}"/>
                    </a:ext>
                  </a:extLst>
                </p:cNvPr>
                <p:cNvSpPr/>
                <p:nvPr/>
              </p:nvSpPr>
              <p:spPr>
                <a:xfrm>
                  <a:off x="6773662" y="3608956"/>
                  <a:ext cx="683580" cy="674703"/>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350" dirty="0">
                      <a:solidFill>
                        <a:schemeClr val="tx1"/>
                      </a:solidFill>
                    </a:rPr>
                    <a:t>S1</a:t>
                  </a:r>
                  <a:endParaRPr lang="zh-CN" altLang="en-US" sz="1350" dirty="0">
                    <a:solidFill>
                      <a:schemeClr val="tx1"/>
                    </a:solidFill>
                  </a:endParaRPr>
                </a:p>
              </p:txBody>
            </p:sp>
            <p:sp>
              <p:nvSpPr>
                <p:cNvPr id="21" name="椭圆 20">
                  <a:extLst>
                    <a:ext uri="{FF2B5EF4-FFF2-40B4-BE49-F238E27FC236}">
                      <a16:creationId xmlns:a16="http://schemas.microsoft.com/office/drawing/2014/main" id="{B3B56511-2AD1-B1F7-41C7-3E91A1B7FCBD}"/>
                    </a:ext>
                  </a:extLst>
                </p:cNvPr>
                <p:cNvSpPr/>
                <p:nvPr/>
              </p:nvSpPr>
              <p:spPr>
                <a:xfrm>
                  <a:off x="6773662" y="5025930"/>
                  <a:ext cx="683580" cy="674703"/>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350" dirty="0">
                      <a:solidFill>
                        <a:schemeClr val="tx1"/>
                      </a:solidFill>
                    </a:rPr>
                    <a:t>S3</a:t>
                  </a:r>
                  <a:endParaRPr lang="zh-CN" altLang="en-US" sz="1350" dirty="0">
                    <a:solidFill>
                      <a:schemeClr val="tx1"/>
                    </a:solidFill>
                  </a:endParaRPr>
                </a:p>
              </p:txBody>
            </p:sp>
            <p:sp>
              <p:nvSpPr>
                <p:cNvPr id="22" name="椭圆 21">
                  <a:extLst>
                    <a:ext uri="{FF2B5EF4-FFF2-40B4-BE49-F238E27FC236}">
                      <a16:creationId xmlns:a16="http://schemas.microsoft.com/office/drawing/2014/main" id="{3664D638-F0AD-D17B-22A6-9BF748B14F8E}"/>
                    </a:ext>
                  </a:extLst>
                </p:cNvPr>
                <p:cNvSpPr/>
                <p:nvPr/>
              </p:nvSpPr>
              <p:spPr>
                <a:xfrm>
                  <a:off x="8283556" y="3608955"/>
                  <a:ext cx="683580" cy="674703"/>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350" dirty="0">
                      <a:solidFill>
                        <a:schemeClr val="tx1"/>
                      </a:solidFill>
                    </a:rPr>
                    <a:t>S2</a:t>
                  </a:r>
                  <a:endParaRPr lang="zh-CN" altLang="en-US" sz="1350" dirty="0">
                    <a:solidFill>
                      <a:schemeClr val="tx1"/>
                    </a:solidFill>
                  </a:endParaRPr>
                </a:p>
              </p:txBody>
            </p:sp>
            <p:grpSp>
              <p:nvGrpSpPr>
                <p:cNvPr id="23" name="组合 22">
                  <a:extLst>
                    <a:ext uri="{FF2B5EF4-FFF2-40B4-BE49-F238E27FC236}">
                      <a16:creationId xmlns:a16="http://schemas.microsoft.com/office/drawing/2014/main" id="{13F48A81-1688-1640-23B1-A4FB329F5117}"/>
                    </a:ext>
                  </a:extLst>
                </p:cNvPr>
                <p:cNvGrpSpPr/>
                <p:nvPr/>
              </p:nvGrpSpPr>
              <p:grpSpPr>
                <a:xfrm>
                  <a:off x="8303432" y="4982652"/>
                  <a:ext cx="753862" cy="761258"/>
                  <a:chOff x="8250165" y="4982652"/>
                  <a:chExt cx="753862" cy="761258"/>
                </a:xfrm>
              </p:grpSpPr>
              <p:sp>
                <p:nvSpPr>
                  <p:cNvPr id="29" name="椭圆 28">
                    <a:extLst>
                      <a:ext uri="{FF2B5EF4-FFF2-40B4-BE49-F238E27FC236}">
                        <a16:creationId xmlns:a16="http://schemas.microsoft.com/office/drawing/2014/main" id="{52E84639-3145-B951-B4C0-4B3446A825F8}"/>
                      </a:ext>
                    </a:extLst>
                  </p:cNvPr>
                  <p:cNvSpPr/>
                  <p:nvPr/>
                </p:nvSpPr>
                <p:spPr>
                  <a:xfrm>
                    <a:off x="8250165" y="4982652"/>
                    <a:ext cx="753862" cy="761258"/>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schemeClr val="tx1"/>
                      </a:solidFill>
                    </a:endParaRPr>
                  </a:p>
                </p:txBody>
              </p:sp>
              <p:sp>
                <p:nvSpPr>
                  <p:cNvPr id="30" name="椭圆 29">
                    <a:extLst>
                      <a:ext uri="{FF2B5EF4-FFF2-40B4-BE49-F238E27FC236}">
                        <a16:creationId xmlns:a16="http://schemas.microsoft.com/office/drawing/2014/main" id="{C1A7BB36-358F-5434-A583-9C8F761E8946}"/>
                      </a:ext>
                    </a:extLst>
                  </p:cNvPr>
                  <p:cNvSpPr/>
                  <p:nvPr/>
                </p:nvSpPr>
                <p:spPr>
                  <a:xfrm>
                    <a:off x="8283556" y="5025930"/>
                    <a:ext cx="683580" cy="674703"/>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350" dirty="0">
                        <a:solidFill>
                          <a:schemeClr val="tx1"/>
                        </a:solidFill>
                      </a:rPr>
                      <a:t>S4</a:t>
                    </a:r>
                    <a:endParaRPr lang="zh-CN" altLang="en-US" sz="1350" dirty="0">
                      <a:solidFill>
                        <a:schemeClr val="tx1"/>
                      </a:solidFill>
                    </a:endParaRPr>
                  </a:p>
                </p:txBody>
              </p:sp>
            </p:grpSp>
            <p:cxnSp>
              <p:nvCxnSpPr>
                <p:cNvPr id="24" name="直接箭头连接符 23">
                  <a:extLst>
                    <a:ext uri="{FF2B5EF4-FFF2-40B4-BE49-F238E27FC236}">
                      <a16:creationId xmlns:a16="http://schemas.microsoft.com/office/drawing/2014/main" id="{5E1322EA-0A04-A550-8F20-C7105123E2D2}"/>
                    </a:ext>
                  </a:extLst>
                </p:cNvPr>
                <p:cNvCxnSpPr>
                  <a:stCxn id="19" idx="7"/>
                  <a:endCxn id="20" idx="3"/>
                </p:cNvCxnSpPr>
                <p:nvPr/>
              </p:nvCxnSpPr>
              <p:spPr>
                <a:xfrm flipV="1">
                  <a:off x="6189030" y="4184851"/>
                  <a:ext cx="684740" cy="38170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829CB36B-70F9-7811-8E1F-824223D0A628}"/>
                    </a:ext>
                  </a:extLst>
                </p:cNvPr>
                <p:cNvCxnSpPr>
                  <a:stCxn id="19" idx="5"/>
                  <a:endCxn id="21" idx="2"/>
                </p:cNvCxnSpPr>
                <p:nvPr/>
              </p:nvCxnSpPr>
              <p:spPr>
                <a:xfrm>
                  <a:off x="6189030" y="5043643"/>
                  <a:ext cx="584632" cy="31963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a:extLst>
                    <a:ext uri="{FF2B5EF4-FFF2-40B4-BE49-F238E27FC236}">
                      <a16:creationId xmlns:a16="http://schemas.microsoft.com/office/drawing/2014/main" id="{EFFD386E-4358-EB0C-37AE-ADFD34B3BB38}"/>
                    </a:ext>
                  </a:extLst>
                </p:cNvPr>
                <p:cNvCxnSpPr>
                  <a:stCxn id="20" idx="6"/>
                  <a:endCxn id="22" idx="2"/>
                </p:cNvCxnSpPr>
                <p:nvPr/>
              </p:nvCxnSpPr>
              <p:spPr>
                <a:xfrm flipV="1">
                  <a:off x="7457242" y="3946307"/>
                  <a:ext cx="826314"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EECEE908-4B75-A92A-5324-58946A6CDC3F}"/>
                    </a:ext>
                  </a:extLst>
                </p:cNvPr>
                <p:cNvCxnSpPr>
                  <a:cxnSpLocks/>
                  <a:stCxn id="21" idx="6"/>
                  <a:endCxn id="29" idx="2"/>
                </p:cNvCxnSpPr>
                <p:nvPr/>
              </p:nvCxnSpPr>
              <p:spPr>
                <a:xfrm flipV="1">
                  <a:off x="7457242" y="5363281"/>
                  <a:ext cx="846190"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id="{69C06F70-3890-C2A2-9AC3-F9333006520D}"/>
                    </a:ext>
                  </a:extLst>
                </p:cNvPr>
                <p:cNvCxnSpPr>
                  <a:cxnSpLocks/>
                  <a:endCxn id="19" idx="2"/>
                </p:cNvCxnSpPr>
                <p:nvPr/>
              </p:nvCxnSpPr>
              <p:spPr>
                <a:xfrm>
                  <a:off x="4856085" y="4805100"/>
                  <a:ext cx="74947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5" name="文本框 14">
                <a:extLst>
                  <a:ext uri="{FF2B5EF4-FFF2-40B4-BE49-F238E27FC236}">
                    <a16:creationId xmlns:a16="http://schemas.microsoft.com/office/drawing/2014/main" id="{B4EFC0A3-30D5-7B99-07D2-5FBFF0535A16}"/>
                  </a:ext>
                </a:extLst>
              </p:cNvPr>
              <p:cNvSpPr txBox="1"/>
              <p:nvPr/>
            </p:nvSpPr>
            <p:spPr>
              <a:xfrm>
                <a:off x="7524151" y="4114981"/>
                <a:ext cx="302929" cy="312179"/>
              </a:xfrm>
              <a:prstGeom prst="rect">
                <a:avLst/>
              </a:prstGeom>
              <a:noFill/>
            </p:spPr>
            <p:txBody>
              <a:bodyPr wrap="none" rtlCol="0">
                <a:spAutoFit/>
              </a:bodyPr>
              <a:lstStyle/>
              <a:p>
                <a:r>
                  <a:rPr lang="en-US" altLang="zh-CN" sz="1350" dirty="0"/>
                  <a:t>a</a:t>
                </a:r>
                <a:endParaRPr lang="zh-CN" altLang="en-US" sz="1350" dirty="0"/>
              </a:p>
            </p:txBody>
          </p:sp>
          <p:sp>
            <p:nvSpPr>
              <p:cNvPr id="16" name="文本框 15">
                <a:extLst>
                  <a:ext uri="{FF2B5EF4-FFF2-40B4-BE49-F238E27FC236}">
                    <a16:creationId xmlns:a16="http://schemas.microsoft.com/office/drawing/2014/main" id="{831AF40E-3882-EE50-98F2-6ECA0A77ABB0}"/>
                  </a:ext>
                </a:extLst>
              </p:cNvPr>
              <p:cNvSpPr txBox="1"/>
              <p:nvPr/>
            </p:nvSpPr>
            <p:spPr>
              <a:xfrm>
                <a:off x="8962677" y="3691414"/>
                <a:ext cx="317252" cy="312179"/>
              </a:xfrm>
              <a:prstGeom prst="rect">
                <a:avLst/>
              </a:prstGeom>
              <a:noFill/>
            </p:spPr>
            <p:txBody>
              <a:bodyPr wrap="none" rtlCol="0">
                <a:spAutoFit/>
              </a:bodyPr>
              <a:lstStyle/>
              <a:p>
                <a:r>
                  <a:rPr lang="en-US" altLang="zh-CN" sz="1350" dirty="0"/>
                  <a:t>b</a:t>
                </a:r>
                <a:endParaRPr lang="zh-CN" altLang="en-US" sz="1350" dirty="0"/>
              </a:p>
            </p:txBody>
          </p:sp>
          <p:sp>
            <p:nvSpPr>
              <p:cNvPr id="17" name="文本框 16">
                <a:extLst>
                  <a:ext uri="{FF2B5EF4-FFF2-40B4-BE49-F238E27FC236}">
                    <a16:creationId xmlns:a16="http://schemas.microsoft.com/office/drawing/2014/main" id="{B53F2DEF-DF3E-4279-C364-DEBC5D60CCCC}"/>
                  </a:ext>
                </a:extLst>
              </p:cNvPr>
              <p:cNvSpPr txBox="1"/>
              <p:nvPr/>
            </p:nvSpPr>
            <p:spPr>
              <a:xfrm>
                <a:off x="7601691" y="5035916"/>
                <a:ext cx="306495" cy="312179"/>
              </a:xfrm>
              <a:prstGeom prst="rect">
                <a:avLst/>
              </a:prstGeom>
              <a:noFill/>
            </p:spPr>
            <p:txBody>
              <a:bodyPr wrap="square" rtlCol="0">
                <a:spAutoFit/>
              </a:bodyPr>
              <a:lstStyle/>
              <a:p>
                <a:r>
                  <a:rPr lang="en-US" altLang="zh-CN" sz="1350" dirty="0"/>
                  <a:t>b</a:t>
                </a:r>
                <a:endParaRPr lang="zh-CN" altLang="en-US" sz="1350" dirty="0"/>
              </a:p>
            </p:txBody>
          </p:sp>
          <p:sp>
            <p:nvSpPr>
              <p:cNvPr id="18" name="文本框 17">
                <a:extLst>
                  <a:ext uri="{FF2B5EF4-FFF2-40B4-BE49-F238E27FC236}">
                    <a16:creationId xmlns:a16="http://schemas.microsoft.com/office/drawing/2014/main" id="{65E5DC9B-4A05-45FF-1A78-0ADA53ED9149}"/>
                  </a:ext>
                </a:extLst>
              </p:cNvPr>
              <p:cNvSpPr txBox="1"/>
              <p:nvPr/>
            </p:nvSpPr>
            <p:spPr>
              <a:xfrm>
                <a:off x="8948822" y="5151328"/>
                <a:ext cx="306495" cy="312179"/>
              </a:xfrm>
              <a:prstGeom prst="rect">
                <a:avLst/>
              </a:prstGeom>
              <a:noFill/>
            </p:spPr>
            <p:txBody>
              <a:bodyPr wrap="square" rtlCol="0">
                <a:spAutoFit/>
              </a:bodyPr>
              <a:lstStyle/>
              <a:p>
                <a:r>
                  <a:rPr lang="en-US" altLang="zh-CN" sz="1350" dirty="0"/>
                  <a:t>b</a:t>
                </a:r>
                <a:endParaRPr lang="zh-CN" altLang="en-US" sz="1350" dirty="0"/>
              </a:p>
            </p:txBody>
          </p:sp>
        </p:grpSp>
        <p:cxnSp>
          <p:nvCxnSpPr>
            <p:cNvPr id="12" name="连接符: 曲线 11">
              <a:extLst>
                <a:ext uri="{FF2B5EF4-FFF2-40B4-BE49-F238E27FC236}">
                  <a16:creationId xmlns:a16="http://schemas.microsoft.com/office/drawing/2014/main" id="{499AB3F3-308A-7F8F-9130-4418CCDE5F7A}"/>
                </a:ext>
              </a:extLst>
            </p:cNvPr>
            <p:cNvCxnSpPr>
              <a:stCxn id="22" idx="5"/>
              <a:endCxn id="22" idx="7"/>
            </p:cNvCxnSpPr>
            <p:nvPr/>
          </p:nvCxnSpPr>
          <p:spPr>
            <a:xfrm rot="5400000" flipH="1">
              <a:off x="7919833" y="4923872"/>
              <a:ext cx="477087" cy="12700"/>
            </a:xfrm>
            <a:prstGeom prst="curvedConnector5">
              <a:avLst>
                <a:gd name="adj1" fmla="val -47916"/>
                <a:gd name="adj2" fmla="val -5590402"/>
                <a:gd name="adj3" fmla="val 147916"/>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AB116957-4388-74B7-5A1D-EBFC276D9C76}"/>
                </a:ext>
              </a:extLst>
            </p:cNvPr>
            <p:cNvSpPr txBox="1"/>
            <p:nvPr/>
          </p:nvSpPr>
          <p:spPr>
            <a:xfrm>
              <a:off x="8931552" y="4768705"/>
              <a:ext cx="317252" cy="312179"/>
            </a:xfrm>
            <a:prstGeom prst="rect">
              <a:avLst/>
            </a:prstGeom>
            <a:noFill/>
          </p:spPr>
          <p:txBody>
            <a:bodyPr wrap="none" rtlCol="0">
              <a:spAutoFit/>
            </a:bodyPr>
            <a:lstStyle/>
            <a:p>
              <a:r>
                <a:rPr lang="en-US" altLang="zh-CN" sz="1350" dirty="0"/>
                <a:t>b</a:t>
              </a:r>
              <a:endParaRPr lang="zh-CN" altLang="en-US" sz="1350" dirty="0"/>
            </a:p>
          </p:txBody>
        </p:sp>
      </p:grpSp>
      <p:sp>
        <p:nvSpPr>
          <p:cNvPr id="31" name="文本框 30">
            <a:extLst>
              <a:ext uri="{FF2B5EF4-FFF2-40B4-BE49-F238E27FC236}">
                <a16:creationId xmlns:a16="http://schemas.microsoft.com/office/drawing/2014/main" id="{AFFB699F-F30A-95B6-6B4E-6DF1EBFCDE13}"/>
              </a:ext>
            </a:extLst>
          </p:cNvPr>
          <p:cNvSpPr txBox="1"/>
          <p:nvPr/>
        </p:nvSpPr>
        <p:spPr>
          <a:xfrm>
            <a:off x="2420528" y="3371440"/>
            <a:ext cx="264816" cy="300082"/>
          </a:xfrm>
          <a:prstGeom prst="rect">
            <a:avLst/>
          </a:prstGeom>
          <a:noFill/>
        </p:spPr>
        <p:txBody>
          <a:bodyPr wrap="none" rtlCol="0">
            <a:spAutoFit/>
          </a:bodyPr>
          <a:lstStyle/>
          <a:p>
            <a:r>
              <a:rPr lang="zh-CN" altLang="en-US" sz="1350" dirty="0">
                <a:sym typeface="Symbol" panose="05050102010706020507" pitchFamily="18" charset="2"/>
              </a:rPr>
              <a:t></a:t>
            </a:r>
            <a:endParaRPr lang="zh-CN" altLang="en-US" sz="1350" dirty="0"/>
          </a:p>
        </p:txBody>
      </p:sp>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8CD63F1C-A0CE-506A-048D-BCF3F7C077FD}"/>
                  </a:ext>
                </a:extLst>
              </p:cNvPr>
              <p:cNvSpPr txBox="1"/>
              <p:nvPr/>
            </p:nvSpPr>
            <p:spPr>
              <a:xfrm>
                <a:off x="2702451" y="3371440"/>
                <a:ext cx="2886819" cy="3139321"/>
              </a:xfrm>
              <a:prstGeom prst="rect">
                <a:avLst/>
              </a:prstGeom>
              <a:noFill/>
            </p:spPr>
            <p:txBody>
              <a:bodyPr wrap="square" rtlCol="0">
                <a:spAutoFit/>
              </a:bodyPr>
              <a:lstStyle/>
              <a:p>
                <a:r>
                  <a:rPr lang="zh-CN" altLang="en-US" dirty="0">
                    <a:latin typeface="Times New Roman" panose="02020603050405020304" pitchFamily="18" charset="0"/>
                    <a:cs typeface="Times New Roman" panose="02020603050405020304" pitchFamily="18" charset="0"/>
                  </a:rPr>
                  <a:t>对于右图的模型来说，假设该系统中有一个变量为</a:t>
                </a:r>
                <a:r>
                  <a:rPr lang="en-US" altLang="zh-CN" dirty="0">
                    <a:latin typeface="Times New Roman" panose="02020603050405020304" pitchFamily="18" charset="0"/>
                    <a:cs typeface="Times New Roman" panose="02020603050405020304" pitchFamily="18" charset="0"/>
                  </a:rPr>
                  <a:t>x</a:t>
                </a:r>
                <a:r>
                  <a:rPr lang="zh-CN" altLang="en-US" dirty="0">
                    <a:latin typeface="Times New Roman" panose="02020603050405020304" pitchFamily="18" charset="0"/>
                    <a:cs typeface="Times New Roman" panose="02020603050405020304" pitchFamily="18" charset="0"/>
                  </a:rPr>
                  <a:t>，定义一个</a:t>
                </a:r>
                <a:r>
                  <a:rPr lang="en-US" altLang="zh-CN" dirty="0">
                    <a:latin typeface="Times New Roman" panose="02020603050405020304" pitchFamily="18" charset="0"/>
                    <a:cs typeface="Times New Roman" panose="02020603050405020304" pitchFamily="18" charset="0"/>
                  </a:rPr>
                  <a:t>LTL</a:t>
                </a:r>
                <a:r>
                  <a:rPr lang="zh-CN" altLang="en-US" dirty="0">
                    <a:latin typeface="Times New Roman" panose="02020603050405020304" pitchFamily="18" charset="0"/>
                    <a:cs typeface="Times New Roman" panose="02020603050405020304" pitchFamily="18" charset="0"/>
                  </a:rPr>
                  <a:t>公式</a:t>
                </a:r>
                <a14:m>
                  <m:oMath xmlns:m="http://schemas.openxmlformats.org/officeDocument/2006/math">
                    <m:r>
                      <a:rPr lang="zh-CN" altLang="en-US" i="1">
                        <a:latin typeface="Cambria Math" panose="02040503050406030204" pitchFamily="18" charset="0"/>
                        <a:cs typeface="Times New Roman" panose="02020603050405020304" pitchFamily="18" charset="0"/>
                      </a:rPr>
                      <m:t>𝜙</m:t>
                    </m:r>
                    <m:r>
                      <a:rPr lang="en-US" altLang="zh-CN" i="1">
                        <a:latin typeface="Cambria Math" panose="02040503050406030204" pitchFamily="18" charset="0"/>
                        <a:cs typeface="Times New Roman" panose="02020603050405020304" pitchFamily="18" charset="0"/>
                      </a:rPr>
                      <m:t>=</m:t>
                    </m:r>
                  </m:oMath>
                </a14:m>
                <a:r>
                  <a:rPr lang="en-US" altLang="zh-CN" dirty="0">
                    <a:latin typeface="Times New Roman" panose="02020603050405020304" pitchFamily="18" charset="0"/>
                    <a:cs typeface="Times New Roman" panose="02020603050405020304" pitchFamily="18" charset="0"/>
                  </a:rPr>
                  <a:t>G(x&gt;0)</a:t>
                </a:r>
                <a:r>
                  <a:rPr lang="zh-CN" altLang="en-US"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r>
                  <a:rPr lang="zh-CN" altLang="en-US" dirty="0">
                    <a:latin typeface="Times New Roman" panose="02020603050405020304" pitchFamily="18" charset="0"/>
                    <a:cs typeface="Times New Roman" panose="02020603050405020304" pitchFamily="18" charset="0"/>
                  </a:rPr>
                  <a:t>该公式的意思为：从选定的状态出发的每条路上的每个状态都要满足</a:t>
                </a:r>
                <a:r>
                  <a:rPr lang="en-US" altLang="zh-CN" dirty="0">
                    <a:latin typeface="Times New Roman" panose="02020603050405020304" pitchFamily="18" charset="0"/>
                    <a:cs typeface="Times New Roman" panose="02020603050405020304" pitchFamily="18" charset="0"/>
                  </a:rPr>
                  <a:t>x&gt;0</a:t>
                </a:r>
                <a:r>
                  <a:rPr lang="zh-CN" altLang="en-US"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r>
                  <a:rPr lang="zh-CN" altLang="en-US" dirty="0">
                    <a:latin typeface="Times New Roman" panose="02020603050405020304" pitchFamily="18" charset="0"/>
                    <a:cs typeface="Times New Roman" panose="02020603050405020304" pitchFamily="18" charset="0"/>
                  </a:rPr>
                  <a:t>那么假设从</a:t>
                </a:r>
                <a:r>
                  <a:rPr lang="en-US" altLang="zh-CN" dirty="0">
                    <a:latin typeface="Times New Roman" panose="02020603050405020304" pitchFamily="18" charset="0"/>
                    <a:cs typeface="Times New Roman" panose="02020603050405020304" pitchFamily="18" charset="0"/>
                  </a:rPr>
                  <a:t>S0</a:t>
                </a:r>
                <a:r>
                  <a:rPr lang="zh-CN" altLang="en-US" dirty="0">
                    <a:latin typeface="Times New Roman" panose="02020603050405020304" pitchFamily="18" charset="0"/>
                    <a:cs typeface="Times New Roman" panose="02020603050405020304" pitchFamily="18" charset="0"/>
                  </a:rPr>
                  <a:t>出发，且该系统中每个状态都满足</a:t>
                </a:r>
                <a:r>
                  <a:rPr lang="en-US" altLang="zh-CN" dirty="0">
                    <a:latin typeface="Times New Roman" panose="02020603050405020304" pitchFamily="18" charset="0"/>
                    <a:cs typeface="Times New Roman" panose="02020603050405020304" pitchFamily="18" charset="0"/>
                  </a:rPr>
                  <a:t>x&gt;0</a:t>
                </a:r>
                <a:r>
                  <a:rPr lang="zh-CN" altLang="en-US" dirty="0">
                    <a:latin typeface="Times New Roman" panose="02020603050405020304" pitchFamily="18" charset="0"/>
                    <a:cs typeface="Times New Roman" panose="02020603050405020304" pitchFamily="18" charset="0"/>
                  </a:rPr>
                  <a:t>的话，就有</a:t>
                </a:r>
                <a14:m>
                  <m:oMath xmlns:m="http://schemas.openxmlformats.org/officeDocument/2006/math">
                    <m:r>
                      <m:rPr>
                        <m:sty m:val="p"/>
                      </m:rPr>
                      <a:rPr lang="en-US" altLang="zh-CN" i="1">
                        <a:latin typeface="Cambria Math" panose="02040503050406030204" pitchFamily="18" charset="0"/>
                        <a:cs typeface="Times New Roman" panose="02020603050405020304" pitchFamily="18" charset="0"/>
                      </a:rPr>
                      <m:t>s</m:t>
                    </m:r>
                    <m:r>
                      <a:rPr lang="zh-CN" altLang="en-US" i="1">
                        <a:latin typeface="Cambria Math" panose="02040503050406030204" pitchFamily="18" charset="0"/>
                        <a:cs typeface="Times New Roman" panose="02020603050405020304" pitchFamily="18" charset="0"/>
                      </a:rPr>
                      <m:t>⊨</m:t>
                    </m:r>
                    <m:r>
                      <a:rPr lang="zh-CN" altLang="en-US" i="1">
                        <a:latin typeface="Cambria Math" panose="02040503050406030204" pitchFamily="18" charset="0"/>
                        <a:cs typeface="Times New Roman" panose="02020603050405020304" pitchFamily="18" charset="0"/>
                      </a:rPr>
                      <m:t>𝜙</m:t>
                    </m:r>
                  </m:oMath>
                </a14:m>
                <a:r>
                  <a:rPr lang="zh-CN" altLang="en-US" dirty="0">
                    <a:latin typeface="Times New Roman" panose="02020603050405020304" pitchFamily="18" charset="0"/>
                    <a:cs typeface="Times New Roman" panose="02020603050405020304" pitchFamily="18" charset="0"/>
                  </a:rPr>
                  <a:t>，也即状态满足性质。</a:t>
                </a:r>
                <a:endParaRPr lang="en-US" altLang="zh-CN" dirty="0">
                  <a:latin typeface="Times New Roman" panose="02020603050405020304" pitchFamily="18" charset="0"/>
                  <a:cs typeface="Times New Roman" panose="02020603050405020304" pitchFamily="18" charset="0"/>
                </a:endParaRPr>
              </a:p>
            </p:txBody>
          </p:sp>
        </mc:Choice>
        <mc:Fallback xmlns="">
          <p:sp>
            <p:nvSpPr>
              <p:cNvPr id="32" name="文本框 31">
                <a:extLst>
                  <a:ext uri="{FF2B5EF4-FFF2-40B4-BE49-F238E27FC236}">
                    <a16:creationId xmlns:a16="http://schemas.microsoft.com/office/drawing/2014/main" id="{8CD63F1C-A0CE-506A-048D-BCF3F7C077FD}"/>
                  </a:ext>
                </a:extLst>
              </p:cNvPr>
              <p:cNvSpPr txBox="1">
                <a:spLocks noRot="1" noChangeAspect="1" noMove="1" noResize="1" noEditPoints="1" noAdjustHandles="1" noChangeArrowheads="1" noChangeShapeType="1" noTextEdit="1"/>
              </p:cNvSpPr>
              <p:nvPr/>
            </p:nvSpPr>
            <p:spPr>
              <a:xfrm>
                <a:off x="2702451" y="3371440"/>
                <a:ext cx="2886819" cy="3139321"/>
              </a:xfrm>
              <a:prstGeom prst="rect">
                <a:avLst/>
              </a:prstGeom>
              <a:blipFill>
                <a:blip r:embed="rId4"/>
                <a:stretch>
                  <a:fillRect l="-1688" t="-971" r="-7173" b="-2136"/>
                </a:stretch>
              </a:blipFill>
            </p:spPr>
            <p:txBody>
              <a:bodyPr/>
              <a:lstStyle/>
              <a:p>
                <a:r>
                  <a:rPr lang="zh-CN" altLang="en-US">
                    <a:noFill/>
                  </a:rPr>
                  <a:t> </a:t>
                </a:r>
              </a:p>
            </p:txBody>
          </p:sp>
        </mc:Fallback>
      </mc:AlternateContent>
      <p:sp>
        <p:nvSpPr>
          <p:cNvPr id="34" name="灯片编号占位符 33">
            <a:extLst>
              <a:ext uri="{FF2B5EF4-FFF2-40B4-BE49-F238E27FC236}">
                <a16:creationId xmlns:a16="http://schemas.microsoft.com/office/drawing/2014/main" id="{C092C6DC-26C6-6498-8EE5-C9673BBC7110}"/>
              </a:ext>
            </a:extLst>
          </p:cNvPr>
          <p:cNvSpPr>
            <a:spLocks noGrp="1"/>
          </p:cNvSpPr>
          <p:nvPr>
            <p:ph type="sldNum" sz="quarter" idx="12"/>
          </p:nvPr>
        </p:nvSpPr>
        <p:spPr>
          <a:xfrm>
            <a:off x="10134600" y="6356351"/>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65CE74E-AB26-4998-AD42-012C4C1AD076}" type="slidenum">
              <a:rPr lang="zh-CN" altLang="en-US" smtClean="0"/>
              <a:pPr/>
              <a:t>15</a:t>
            </a:fld>
            <a:r>
              <a:rPr lang="en-US" altLang="zh-CN"/>
              <a:t>/24</a:t>
            </a:r>
            <a:endParaRPr lang="zh-CN" altLang="en-US" dirty="0"/>
          </a:p>
        </p:txBody>
      </p:sp>
    </p:spTree>
    <p:extLst>
      <p:ext uri="{BB962C8B-B14F-4D97-AF65-F5344CB8AC3E}">
        <p14:creationId xmlns:p14="http://schemas.microsoft.com/office/powerpoint/2010/main" val="14326592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4AF497-893F-43A9-8B04-A65515FCE926}"/>
              </a:ext>
            </a:extLst>
          </p:cNvPr>
          <p:cNvSpPr>
            <a:spLocks noGrp="1"/>
          </p:cNvSpPr>
          <p:nvPr>
            <p:ph type="title"/>
          </p:nvPr>
        </p:nvSpPr>
        <p:spPr/>
        <p:txBody>
          <a:bodyPr/>
          <a:lstStyle/>
          <a:p>
            <a:r>
              <a:rPr lang="zh-CN" altLang="en-US" dirty="0"/>
              <a:t>模型检查的诞生（</a:t>
            </a:r>
            <a:r>
              <a:rPr lang="en-US" altLang="zh-CN"/>
              <a:t>1987</a:t>
            </a:r>
            <a:r>
              <a:rPr lang="zh-CN" altLang="en-US"/>
              <a:t>）</a:t>
            </a:r>
            <a:endParaRPr lang="en-US" dirty="0"/>
          </a:p>
        </p:txBody>
      </p:sp>
      <p:sp>
        <p:nvSpPr>
          <p:cNvPr id="5" name="文本框 4">
            <a:extLst>
              <a:ext uri="{FF2B5EF4-FFF2-40B4-BE49-F238E27FC236}">
                <a16:creationId xmlns:a16="http://schemas.microsoft.com/office/drawing/2014/main" id="{38F83C42-5E87-47D5-9923-3C6A2A981C1C}"/>
              </a:ext>
            </a:extLst>
          </p:cNvPr>
          <p:cNvSpPr txBox="1"/>
          <p:nvPr/>
        </p:nvSpPr>
        <p:spPr>
          <a:xfrm>
            <a:off x="838200" y="5095534"/>
            <a:ext cx="1597297" cy="369332"/>
          </a:xfrm>
          <a:prstGeom prst="rect">
            <a:avLst/>
          </a:prstGeom>
          <a:noFill/>
        </p:spPr>
        <p:txBody>
          <a:bodyPr wrap="none" rtlCol="0">
            <a:spAutoFit/>
          </a:bodyPr>
          <a:lstStyle/>
          <a:p>
            <a:r>
              <a:rPr lang="en-US" altLang="zh-CN" dirty="0"/>
              <a:t>Edmund Clarke</a:t>
            </a:r>
            <a:endParaRPr lang="en-US" dirty="0"/>
          </a:p>
        </p:txBody>
      </p:sp>
      <p:pic>
        <p:nvPicPr>
          <p:cNvPr id="6" name="图片 5">
            <a:extLst>
              <a:ext uri="{FF2B5EF4-FFF2-40B4-BE49-F238E27FC236}">
                <a16:creationId xmlns:a16="http://schemas.microsoft.com/office/drawing/2014/main" id="{8286D5D0-0B83-441F-9B1F-92A0EC00DF28}"/>
              </a:ext>
            </a:extLst>
          </p:cNvPr>
          <p:cNvPicPr>
            <a:picLocks noChangeAspect="1"/>
          </p:cNvPicPr>
          <p:nvPr/>
        </p:nvPicPr>
        <p:blipFill>
          <a:blip r:embed="rId2"/>
          <a:stretch>
            <a:fillRect/>
          </a:stretch>
        </p:blipFill>
        <p:spPr>
          <a:xfrm>
            <a:off x="691915" y="2267797"/>
            <a:ext cx="2126236" cy="2549406"/>
          </a:xfrm>
          <a:prstGeom prst="rect">
            <a:avLst/>
          </a:prstGeom>
        </p:spPr>
      </p:pic>
      <p:pic>
        <p:nvPicPr>
          <p:cNvPr id="8" name="图片 7">
            <a:extLst>
              <a:ext uri="{FF2B5EF4-FFF2-40B4-BE49-F238E27FC236}">
                <a16:creationId xmlns:a16="http://schemas.microsoft.com/office/drawing/2014/main" id="{4C0B33A3-4BD9-45E3-B301-E65F48339247}"/>
              </a:ext>
            </a:extLst>
          </p:cNvPr>
          <p:cNvPicPr>
            <a:picLocks noChangeAspect="1"/>
          </p:cNvPicPr>
          <p:nvPr/>
        </p:nvPicPr>
        <p:blipFill>
          <a:blip r:embed="rId3"/>
          <a:stretch>
            <a:fillRect/>
          </a:stretch>
        </p:blipFill>
        <p:spPr>
          <a:xfrm>
            <a:off x="8030109" y="2267796"/>
            <a:ext cx="2949955" cy="2549404"/>
          </a:xfrm>
          <a:prstGeom prst="rect">
            <a:avLst/>
          </a:prstGeom>
        </p:spPr>
      </p:pic>
      <p:pic>
        <p:nvPicPr>
          <p:cNvPr id="10" name="图片 9">
            <a:extLst>
              <a:ext uri="{FF2B5EF4-FFF2-40B4-BE49-F238E27FC236}">
                <a16:creationId xmlns:a16="http://schemas.microsoft.com/office/drawing/2014/main" id="{6EA31C12-057F-481B-9DFB-D3215AA66D6B}"/>
              </a:ext>
            </a:extLst>
          </p:cNvPr>
          <p:cNvPicPr>
            <a:picLocks noChangeAspect="1"/>
          </p:cNvPicPr>
          <p:nvPr/>
        </p:nvPicPr>
        <p:blipFill>
          <a:blip r:embed="rId4"/>
          <a:stretch>
            <a:fillRect/>
          </a:stretch>
        </p:blipFill>
        <p:spPr>
          <a:xfrm>
            <a:off x="4266011" y="2267796"/>
            <a:ext cx="2667431" cy="2549405"/>
          </a:xfrm>
          <a:prstGeom prst="rect">
            <a:avLst/>
          </a:prstGeom>
        </p:spPr>
      </p:pic>
      <p:sp>
        <p:nvSpPr>
          <p:cNvPr id="11" name="文本框 10">
            <a:extLst>
              <a:ext uri="{FF2B5EF4-FFF2-40B4-BE49-F238E27FC236}">
                <a16:creationId xmlns:a16="http://schemas.microsoft.com/office/drawing/2014/main" id="{F6E11AC7-9769-4E09-86F1-E97D270B40FB}"/>
              </a:ext>
            </a:extLst>
          </p:cNvPr>
          <p:cNvSpPr txBox="1"/>
          <p:nvPr/>
        </p:nvSpPr>
        <p:spPr>
          <a:xfrm>
            <a:off x="4720703" y="5095534"/>
            <a:ext cx="1758045" cy="369332"/>
          </a:xfrm>
          <a:prstGeom prst="rect">
            <a:avLst/>
          </a:prstGeom>
          <a:noFill/>
        </p:spPr>
        <p:txBody>
          <a:bodyPr wrap="none" rtlCol="0">
            <a:spAutoFit/>
          </a:bodyPr>
          <a:lstStyle/>
          <a:p>
            <a:r>
              <a:rPr lang="en-US" altLang="zh-CN" dirty="0"/>
              <a:t>E. Allen Emerson</a:t>
            </a:r>
            <a:endParaRPr lang="en-US" dirty="0"/>
          </a:p>
        </p:txBody>
      </p:sp>
      <p:sp>
        <p:nvSpPr>
          <p:cNvPr id="12" name="文本框 11">
            <a:extLst>
              <a:ext uri="{FF2B5EF4-FFF2-40B4-BE49-F238E27FC236}">
                <a16:creationId xmlns:a16="http://schemas.microsoft.com/office/drawing/2014/main" id="{B5EE93A0-8B06-4A89-8715-FB21262F706F}"/>
              </a:ext>
            </a:extLst>
          </p:cNvPr>
          <p:cNvSpPr txBox="1"/>
          <p:nvPr/>
        </p:nvSpPr>
        <p:spPr>
          <a:xfrm>
            <a:off x="8772994" y="5095534"/>
            <a:ext cx="1464183" cy="369332"/>
          </a:xfrm>
          <a:prstGeom prst="rect">
            <a:avLst/>
          </a:prstGeom>
          <a:noFill/>
        </p:spPr>
        <p:txBody>
          <a:bodyPr wrap="none" rtlCol="0">
            <a:spAutoFit/>
          </a:bodyPr>
          <a:lstStyle/>
          <a:p>
            <a:r>
              <a:rPr lang="en-US" dirty="0"/>
              <a:t>Joseph Sifakis</a:t>
            </a:r>
          </a:p>
        </p:txBody>
      </p:sp>
      <p:sp>
        <p:nvSpPr>
          <p:cNvPr id="4" name="文本框 3">
            <a:extLst>
              <a:ext uri="{FF2B5EF4-FFF2-40B4-BE49-F238E27FC236}">
                <a16:creationId xmlns:a16="http://schemas.microsoft.com/office/drawing/2014/main" id="{5C2EEB39-8051-43D3-95A8-F9937AA6A831}"/>
              </a:ext>
            </a:extLst>
          </p:cNvPr>
          <p:cNvSpPr txBox="1"/>
          <p:nvPr/>
        </p:nvSpPr>
        <p:spPr>
          <a:xfrm>
            <a:off x="3881254" y="5908100"/>
            <a:ext cx="3890809" cy="584775"/>
          </a:xfrm>
          <a:prstGeom prst="rect">
            <a:avLst/>
          </a:prstGeom>
          <a:noFill/>
        </p:spPr>
        <p:txBody>
          <a:bodyPr wrap="none" rtlCol="0">
            <a:spAutoFit/>
          </a:bodyPr>
          <a:lstStyle/>
          <a:p>
            <a:r>
              <a:rPr lang="en-US" sz="3200" dirty="0"/>
              <a:t>2007</a:t>
            </a:r>
            <a:r>
              <a:rPr lang="zh-CN" altLang="en-US" sz="3200" dirty="0"/>
              <a:t>年图灵奖获得者</a:t>
            </a:r>
            <a:endParaRPr lang="en-US" sz="3200" dirty="0"/>
          </a:p>
        </p:txBody>
      </p:sp>
      <p:sp>
        <p:nvSpPr>
          <p:cNvPr id="13" name="文本框 12">
            <a:extLst>
              <a:ext uri="{FF2B5EF4-FFF2-40B4-BE49-F238E27FC236}">
                <a16:creationId xmlns:a16="http://schemas.microsoft.com/office/drawing/2014/main" id="{6D8F65D6-ED3A-4B24-B461-1C891B5864B2}"/>
              </a:ext>
            </a:extLst>
          </p:cNvPr>
          <p:cNvSpPr txBox="1"/>
          <p:nvPr/>
        </p:nvSpPr>
        <p:spPr>
          <a:xfrm>
            <a:off x="3394003" y="1645189"/>
            <a:ext cx="5157566" cy="369332"/>
          </a:xfrm>
          <a:prstGeom prst="rect">
            <a:avLst/>
          </a:prstGeom>
          <a:noFill/>
        </p:spPr>
        <p:txBody>
          <a:bodyPr wrap="none" rtlCol="0">
            <a:spAutoFit/>
          </a:bodyPr>
          <a:lstStyle/>
          <a:p>
            <a:r>
              <a:rPr lang="en-US" altLang="zh-CN" dirty="0">
                <a:solidFill>
                  <a:schemeClr val="accent1"/>
                </a:solidFill>
              </a:rPr>
              <a:t>The birth of model checking. Edmund Clarke, 2008. </a:t>
            </a:r>
            <a:endParaRPr lang="zh-CN" altLang="en-US" dirty="0">
              <a:solidFill>
                <a:schemeClr val="accent1"/>
              </a:solidFill>
            </a:endParaRPr>
          </a:p>
        </p:txBody>
      </p:sp>
      <p:sp>
        <p:nvSpPr>
          <p:cNvPr id="3" name="灯片编号占位符 2">
            <a:extLst>
              <a:ext uri="{FF2B5EF4-FFF2-40B4-BE49-F238E27FC236}">
                <a16:creationId xmlns:a16="http://schemas.microsoft.com/office/drawing/2014/main" id="{888ED7C8-007B-42A1-A063-19459BD7D7A5}"/>
              </a:ext>
            </a:extLst>
          </p:cNvPr>
          <p:cNvSpPr>
            <a:spLocks noGrp="1"/>
          </p:cNvSpPr>
          <p:nvPr>
            <p:ph type="sldNum" sz="quarter" idx="12"/>
          </p:nvPr>
        </p:nvSpPr>
        <p:spPr/>
        <p:txBody>
          <a:bodyPr/>
          <a:lstStyle/>
          <a:p>
            <a:fld id="{D7908312-C304-4E11-A3D5-5AF4AE311060}" type="slidenum">
              <a:rPr lang="en-US" smtClean="0"/>
              <a:t>16</a:t>
            </a:fld>
            <a:endParaRPr lang="en-US"/>
          </a:p>
        </p:txBody>
      </p:sp>
    </p:spTree>
    <p:extLst>
      <p:ext uri="{BB962C8B-B14F-4D97-AF65-F5344CB8AC3E}">
        <p14:creationId xmlns:p14="http://schemas.microsoft.com/office/powerpoint/2010/main" val="41746091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4AF497-893F-43A9-8B04-A65515FCE926}"/>
              </a:ext>
            </a:extLst>
          </p:cNvPr>
          <p:cNvSpPr>
            <a:spLocks noGrp="1"/>
          </p:cNvSpPr>
          <p:nvPr>
            <p:ph type="title"/>
          </p:nvPr>
        </p:nvSpPr>
        <p:spPr/>
        <p:txBody>
          <a:bodyPr/>
          <a:lstStyle/>
          <a:p>
            <a:r>
              <a:rPr lang="zh-CN" altLang="en-US" dirty="0"/>
              <a:t>模型检查的诞生（</a:t>
            </a:r>
            <a:r>
              <a:rPr lang="en-US" altLang="zh-CN"/>
              <a:t>1987</a:t>
            </a:r>
            <a:r>
              <a:rPr lang="zh-CN" altLang="en-US"/>
              <a:t>）</a:t>
            </a:r>
            <a:endParaRPr lang="en-US" dirty="0"/>
          </a:p>
        </p:txBody>
      </p:sp>
      <p:sp>
        <p:nvSpPr>
          <p:cNvPr id="5" name="文本框 4">
            <a:extLst>
              <a:ext uri="{FF2B5EF4-FFF2-40B4-BE49-F238E27FC236}">
                <a16:creationId xmlns:a16="http://schemas.microsoft.com/office/drawing/2014/main" id="{38F83C42-5E87-47D5-9923-3C6A2A981C1C}"/>
              </a:ext>
            </a:extLst>
          </p:cNvPr>
          <p:cNvSpPr txBox="1"/>
          <p:nvPr/>
        </p:nvSpPr>
        <p:spPr>
          <a:xfrm>
            <a:off x="838200" y="5095534"/>
            <a:ext cx="1597297" cy="369332"/>
          </a:xfrm>
          <a:prstGeom prst="rect">
            <a:avLst/>
          </a:prstGeom>
          <a:noFill/>
        </p:spPr>
        <p:txBody>
          <a:bodyPr wrap="none" rtlCol="0">
            <a:spAutoFit/>
          </a:bodyPr>
          <a:lstStyle/>
          <a:p>
            <a:r>
              <a:rPr lang="en-US" altLang="zh-CN" dirty="0"/>
              <a:t>Edmund Clarke</a:t>
            </a:r>
            <a:endParaRPr lang="en-US" dirty="0"/>
          </a:p>
        </p:txBody>
      </p:sp>
      <p:pic>
        <p:nvPicPr>
          <p:cNvPr id="6" name="图片 5">
            <a:extLst>
              <a:ext uri="{FF2B5EF4-FFF2-40B4-BE49-F238E27FC236}">
                <a16:creationId xmlns:a16="http://schemas.microsoft.com/office/drawing/2014/main" id="{8286D5D0-0B83-441F-9B1F-92A0EC00DF28}"/>
              </a:ext>
            </a:extLst>
          </p:cNvPr>
          <p:cNvPicPr>
            <a:picLocks noChangeAspect="1"/>
          </p:cNvPicPr>
          <p:nvPr/>
        </p:nvPicPr>
        <p:blipFill>
          <a:blip r:embed="rId2"/>
          <a:stretch>
            <a:fillRect/>
          </a:stretch>
        </p:blipFill>
        <p:spPr>
          <a:xfrm>
            <a:off x="691915" y="2267797"/>
            <a:ext cx="2126236" cy="2549406"/>
          </a:xfrm>
          <a:prstGeom prst="rect">
            <a:avLst/>
          </a:prstGeom>
        </p:spPr>
      </p:pic>
      <p:pic>
        <p:nvPicPr>
          <p:cNvPr id="8" name="图片 7">
            <a:extLst>
              <a:ext uri="{FF2B5EF4-FFF2-40B4-BE49-F238E27FC236}">
                <a16:creationId xmlns:a16="http://schemas.microsoft.com/office/drawing/2014/main" id="{4C0B33A3-4BD9-45E3-B301-E65F48339247}"/>
              </a:ext>
            </a:extLst>
          </p:cNvPr>
          <p:cNvPicPr>
            <a:picLocks noChangeAspect="1"/>
          </p:cNvPicPr>
          <p:nvPr/>
        </p:nvPicPr>
        <p:blipFill>
          <a:blip r:embed="rId3"/>
          <a:stretch>
            <a:fillRect/>
          </a:stretch>
        </p:blipFill>
        <p:spPr>
          <a:xfrm>
            <a:off x="8030109" y="2267796"/>
            <a:ext cx="2949955" cy="2549404"/>
          </a:xfrm>
          <a:prstGeom prst="rect">
            <a:avLst/>
          </a:prstGeom>
        </p:spPr>
      </p:pic>
      <p:pic>
        <p:nvPicPr>
          <p:cNvPr id="10" name="图片 9">
            <a:extLst>
              <a:ext uri="{FF2B5EF4-FFF2-40B4-BE49-F238E27FC236}">
                <a16:creationId xmlns:a16="http://schemas.microsoft.com/office/drawing/2014/main" id="{6EA31C12-057F-481B-9DFB-D3215AA66D6B}"/>
              </a:ext>
            </a:extLst>
          </p:cNvPr>
          <p:cNvPicPr>
            <a:picLocks noChangeAspect="1"/>
          </p:cNvPicPr>
          <p:nvPr/>
        </p:nvPicPr>
        <p:blipFill>
          <a:blip r:embed="rId4"/>
          <a:stretch>
            <a:fillRect/>
          </a:stretch>
        </p:blipFill>
        <p:spPr>
          <a:xfrm>
            <a:off x="4266011" y="2267796"/>
            <a:ext cx="2667431" cy="2549405"/>
          </a:xfrm>
          <a:prstGeom prst="rect">
            <a:avLst/>
          </a:prstGeom>
        </p:spPr>
      </p:pic>
      <p:sp>
        <p:nvSpPr>
          <p:cNvPr id="11" name="文本框 10">
            <a:extLst>
              <a:ext uri="{FF2B5EF4-FFF2-40B4-BE49-F238E27FC236}">
                <a16:creationId xmlns:a16="http://schemas.microsoft.com/office/drawing/2014/main" id="{F6E11AC7-9769-4E09-86F1-E97D270B40FB}"/>
              </a:ext>
            </a:extLst>
          </p:cNvPr>
          <p:cNvSpPr txBox="1"/>
          <p:nvPr/>
        </p:nvSpPr>
        <p:spPr>
          <a:xfrm>
            <a:off x="4720703" y="5095534"/>
            <a:ext cx="1758045" cy="369332"/>
          </a:xfrm>
          <a:prstGeom prst="rect">
            <a:avLst/>
          </a:prstGeom>
          <a:noFill/>
        </p:spPr>
        <p:txBody>
          <a:bodyPr wrap="none" rtlCol="0">
            <a:spAutoFit/>
          </a:bodyPr>
          <a:lstStyle/>
          <a:p>
            <a:r>
              <a:rPr lang="en-US" altLang="zh-CN" dirty="0"/>
              <a:t>E. Allen Emerson</a:t>
            </a:r>
            <a:endParaRPr lang="en-US" dirty="0"/>
          </a:p>
        </p:txBody>
      </p:sp>
      <p:sp>
        <p:nvSpPr>
          <p:cNvPr id="12" name="文本框 11">
            <a:extLst>
              <a:ext uri="{FF2B5EF4-FFF2-40B4-BE49-F238E27FC236}">
                <a16:creationId xmlns:a16="http://schemas.microsoft.com/office/drawing/2014/main" id="{B5EE93A0-8B06-4A89-8715-FB21262F706F}"/>
              </a:ext>
            </a:extLst>
          </p:cNvPr>
          <p:cNvSpPr txBox="1"/>
          <p:nvPr/>
        </p:nvSpPr>
        <p:spPr>
          <a:xfrm>
            <a:off x="8772994" y="5095534"/>
            <a:ext cx="1464183" cy="369332"/>
          </a:xfrm>
          <a:prstGeom prst="rect">
            <a:avLst/>
          </a:prstGeom>
          <a:noFill/>
        </p:spPr>
        <p:txBody>
          <a:bodyPr wrap="none" rtlCol="0">
            <a:spAutoFit/>
          </a:bodyPr>
          <a:lstStyle/>
          <a:p>
            <a:r>
              <a:rPr lang="en-US" dirty="0"/>
              <a:t>Joseph Sifakis</a:t>
            </a:r>
          </a:p>
        </p:txBody>
      </p:sp>
      <p:sp>
        <p:nvSpPr>
          <p:cNvPr id="4" name="文本框 3">
            <a:extLst>
              <a:ext uri="{FF2B5EF4-FFF2-40B4-BE49-F238E27FC236}">
                <a16:creationId xmlns:a16="http://schemas.microsoft.com/office/drawing/2014/main" id="{5C2EEB39-8051-43D3-95A8-F9937AA6A831}"/>
              </a:ext>
            </a:extLst>
          </p:cNvPr>
          <p:cNvSpPr txBox="1"/>
          <p:nvPr/>
        </p:nvSpPr>
        <p:spPr>
          <a:xfrm>
            <a:off x="3881254" y="5908100"/>
            <a:ext cx="3890809" cy="584775"/>
          </a:xfrm>
          <a:prstGeom prst="rect">
            <a:avLst/>
          </a:prstGeom>
          <a:noFill/>
        </p:spPr>
        <p:txBody>
          <a:bodyPr wrap="none" rtlCol="0">
            <a:spAutoFit/>
          </a:bodyPr>
          <a:lstStyle/>
          <a:p>
            <a:r>
              <a:rPr lang="en-US" sz="3200" dirty="0"/>
              <a:t>2007</a:t>
            </a:r>
            <a:r>
              <a:rPr lang="zh-CN" altLang="en-US" sz="3200" dirty="0"/>
              <a:t>年图灵奖获得者</a:t>
            </a:r>
            <a:endParaRPr lang="en-US" sz="3200" dirty="0"/>
          </a:p>
        </p:txBody>
      </p:sp>
      <p:sp>
        <p:nvSpPr>
          <p:cNvPr id="3" name="文本框 2">
            <a:extLst>
              <a:ext uri="{FF2B5EF4-FFF2-40B4-BE49-F238E27FC236}">
                <a16:creationId xmlns:a16="http://schemas.microsoft.com/office/drawing/2014/main" id="{EB53CF6B-0FFD-4F48-A2F4-8EF2B1CAD1AE}"/>
              </a:ext>
            </a:extLst>
          </p:cNvPr>
          <p:cNvSpPr txBox="1"/>
          <p:nvPr/>
        </p:nvSpPr>
        <p:spPr>
          <a:xfrm>
            <a:off x="3394003" y="1645189"/>
            <a:ext cx="5157566" cy="369332"/>
          </a:xfrm>
          <a:prstGeom prst="rect">
            <a:avLst/>
          </a:prstGeom>
          <a:noFill/>
        </p:spPr>
        <p:txBody>
          <a:bodyPr wrap="none" rtlCol="0">
            <a:spAutoFit/>
          </a:bodyPr>
          <a:lstStyle/>
          <a:p>
            <a:r>
              <a:rPr lang="en-US" altLang="zh-CN" dirty="0">
                <a:solidFill>
                  <a:schemeClr val="accent1"/>
                </a:solidFill>
              </a:rPr>
              <a:t>The birth of model checking. Edmund Clarke, 2008. </a:t>
            </a:r>
            <a:endParaRPr lang="zh-CN" altLang="en-US" dirty="0">
              <a:solidFill>
                <a:schemeClr val="accent1"/>
              </a:solidFill>
            </a:endParaRPr>
          </a:p>
        </p:txBody>
      </p:sp>
      <p:sp>
        <p:nvSpPr>
          <p:cNvPr id="7" name="椭圆 6">
            <a:extLst>
              <a:ext uri="{FF2B5EF4-FFF2-40B4-BE49-F238E27FC236}">
                <a16:creationId xmlns:a16="http://schemas.microsoft.com/office/drawing/2014/main" id="{3B43D1C0-4939-4612-BD2D-B0C84800BE03}"/>
              </a:ext>
            </a:extLst>
          </p:cNvPr>
          <p:cNvSpPr/>
          <p:nvPr/>
        </p:nvSpPr>
        <p:spPr>
          <a:xfrm>
            <a:off x="3373349" y="2457755"/>
            <a:ext cx="4906618" cy="2423556"/>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5400" dirty="0"/>
              <a:t>   自动化！</a:t>
            </a:r>
          </a:p>
        </p:txBody>
      </p:sp>
      <p:sp>
        <p:nvSpPr>
          <p:cNvPr id="13" name="灯片编号占位符 12">
            <a:extLst>
              <a:ext uri="{FF2B5EF4-FFF2-40B4-BE49-F238E27FC236}">
                <a16:creationId xmlns:a16="http://schemas.microsoft.com/office/drawing/2014/main" id="{81B5977F-F0B9-4EF1-8215-D359FC1B9069}"/>
              </a:ext>
            </a:extLst>
          </p:cNvPr>
          <p:cNvSpPr>
            <a:spLocks noGrp="1"/>
          </p:cNvSpPr>
          <p:nvPr>
            <p:ph type="sldNum" sz="quarter" idx="12"/>
          </p:nvPr>
        </p:nvSpPr>
        <p:spPr/>
        <p:txBody>
          <a:bodyPr/>
          <a:lstStyle/>
          <a:p>
            <a:fld id="{D7908312-C304-4E11-A3D5-5AF4AE311060}" type="slidenum">
              <a:rPr lang="en-US" smtClean="0"/>
              <a:t>17</a:t>
            </a:fld>
            <a:endParaRPr lang="en-US"/>
          </a:p>
        </p:txBody>
      </p:sp>
    </p:spTree>
    <p:extLst>
      <p:ext uri="{BB962C8B-B14F-4D97-AF65-F5344CB8AC3E}">
        <p14:creationId xmlns:p14="http://schemas.microsoft.com/office/powerpoint/2010/main" val="12178598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201C39-055A-45F7-952C-77CEB34BAFEF}"/>
              </a:ext>
            </a:extLst>
          </p:cNvPr>
          <p:cNvSpPr>
            <a:spLocks noGrp="1"/>
          </p:cNvSpPr>
          <p:nvPr>
            <p:ph type="title"/>
          </p:nvPr>
        </p:nvSpPr>
        <p:spPr/>
        <p:txBody>
          <a:bodyPr/>
          <a:lstStyle/>
          <a:p>
            <a:r>
              <a:rPr lang="en-US" dirty="0"/>
              <a:t>Model Checking</a:t>
            </a:r>
          </a:p>
        </p:txBody>
      </p:sp>
      <p:sp>
        <p:nvSpPr>
          <p:cNvPr id="35" name="灯片编号占位符 34">
            <a:extLst>
              <a:ext uri="{FF2B5EF4-FFF2-40B4-BE49-F238E27FC236}">
                <a16:creationId xmlns:a16="http://schemas.microsoft.com/office/drawing/2014/main" id="{D1839701-9D16-4FD4-8684-0F7E84D11352}"/>
              </a:ext>
            </a:extLst>
          </p:cNvPr>
          <p:cNvSpPr>
            <a:spLocks noGrp="1"/>
          </p:cNvSpPr>
          <p:nvPr>
            <p:ph type="sldNum" sz="quarter" idx="12"/>
          </p:nvPr>
        </p:nvSpPr>
        <p:spPr/>
        <p:txBody>
          <a:bodyPr/>
          <a:lstStyle/>
          <a:p>
            <a:fld id="{81FB5FCF-B845-4FD0-8CAB-5D8F3E376DBE}" type="slidenum">
              <a:rPr lang="en-US" smtClean="0"/>
              <a:t>18</a:t>
            </a:fld>
            <a:endParaRPr lang="en-US"/>
          </a:p>
        </p:txBody>
      </p:sp>
      <p:sp>
        <p:nvSpPr>
          <p:cNvPr id="4" name="流程图: 可选过程 3">
            <a:extLst>
              <a:ext uri="{FF2B5EF4-FFF2-40B4-BE49-F238E27FC236}">
                <a16:creationId xmlns:a16="http://schemas.microsoft.com/office/drawing/2014/main" id="{A56559B8-A263-4876-8545-11AD1639244D}"/>
              </a:ext>
            </a:extLst>
          </p:cNvPr>
          <p:cNvSpPr/>
          <p:nvPr/>
        </p:nvSpPr>
        <p:spPr>
          <a:xfrm>
            <a:off x="3971778" y="2295141"/>
            <a:ext cx="917918" cy="682814"/>
          </a:xfrm>
          <a:prstGeom prst="flowChartAlternateProcess">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 name="流程图: 可选过程 6">
            <a:extLst>
              <a:ext uri="{FF2B5EF4-FFF2-40B4-BE49-F238E27FC236}">
                <a16:creationId xmlns:a16="http://schemas.microsoft.com/office/drawing/2014/main" id="{63270B7C-D1EC-420C-A95D-174F4D39921F}"/>
              </a:ext>
            </a:extLst>
          </p:cNvPr>
          <p:cNvSpPr/>
          <p:nvPr/>
        </p:nvSpPr>
        <p:spPr>
          <a:xfrm>
            <a:off x="6384388" y="2295141"/>
            <a:ext cx="917918" cy="682814"/>
          </a:xfrm>
          <a:prstGeom prst="flowChartAlternateProcess">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 name="流程图: 决策 7">
            <a:extLst>
              <a:ext uri="{FF2B5EF4-FFF2-40B4-BE49-F238E27FC236}">
                <a16:creationId xmlns:a16="http://schemas.microsoft.com/office/drawing/2014/main" id="{87D8C973-C24C-46A6-8C70-276529A2157C}"/>
              </a:ext>
            </a:extLst>
          </p:cNvPr>
          <p:cNvSpPr/>
          <p:nvPr/>
        </p:nvSpPr>
        <p:spPr>
          <a:xfrm>
            <a:off x="5294142" y="3674306"/>
            <a:ext cx="685800" cy="459486"/>
          </a:xfrm>
          <a:prstGeom prst="flowChartDecisi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12" name="直接连接符 11">
            <a:extLst>
              <a:ext uri="{FF2B5EF4-FFF2-40B4-BE49-F238E27FC236}">
                <a16:creationId xmlns:a16="http://schemas.microsoft.com/office/drawing/2014/main" id="{13FCFCF3-D29F-40AD-8897-63F4405A40A3}"/>
              </a:ext>
            </a:extLst>
          </p:cNvPr>
          <p:cNvCxnSpPr>
            <a:stCxn id="4" idx="2"/>
          </p:cNvCxnSpPr>
          <p:nvPr/>
        </p:nvCxnSpPr>
        <p:spPr>
          <a:xfrm>
            <a:off x="4430737" y="2977955"/>
            <a:ext cx="0" cy="337625"/>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2708575A-C87A-4AD7-A405-BA5EEFD53BA9}"/>
              </a:ext>
            </a:extLst>
          </p:cNvPr>
          <p:cNvCxnSpPr/>
          <p:nvPr/>
        </p:nvCxnSpPr>
        <p:spPr>
          <a:xfrm>
            <a:off x="4430738" y="3326130"/>
            <a:ext cx="241261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728F9403-AC35-41CE-B74F-FE04F65F1AB6}"/>
              </a:ext>
            </a:extLst>
          </p:cNvPr>
          <p:cNvCxnSpPr>
            <a:stCxn id="7" idx="2"/>
          </p:cNvCxnSpPr>
          <p:nvPr/>
        </p:nvCxnSpPr>
        <p:spPr>
          <a:xfrm>
            <a:off x="6843347" y="2977955"/>
            <a:ext cx="0" cy="337625"/>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D3202B94-9D01-4612-86BA-8F2EE5CBEC66}"/>
              </a:ext>
            </a:extLst>
          </p:cNvPr>
          <p:cNvCxnSpPr>
            <a:stCxn id="8" idx="0"/>
          </p:cNvCxnSpPr>
          <p:nvPr/>
        </p:nvCxnSpPr>
        <p:spPr>
          <a:xfrm flipV="1">
            <a:off x="5637042" y="3315582"/>
            <a:ext cx="0" cy="358727"/>
          </a:xfrm>
          <a:prstGeom prst="line">
            <a:avLst/>
          </a:prstGeom>
          <a:ln>
            <a:headEnd type="triangle" w="lg" len="med"/>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33126DC1-18D7-4B1B-A0D5-088199E8A04B}"/>
              </a:ext>
            </a:extLst>
          </p:cNvPr>
          <p:cNvCxnSpPr>
            <a:cxnSpLocks/>
            <a:stCxn id="8" idx="3"/>
          </p:cNvCxnSpPr>
          <p:nvPr/>
        </p:nvCxnSpPr>
        <p:spPr>
          <a:xfrm>
            <a:off x="5979943" y="3904049"/>
            <a:ext cx="5662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7EF97939-0A74-4EC5-B339-2E6C578AC947}"/>
              </a:ext>
            </a:extLst>
          </p:cNvPr>
          <p:cNvCxnSpPr>
            <a:stCxn id="8" idx="2"/>
          </p:cNvCxnSpPr>
          <p:nvPr/>
        </p:nvCxnSpPr>
        <p:spPr>
          <a:xfrm>
            <a:off x="5637042" y="4133794"/>
            <a:ext cx="0" cy="4267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流程图: 可选过程 23">
            <a:extLst>
              <a:ext uri="{FF2B5EF4-FFF2-40B4-BE49-F238E27FC236}">
                <a16:creationId xmlns:a16="http://schemas.microsoft.com/office/drawing/2014/main" id="{712A0A34-6958-4C78-8D42-E2944D8E8581}"/>
              </a:ext>
            </a:extLst>
          </p:cNvPr>
          <p:cNvSpPr/>
          <p:nvPr/>
        </p:nvSpPr>
        <p:spPr>
          <a:xfrm>
            <a:off x="6587053" y="3674306"/>
            <a:ext cx="1139482" cy="459486"/>
          </a:xfrm>
          <a:prstGeom prst="flowChartAlternateProcess">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5" name="流程图: 可选过程 24">
            <a:extLst>
              <a:ext uri="{FF2B5EF4-FFF2-40B4-BE49-F238E27FC236}">
                <a16:creationId xmlns:a16="http://schemas.microsoft.com/office/drawing/2014/main" id="{450DB73D-AD58-473D-B16D-CDDCEA661E72}"/>
              </a:ext>
            </a:extLst>
          </p:cNvPr>
          <p:cNvSpPr/>
          <p:nvPr/>
        </p:nvSpPr>
        <p:spPr>
          <a:xfrm>
            <a:off x="5065983" y="4590467"/>
            <a:ext cx="1139482" cy="459486"/>
          </a:xfrm>
          <a:prstGeom prst="flowChartAlternateProcess">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6" name="文本框 25">
            <a:extLst>
              <a:ext uri="{FF2B5EF4-FFF2-40B4-BE49-F238E27FC236}">
                <a16:creationId xmlns:a16="http://schemas.microsoft.com/office/drawing/2014/main" id="{74A58C25-4FE6-4FB7-AF34-5FD363686844}"/>
              </a:ext>
            </a:extLst>
          </p:cNvPr>
          <p:cNvSpPr txBox="1"/>
          <p:nvPr/>
        </p:nvSpPr>
        <p:spPr>
          <a:xfrm>
            <a:off x="4028564" y="2429724"/>
            <a:ext cx="861133" cy="400110"/>
          </a:xfrm>
          <a:prstGeom prst="rect">
            <a:avLst/>
          </a:prstGeom>
          <a:noFill/>
        </p:spPr>
        <p:txBody>
          <a:bodyPr wrap="none" rtlCol="0">
            <a:spAutoFit/>
          </a:bodyPr>
          <a:lstStyle/>
          <a:p>
            <a:r>
              <a:rPr lang="en-US" sz="2000" dirty="0"/>
              <a:t>Model</a:t>
            </a:r>
          </a:p>
        </p:txBody>
      </p:sp>
      <p:pic>
        <p:nvPicPr>
          <p:cNvPr id="28" name="内容占位符 13">
            <a:extLst>
              <a:ext uri="{FF2B5EF4-FFF2-40B4-BE49-F238E27FC236}">
                <a16:creationId xmlns:a16="http://schemas.microsoft.com/office/drawing/2014/main" id="{8B7FA4D1-D766-4351-9512-4A233247A7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08824" y="2537211"/>
            <a:ext cx="217170" cy="246784"/>
          </a:xfrm>
          <a:prstGeom prst="rect">
            <a:avLst/>
          </a:prstGeom>
        </p:spPr>
      </p:pic>
      <p:pic>
        <p:nvPicPr>
          <p:cNvPr id="29" name="图片 28">
            <a:extLst>
              <a:ext uri="{FF2B5EF4-FFF2-40B4-BE49-F238E27FC236}">
                <a16:creationId xmlns:a16="http://schemas.microsoft.com/office/drawing/2014/main" id="{8A7A76CD-03C3-4578-B317-7F6BEBECC1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93082" y="3714140"/>
            <a:ext cx="245445" cy="358727"/>
          </a:xfrm>
          <a:prstGeom prst="rect">
            <a:avLst/>
          </a:prstGeom>
        </p:spPr>
      </p:pic>
      <p:sp>
        <p:nvSpPr>
          <p:cNvPr id="30" name="文本框 29">
            <a:extLst>
              <a:ext uri="{FF2B5EF4-FFF2-40B4-BE49-F238E27FC236}">
                <a16:creationId xmlns:a16="http://schemas.microsoft.com/office/drawing/2014/main" id="{2575C368-FECE-46CA-9AD4-54B0464C617A}"/>
              </a:ext>
            </a:extLst>
          </p:cNvPr>
          <p:cNvSpPr txBox="1"/>
          <p:nvPr/>
        </p:nvSpPr>
        <p:spPr>
          <a:xfrm>
            <a:off x="5617769" y="4113694"/>
            <a:ext cx="685800" cy="415498"/>
          </a:xfrm>
          <a:prstGeom prst="rect">
            <a:avLst/>
          </a:prstGeom>
          <a:noFill/>
        </p:spPr>
        <p:txBody>
          <a:bodyPr wrap="square" rtlCol="0">
            <a:spAutoFit/>
          </a:bodyPr>
          <a:lstStyle/>
          <a:p>
            <a:r>
              <a:rPr lang="en-US" sz="2000" dirty="0"/>
              <a:t>Yes</a:t>
            </a:r>
          </a:p>
        </p:txBody>
      </p:sp>
      <p:sp>
        <p:nvSpPr>
          <p:cNvPr id="32" name="文本框 31">
            <a:extLst>
              <a:ext uri="{FF2B5EF4-FFF2-40B4-BE49-F238E27FC236}">
                <a16:creationId xmlns:a16="http://schemas.microsoft.com/office/drawing/2014/main" id="{3880B24F-C5B0-4FA4-AC6E-FDADF351AC20}"/>
              </a:ext>
            </a:extLst>
          </p:cNvPr>
          <p:cNvSpPr txBox="1"/>
          <p:nvPr/>
        </p:nvSpPr>
        <p:spPr>
          <a:xfrm>
            <a:off x="5985288" y="3489442"/>
            <a:ext cx="685800" cy="415498"/>
          </a:xfrm>
          <a:prstGeom prst="rect">
            <a:avLst/>
          </a:prstGeom>
          <a:noFill/>
        </p:spPr>
        <p:txBody>
          <a:bodyPr wrap="square" rtlCol="0">
            <a:spAutoFit/>
          </a:bodyPr>
          <a:lstStyle/>
          <a:p>
            <a:r>
              <a:rPr lang="en-US" sz="2000" dirty="0"/>
              <a:t>No</a:t>
            </a:r>
          </a:p>
        </p:txBody>
      </p:sp>
      <p:sp>
        <p:nvSpPr>
          <p:cNvPr id="33" name="文本框 32">
            <a:extLst>
              <a:ext uri="{FF2B5EF4-FFF2-40B4-BE49-F238E27FC236}">
                <a16:creationId xmlns:a16="http://schemas.microsoft.com/office/drawing/2014/main" id="{5DE87D90-17B2-41AC-BCB1-A01D0E64BD56}"/>
              </a:ext>
            </a:extLst>
          </p:cNvPr>
          <p:cNvSpPr txBox="1"/>
          <p:nvPr/>
        </p:nvSpPr>
        <p:spPr>
          <a:xfrm>
            <a:off x="6636414" y="3733682"/>
            <a:ext cx="1023037" cy="400110"/>
          </a:xfrm>
          <a:prstGeom prst="rect">
            <a:avLst/>
          </a:prstGeom>
          <a:noFill/>
        </p:spPr>
        <p:txBody>
          <a:bodyPr wrap="none" rtlCol="0">
            <a:spAutoFit/>
          </a:bodyPr>
          <a:lstStyle/>
          <a:p>
            <a:r>
              <a:rPr lang="en-US" sz="2000" dirty="0"/>
              <a:t>Witness</a:t>
            </a:r>
          </a:p>
        </p:txBody>
      </p:sp>
      <p:sp>
        <p:nvSpPr>
          <p:cNvPr id="34" name="文本框 33">
            <a:extLst>
              <a:ext uri="{FF2B5EF4-FFF2-40B4-BE49-F238E27FC236}">
                <a16:creationId xmlns:a16="http://schemas.microsoft.com/office/drawing/2014/main" id="{8F6485A4-7DBB-48EB-BA4B-0B3A627AF7AB}"/>
              </a:ext>
            </a:extLst>
          </p:cNvPr>
          <p:cNvSpPr txBox="1"/>
          <p:nvPr/>
        </p:nvSpPr>
        <p:spPr>
          <a:xfrm>
            <a:off x="5099841" y="4617137"/>
            <a:ext cx="1105624" cy="400110"/>
          </a:xfrm>
          <a:prstGeom prst="rect">
            <a:avLst/>
          </a:prstGeom>
          <a:noFill/>
        </p:spPr>
        <p:txBody>
          <a:bodyPr wrap="none" rtlCol="0">
            <a:spAutoFit/>
          </a:bodyPr>
          <a:lstStyle/>
          <a:p>
            <a:r>
              <a:rPr lang="en-US" sz="2000" dirty="0"/>
              <a:t>Invariant</a:t>
            </a:r>
          </a:p>
        </p:txBody>
      </p:sp>
    </p:spTree>
    <p:extLst>
      <p:ext uri="{BB962C8B-B14F-4D97-AF65-F5344CB8AC3E}">
        <p14:creationId xmlns:p14="http://schemas.microsoft.com/office/powerpoint/2010/main" val="21977601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7147D4-4A43-4F45-BD95-D15B03D074EE}"/>
              </a:ext>
            </a:extLst>
          </p:cNvPr>
          <p:cNvSpPr>
            <a:spLocks noGrp="1"/>
          </p:cNvSpPr>
          <p:nvPr>
            <p:ph type="title"/>
          </p:nvPr>
        </p:nvSpPr>
        <p:spPr/>
        <p:txBody>
          <a:bodyPr/>
          <a:lstStyle/>
          <a:p>
            <a:r>
              <a:rPr lang="zh-CN" altLang="en-US" dirty="0"/>
              <a:t>模型检查的基本思想</a:t>
            </a:r>
            <a:endParaRPr lang="en-US" dirty="0"/>
          </a:p>
        </p:txBody>
      </p:sp>
      <p:pic>
        <p:nvPicPr>
          <p:cNvPr id="4100" name="Picture 4" descr="Solved: Automata Theory For Each DFA, Construct An Equival ...">
            <a:extLst>
              <a:ext uri="{FF2B5EF4-FFF2-40B4-BE49-F238E27FC236}">
                <a16:creationId xmlns:a16="http://schemas.microsoft.com/office/drawing/2014/main" id="{711AD1C9-6795-476F-AB6E-39B3E18F27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3000" y="1500266"/>
            <a:ext cx="3609975" cy="4876800"/>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圆角 3">
            <a:extLst>
              <a:ext uri="{FF2B5EF4-FFF2-40B4-BE49-F238E27FC236}">
                <a16:creationId xmlns:a16="http://schemas.microsoft.com/office/drawing/2014/main" id="{B6CD9E85-BDE6-44B9-A01F-894CBFAA4042}"/>
              </a:ext>
            </a:extLst>
          </p:cNvPr>
          <p:cNvSpPr/>
          <p:nvPr/>
        </p:nvSpPr>
        <p:spPr>
          <a:xfrm>
            <a:off x="1876269" y="5814934"/>
            <a:ext cx="2383435" cy="91440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模型</a:t>
            </a:r>
            <a:endParaRPr lang="en-US" dirty="0"/>
          </a:p>
        </p:txBody>
      </p:sp>
      <p:sp>
        <p:nvSpPr>
          <p:cNvPr id="5" name="文本框 4">
            <a:extLst>
              <a:ext uri="{FF2B5EF4-FFF2-40B4-BE49-F238E27FC236}">
                <a16:creationId xmlns:a16="http://schemas.microsoft.com/office/drawing/2014/main" id="{654F3889-E660-4044-9778-55C23BEEC404}"/>
              </a:ext>
            </a:extLst>
          </p:cNvPr>
          <p:cNvSpPr txBox="1"/>
          <p:nvPr/>
        </p:nvSpPr>
        <p:spPr>
          <a:xfrm>
            <a:off x="2616580" y="5969655"/>
            <a:ext cx="902811" cy="523220"/>
          </a:xfrm>
          <a:prstGeom prst="rect">
            <a:avLst/>
          </a:prstGeom>
          <a:noFill/>
        </p:spPr>
        <p:txBody>
          <a:bodyPr wrap="none" rtlCol="0">
            <a:spAutoFit/>
          </a:bodyPr>
          <a:lstStyle/>
          <a:p>
            <a:r>
              <a:rPr lang="zh-CN" altLang="en-US" sz="2800" dirty="0"/>
              <a:t>模型</a:t>
            </a:r>
            <a:endParaRPr lang="en-US" sz="2800" dirty="0"/>
          </a:p>
        </p:txBody>
      </p:sp>
      <p:pic>
        <p:nvPicPr>
          <p:cNvPr id="4102" name="Picture 6" descr="Real World Applications of Automaton Theory – Lucky's Notes">
            <a:extLst>
              <a:ext uri="{FF2B5EF4-FFF2-40B4-BE49-F238E27FC236}">
                <a16:creationId xmlns:a16="http://schemas.microsoft.com/office/drawing/2014/main" id="{E970DC8F-EAB0-4694-B383-0B5617AB41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85562" y="2671060"/>
            <a:ext cx="3130260" cy="1870960"/>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a:extLst>
              <a:ext uri="{FF2B5EF4-FFF2-40B4-BE49-F238E27FC236}">
                <a16:creationId xmlns:a16="http://schemas.microsoft.com/office/drawing/2014/main" id="{DADB6529-BCEF-4676-850E-2B2B0E7C6669}"/>
              </a:ext>
            </a:extLst>
          </p:cNvPr>
          <p:cNvSpPr txBox="1"/>
          <p:nvPr/>
        </p:nvSpPr>
        <p:spPr>
          <a:xfrm>
            <a:off x="7974767" y="5969655"/>
            <a:ext cx="902811" cy="523220"/>
          </a:xfrm>
          <a:prstGeom prst="rect">
            <a:avLst/>
          </a:prstGeom>
          <a:noFill/>
        </p:spPr>
        <p:txBody>
          <a:bodyPr wrap="none" rtlCol="0">
            <a:spAutoFit/>
          </a:bodyPr>
          <a:lstStyle/>
          <a:p>
            <a:r>
              <a:rPr lang="zh-CN" altLang="en-US" sz="2800" dirty="0"/>
              <a:t>规范</a:t>
            </a:r>
            <a:endParaRPr lang="en-US" sz="2800" dirty="0"/>
          </a:p>
        </p:txBody>
      </p:sp>
      <p:sp>
        <p:nvSpPr>
          <p:cNvPr id="7" name="灯片编号占位符 6">
            <a:extLst>
              <a:ext uri="{FF2B5EF4-FFF2-40B4-BE49-F238E27FC236}">
                <a16:creationId xmlns:a16="http://schemas.microsoft.com/office/drawing/2014/main" id="{CCB4ADC6-CB1E-4B85-9EC9-ECAB1C7DAAFE}"/>
              </a:ext>
            </a:extLst>
          </p:cNvPr>
          <p:cNvSpPr>
            <a:spLocks noGrp="1"/>
          </p:cNvSpPr>
          <p:nvPr>
            <p:ph type="sldNum" sz="quarter" idx="12"/>
          </p:nvPr>
        </p:nvSpPr>
        <p:spPr/>
        <p:txBody>
          <a:bodyPr/>
          <a:lstStyle/>
          <a:p>
            <a:fld id="{D7908312-C304-4E11-A3D5-5AF4AE311060}" type="slidenum">
              <a:rPr lang="en-US" smtClean="0"/>
              <a:t>19</a:t>
            </a:fld>
            <a:endParaRPr lang="en-US"/>
          </a:p>
        </p:txBody>
      </p:sp>
    </p:spTree>
    <p:extLst>
      <p:ext uri="{BB962C8B-B14F-4D97-AF65-F5344CB8AC3E}">
        <p14:creationId xmlns:p14="http://schemas.microsoft.com/office/powerpoint/2010/main" val="14794897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7147D4-4A43-4F45-BD95-D15B03D074EE}"/>
              </a:ext>
            </a:extLst>
          </p:cNvPr>
          <p:cNvSpPr>
            <a:spLocks noGrp="1"/>
          </p:cNvSpPr>
          <p:nvPr>
            <p:ph type="title"/>
          </p:nvPr>
        </p:nvSpPr>
        <p:spPr/>
        <p:txBody>
          <a:bodyPr/>
          <a:lstStyle/>
          <a:p>
            <a:r>
              <a:rPr lang="zh-CN" altLang="en-US" dirty="0"/>
              <a:t>模型检查的基本思想</a:t>
            </a:r>
            <a:endParaRPr lang="en-US" dirty="0"/>
          </a:p>
        </p:txBody>
      </p:sp>
      <p:pic>
        <p:nvPicPr>
          <p:cNvPr id="4100" name="Picture 4" descr="Solved: Automata Theory For Each DFA, Construct An Equival ...">
            <a:extLst>
              <a:ext uri="{FF2B5EF4-FFF2-40B4-BE49-F238E27FC236}">
                <a16:creationId xmlns:a16="http://schemas.microsoft.com/office/drawing/2014/main" id="{711AD1C9-6795-476F-AB6E-39B3E18F27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3000" y="1500266"/>
            <a:ext cx="3609975" cy="4876800"/>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圆角 3">
            <a:extLst>
              <a:ext uri="{FF2B5EF4-FFF2-40B4-BE49-F238E27FC236}">
                <a16:creationId xmlns:a16="http://schemas.microsoft.com/office/drawing/2014/main" id="{B6CD9E85-BDE6-44B9-A01F-894CBFAA4042}"/>
              </a:ext>
            </a:extLst>
          </p:cNvPr>
          <p:cNvSpPr/>
          <p:nvPr/>
        </p:nvSpPr>
        <p:spPr>
          <a:xfrm>
            <a:off x="1876269" y="5814934"/>
            <a:ext cx="2383435" cy="91440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模型</a:t>
            </a:r>
            <a:endParaRPr lang="en-US" dirty="0"/>
          </a:p>
        </p:txBody>
      </p:sp>
      <p:sp>
        <p:nvSpPr>
          <p:cNvPr id="5" name="文本框 4">
            <a:extLst>
              <a:ext uri="{FF2B5EF4-FFF2-40B4-BE49-F238E27FC236}">
                <a16:creationId xmlns:a16="http://schemas.microsoft.com/office/drawing/2014/main" id="{654F3889-E660-4044-9778-55C23BEEC404}"/>
              </a:ext>
            </a:extLst>
          </p:cNvPr>
          <p:cNvSpPr txBox="1"/>
          <p:nvPr/>
        </p:nvSpPr>
        <p:spPr>
          <a:xfrm>
            <a:off x="2616580" y="5969655"/>
            <a:ext cx="902811" cy="523220"/>
          </a:xfrm>
          <a:prstGeom prst="rect">
            <a:avLst/>
          </a:prstGeom>
          <a:noFill/>
        </p:spPr>
        <p:txBody>
          <a:bodyPr wrap="none" rtlCol="0">
            <a:spAutoFit/>
          </a:bodyPr>
          <a:lstStyle/>
          <a:p>
            <a:r>
              <a:rPr lang="zh-CN" altLang="en-US" sz="2800" dirty="0"/>
              <a:t>模型</a:t>
            </a:r>
            <a:endParaRPr lang="en-US" sz="2800" dirty="0"/>
          </a:p>
        </p:txBody>
      </p:sp>
      <p:pic>
        <p:nvPicPr>
          <p:cNvPr id="4102" name="Picture 6" descr="Real World Applications of Automaton Theory – Lucky's Notes">
            <a:extLst>
              <a:ext uri="{FF2B5EF4-FFF2-40B4-BE49-F238E27FC236}">
                <a16:creationId xmlns:a16="http://schemas.microsoft.com/office/drawing/2014/main" id="{E970DC8F-EAB0-4694-B383-0B5617AB41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85562" y="2671060"/>
            <a:ext cx="3130260" cy="1870960"/>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a:extLst>
              <a:ext uri="{FF2B5EF4-FFF2-40B4-BE49-F238E27FC236}">
                <a16:creationId xmlns:a16="http://schemas.microsoft.com/office/drawing/2014/main" id="{DADB6529-BCEF-4676-850E-2B2B0E7C6669}"/>
              </a:ext>
            </a:extLst>
          </p:cNvPr>
          <p:cNvSpPr txBox="1"/>
          <p:nvPr/>
        </p:nvSpPr>
        <p:spPr>
          <a:xfrm>
            <a:off x="7974767" y="5969655"/>
            <a:ext cx="902811" cy="523220"/>
          </a:xfrm>
          <a:prstGeom prst="rect">
            <a:avLst/>
          </a:prstGeom>
          <a:noFill/>
        </p:spPr>
        <p:txBody>
          <a:bodyPr wrap="none" rtlCol="0">
            <a:spAutoFit/>
          </a:bodyPr>
          <a:lstStyle/>
          <a:p>
            <a:r>
              <a:rPr lang="zh-CN" altLang="en-US" sz="2800" dirty="0"/>
              <a:t>规范</a:t>
            </a:r>
            <a:endParaRPr lang="en-US" sz="2800" dirty="0"/>
          </a:p>
        </p:txBody>
      </p:sp>
      <p:sp>
        <p:nvSpPr>
          <p:cNvPr id="3" name="对话气泡: 椭圆形 2">
            <a:extLst>
              <a:ext uri="{FF2B5EF4-FFF2-40B4-BE49-F238E27FC236}">
                <a16:creationId xmlns:a16="http://schemas.microsoft.com/office/drawing/2014/main" id="{BCDCC800-01FB-4F90-A34E-76E67C7001E6}"/>
              </a:ext>
            </a:extLst>
          </p:cNvPr>
          <p:cNvSpPr/>
          <p:nvPr/>
        </p:nvSpPr>
        <p:spPr>
          <a:xfrm>
            <a:off x="8957568" y="1568226"/>
            <a:ext cx="2059619" cy="899766"/>
          </a:xfrm>
          <a:prstGeom prst="wedgeEllipseCallout">
            <a:avLst>
              <a:gd name="adj1" fmla="val -29571"/>
              <a:gd name="adj2" fmla="val 8278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为什么是一副图？</a:t>
            </a:r>
          </a:p>
        </p:txBody>
      </p:sp>
      <p:sp>
        <p:nvSpPr>
          <p:cNvPr id="7" name="灯片编号占位符 6">
            <a:extLst>
              <a:ext uri="{FF2B5EF4-FFF2-40B4-BE49-F238E27FC236}">
                <a16:creationId xmlns:a16="http://schemas.microsoft.com/office/drawing/2014/main" id="{E2EFA08A-638A-434C-8A8D-49C1EEECF98C}"/>
              </a:ext>
            </a:extLst>
          </p:cNvPr>
          <p:cNvSpPr>
            <a:spLocks noGrp="1"/>
          </p:cNvSpPr>
          <p:nvPr>
            <p:ph type="sldNum" sz="quarter" idx="12"/>
          </p:nvPr>
        </p:nvSpPr>
        <p:spPr/>
        <p:txBody>
          <a:bodyPr/>
          <a:lstStyle/>
          <a:p>
            <a:fld id="{D7908312-C304-4E11-A3D5-5AF4AE311060}" type="slidenum">
              <a:rPr lang="en-US" smtClean="0"/>
              <a:t>20</a:t>
            </a:fld>
            <a:endParaRPr lang="en-US"/>
          </a:p>
        </p:txBody>
      </p:sp>
    </p:spTree>
    <p:extLst>
      <p:ext uri="{BB962C8B-B14F-4D97-AF65-F5344CB8AC3E}">
        <p14:creationId xmlns:p14="http://schemas.microsoft.com/office/powerpoint/2010/main" val="12127491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7147D4-4A43-4F45-BD95-D15B03D074EE}"/>
              </a:ext>
            </a:extLst>
          </p:cNvPr>
          <p:cNvSpPr>
            <a:spLocks noGrp="1"/>
          </p:cNvSpPr>
          <p:nvPr>
            <p:ph type="title"/>
          </p:nvPr>
        </p:nvSpPr>
        <p:spPr/>
        <p:txBody>
          <a:bodyPr/>
          <a:lstStyle/>
          <a:p>
            <a:r>
              <a:rPr lang="zh-CN" altLang="en-US" dirty="0"/>
              <a:t>模型检查的基本思想</a:t>
            </a:r>
            <a:endParaRPr lang="en-US" dirty="0"/>
          </a:p>
        </p:txBody>
      </p:sp>
      <p:pic>
        <p:nvPicPr>
          <p:cNvPr id="4100" name="Picture 4" descr="Solved: Automata Theory For Each DFA, Construct An Equival ...">
            <a:extLst>
              <a:ext uri="{FF2B5EF4-FFF2-40B4-BE49-F238E27FC236}">
                <a16:creationId xmlns:a16="http://schemas.microsoft.com/office/drawing/2014/main" id="{711AD1C9-6795-476F-AB6E-39B3E18F27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3000" y="1500266"/>
            <a:ext cx="3609975" cy="4876800"/>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圆角 3">
            <a:extLst>
              <a:ext uri="{FF2B5EF4-FFF2-40B4-BE49-F238E27FC236}">
                <a16:creationId xmlns:a16="http://schemas.microsoft.com/office/drawing/2014/main" id="{B6CD9E85-BDE6-44B9-A01F-894CBFAA4042}"/>
              </a:ext>
            </a:extLst>
          </p:cNvPr>
          <p:cNvSpPr/>
          <p:nvPr/>
        </p:nvSpPr>
        <p:spPr>
          <a:xfrm>
            <a:off x="1876269" y="5814934"/>
            <a:ext cx="2383435" cy="91440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模型</a:t>
            </a:r>
            <a:endParaRPr lang="en-US" dirty="0"/>
          </a:p>
        </p:txBody>
      </p:sp>
      <p:sp>
        <p:nvSpPr>
          <p:cNvPr id="5" name="文本框 4">
            <a:extLst>
              <a:ext uri="{FF2B5EF4-FFF2-40B4-BE49-F238E27FC236}">
                <a16:creationId xmlns:a16="http://schemas.microsoft.com/office/drawing/2014/main" id="{654F3889-E660-4044-9778-55C23BEEC404}"/>
              </a:ext>
            </a:extLst>
          </p:cNvPr>
          <p:cNvSpPr txBox="1"/>
          <p:nvPr/>
        </p:nvSpPr>
        <p:spPr>
          <a:xfrm>
            <a:off x="2616580" y="5969655"/>
            <a:ext cx="902811" cy="523220"/>
          </a:xfrm>
          <a:prstGeom prst="rect">
            <a:avLst/>
          </a:prstGeom>
          <a:noFill/>
        </p:spPr>
        <p:txBody>
          <a:bodyPr wrap="none" rtlCol="0">
            <a:spAutoFit/>
          </a:bodyPr>
          <a:lstStyle/>
          <a:p>
            <a:r>
              <a:rPr lang="zh-CN" altLang="en-US" sz="2800" dirty="0"/>
              <a:t>模型</a:t>
            </a:r>
            <a:endParaRPr lang="en-US" sz="2800" dirty="0"/>
          </a:p>
        </p:txBody>
      </p:sp>
      <p:pic>
        <p:nvPicPr>
          <p:cNvPr id="4102" name="Picture 6" descr="Real World Applications of Automaton Theory – Lucky's Notes">
            <a:extLst>
              <a:ext uri="{FF2B5EF4-FFF2-40B4-BE49-F238E27FC236}">
                <a16:creationId xmlns:a16="http://schemas.microsoft.com/office/drawing/2014/main" id="{E970DC8F-EAB0-4694-B383-0B5617AB41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85562" y="2671060"/>
            <a:ext cx="3130260" cy="1870960"/>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a:extLst>
              <a:ext uri="{FF2B5EF4-FFF2-40B4-BE49-F238E27FC236}">
                <a16:creationId xmlns:a16="http://schemas.microsoft.com/office/drawing/2014/main" id="{DADB6529-BCEF-4676-850E-2B2B0E7C6669}"/>
              </a:ext>
            </a:extLst>
          </p:cNvPr>
          <p:cNvSpPr txBox="1"/>
          <p:nvPr/>
        </p:nvSpPr>
        <p:spPr>
          <a:xfrm>
            <a:off x="7974767" y="5969655"/>
            <a:ext cx="902811" cy="523220"/>
          </a:xfrm>
          <a:prstGeom prst="rect">
            <a:avLst/>
          </a:prstGeom>
          <a:noFill/>
        </p:spPr>
        <p:txBody>
          <a:bodyPr wrap="none" rtlCol="0">
            <a:spAutoFit/>
          </a:bodyPr>
          <a:lstStyle/>
          <a:p>
            <a:r>
              <a:rPr lang="zh-CN" altLang="en-US" sz="2800" dirty="0"/>
              <a:t>规范</a:t>
            </a:r>
            <a:endParaRPr lang="en-US" sz="2800" dirty="0"/>
          </a:p>
        </p:txBody>
      </p:sp>
      <p:sp>
        <p:nvSpPr>
          <p:cNvPr id="7" name="灯片编号占位符 6">
            <a:extLst>
              <a:ext uri="{FF2B5EF4-FFF2-40B4-BE49-F238E27FC236}">
                <a16:creationId xmlns:a16="http://schemas.microsoft.com/office/drawing/2014/main" id="{70CDA662-21D5-483D-BC57-AB6477406602}"/>
              </a:ext>
            </a:extLst>
          </p:cNvPr>
          <p:cNvSpPr>
            <a:spLocks noGrp="1"/>
          </p:cNvSpPr>
          <p:nvPr>
            <p:ph type="sldNum" sz="quarter" idx="12"/>
          </p:nvPr>
        </p:nvSpPr>
        <p:spPr/>
        <p:txBody>
          <a:bodyPr/>
          <a:lstStyle/>
          <a:p>
            <a:fld id="{D7908312-C304-4E11-A3D5-5AF4AE311060}" type="slidenum">
              <a:rPr lang="en-US" smtClean="0"/>
              <a:t>21</a:t>
            </a:fld>
            <a:endParaRPr lang="en-US"/>
          </a:p>
        </p:txBody>
      </p:sp>
      <p:sp>
        <p:nvSpPr>
          <p:cNvPr id="10" name="乘号 9">
            <a:extLst>
              <a:ext uri="{FF2B5EF4-FFF2-40B4-BE49-F238E27FC236}">
                <a16:creationId xmlns:a16="http://schemas.microsoft.com/office/drawing/2014/main" id="{848378C7-8C1B-4466-926E-519E58DE2455}"/>
              </a:ext>
            </a:extLst>
          </p:cNvPr>
          <p:cNvSpPr/>
          <p:nvPr/>
        </p:nvSpPr>
        <p:spPr>
          <a:xfrm>
            <a:off x="5117689" y="3325602"/>
            <a:ext cx="870788" cy="854417"/>
          </a:xfrm>
          <a:prstGeom prst="mathMultiply">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634213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51E89D-AAD2-44C5-9A1B-A996A75E6E11}"/>
              </a:ext>
            </a:extLst>
          </p:cNvPr>
          <p:cNvSpPr>
            <a:spLocks noGrp="1"/>
          </p:cNvSpPr>
          <p:nvPr>
            <p:ph type="title"/>
          </p:nvPr>
        </p:nvSpPr>
        <p:spPr/>
        <p:txBody>
          <a:bodyPr/>
          <a:lstStyle/>
          <a:p>
            <a:r>
              <a:rPr lang="zh-CN" altLang="en-US" dirty="0"/>
              <a:t>图的交集</a:t>
            </a:r>
            <a:endParaRPr lang="en-US" dirty="0"/>
          </a:p>
        </p:txBody>
      </p:sp>
      <p:pic>
        <p:nvPicPr>
          <p:cNvPr id="5" name="图片 4" descr="图示&#10;&#10;描述已自动生成">
            <a:extLst>
              <a:ext uri="{FF2B5EF4-FFF2-40B4-BE49-F238E27FC236}">
                <a16:creationId xmlns:a16="http://schemas.microsoft.com/office/drawing/2014/main" id="{3D0AA6FC-444B-4C61-84F1-36FB199362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19255" y="1867516"/>
            <a:ext cx="3655566" cy="1561483"/>
          </a:xfrm>
          <a:prstGeom prst="rect">
            <a:avLst/>
          </a:prstGeom>
        </p:spPr>
      </p:pic>
      <p:pic>
        <p:nvPicPr>
          <p:cNvPr id="7" name="图片 6" descr="图示&#10;&#10;描述已自动生成">
            <a:extLst>
              <a:ext uri="{FF2B5EF4-FFF2-40B4-BE49-F238E27FC236}">
                <a16:creationId xmlns:a16="http://schemas.microsoft.com/office/drawing/2014/main" id="{93CFABC0-8566-4EE8-A471-49F773FD0C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06291" y="1981832"/>
            <a:ext cx="3526864" cy="1389372"/>
          </a:xfrm>
          <a:prstGeom prst="rect">
            <a:avLst/>
          </a:prstGeom>
        </p:spPr>
      </p:pic>
      <p:sp>
        <p:nvSpPr>
          <p:cNvPr id="10" name="乘号 9">
            <a:extLst>
              <a:ext uri="{FF2B5EF4-FFF2-40B4-BE49-F238E27FC236}">
                <a16:creationId xmlns:a16="http://schemas.microsoft.com/office/drawing/2014/main" id="{D3785CF7-D218-42D2-9A4B-7E37E955F68D}"/>
              </a:ext>
            </a:extLst>
          </p:cNvPr>
          <p:cNvSpPr/>
          <p:nvPr/>
        </p:nvSpPr>
        <p:spPr>
          <a:xfrm>
            <a:off x="5799836" y="2339239"/>
            <a:ext cx="870788" cy="854417"/>
          </a:xfrm>
          <a:prstGeom prst="mathMultiply">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descr="What is a Question Mark? - Answered - Twinkl Teaching Wiki">
            <a:extLst>
              <a:ext uri="{FF2B5EF4-FFF2-40B4-BE49-F238E27FC236}">
                <a16:creationId xmlns:a16="http://schemas.microsoft.com/office/drawing/2014/main" id="{6D5806D3-3A1E-42F7-BC0A-D3240CEF054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81664" y="3969701"/>
            <a:ext cx="907131" cy="1288658"/>
          </a:xfrm>
          <a:prstGeom prst="rect">
            <a:avLst/>
          </a:prstGeom>
          <a:noFill/>
          <a:extLst>
            <a:ext uri="{909E8E84-426E-40DD-AFC4-6F175D3DCCD1}">
              <a14:hiddenFill xmlns:a14="http://schemas.microsoft.com/office/drawing/2010/main">
                <a:solidFill>
                  <a:srgbClr val="FFFFFF"/>
                </a:solidFill>
              </a14:hiddenFill>
            </a:ext>
          </a:extLst>
        </p:spPr>
      </p:pic>
      <p:sp>
        <p:nvSpPr>
          <p:cNvPr id="13" name="灯片编号占位符 12">
            <a:extLst>
              <a:ext uri="{FF2B5EF4-FFF2-40B4-BE49-F238E27FC236}">
                <a16:creationId xmlns:a16="http://schemas.microsoft.com/office/drawing/2014/main" id="{B389230D-E75F-4AC4-995C-4238BD8B895A}"/>
              </a:ext>
            </a:extLst>
          </p:cNvPr>
          <p:cNvSpPr>
            <a:spLocks noGrp="1"/>
          </p:cNvSpPr>
          <p:nvPr>
            <p:ph type="sldNum" sz="quarter" idx="12"/>
          </p:nvPr>
        </p:nvSpPr>
        <p:spPr/>
        <p:txBody>
          <a:bodyPr/>
          <a:lstStyle/>
          <a:p>
            <a:fld id="{997BF33A-1886-435B-927C-A4263B34FE26}" type="slidenum">
              <a:rPr lang="en-US" smtClean="0"/>
              <a:t>22</a:t>
            </a:fld>
            <a:endParaRPr lang="en-US"/>
          </a:p>
        </p:txBody>
      </p:sp>
    </p:spTree>
    <p:extLst>
      <p:ext uri="{BB962C8B-B14F-4D97-AF65-F5344CB8AC3E}">
        <p14:creationId xmlns:p14="http://schemas.microsoft.com/office/powerpoint/2010/main" val="40893234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51E89D-AAD2-44C5-9A1B-A996A75E6E11}"/>
              </a:ext>
            </a:extLst>
          </p:cNvPr>
          <p:cNvSpPr>
            <a:spLocks noGrp="1"/>
          </p:cNvSpPr>
          <p:nvPr>
            <p:ph type="title"/>
          </p:nvPr>
        </p:nvSpPr>
        <p:spPr/>
        <p:txBody>
          <a:bodyPr/>
          <a:lstStyle/>
          <a:p>
            <a:r>
              <a:rPr lang="zh-CN" altLang="en-US" dirty="0"/>
              <a:t>图的交集</a:t>
            </a:r>
            <a:endParaRPr lang="en-US" dirty="0"/>
          </a:p>
        </p:txBody>
      </p:sp>
      <p:pic>
        <p:nvPicPr>
          <p:cNvPr id="5" name="图片 4" descr="图示&#10;&#10;描述已自动生成">
            <a:extLst>
              <a:ext uri="{FF2B5EF4-FFF2-40B4-BE49-F238E27FC236}">
                <a16:creationId xmlns:a16="http://schemas.microsoft.com/office/drawing/2014/main" id="{3D0AA6FC-444B-4C61-84F1-36FB199362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19255" y="1867516"/>
            <a:ext cx="3655566" cy="1561483"/>
          </a:xfrm>
          <a:prstGeom prst="rect">
            <a:avLst/>
          </a:prstGeom>
        </p:spPr>
      </p:pic>
      <p:pic>
        <p:nvPicPr>
          <p:cNvPr id="7" name="图片 6" descr="图示&#10;&#10;描述已自动生成">
            <a:extLst>
              <a:ext uri="{FF2B5EF4-FFF2-40B4-BE49-F238E27FC236}">
                <a16:creationId xmlns:a16="http://schemas.microsoft.com/office/drawing/2014/main" id="{93CFABC0-8566-4EE8-A471-49F773FD0C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06291" y="1981832"/>
            <a:ext cx="3526864" cy="1389372"/>
          </a:xfrm>
          <a:prstGeom prst="rect">
            <a:avLst/>
          </a:prstGeom>
        </p:spPr>
      </p:pic>
      <p:pic>
        <p:nvPicPr>
          <p:cNvPr id="9" name="图片 8" descr="形状&#10;&#10;描述已自动生成">
            <a:extLst>
              <a:ext uri="{FF2B5EF4-FFF2-40B4-BE49-F238E27FC236}">
                <a16:creationId xmlns:a16="http://schemas.microsoft.com/office/drawing/2014/main" id="{7739D014-DD90-4789-832D-63E43CD280A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32568" y="3784265"/>
            <a:ext cx="3526863" cy="2847703"/>
          </a:xfrm>
          <a:prstGeom prst="rect">
            <a:avLst/>
          </a:prstGeom>
        </p:spPr>
      </p:pic>
      <p:sp>
        <p:nvSpPr>
          <p:cNvPr id="10" name="乘号 9">
            <a:extLst>
              <a:ext uri="{FF2B5EF4-FFF2-40B4-BE49-F238E27FC236}">
                <a16:creationId xmlns:a16="http://schemas.microsoft.com/office/drawing/2014/main" id="{D3785CF7-D218-42D2-9A4B-7E37E955F68D}"/>
              </a:ext>
            </a:extLst>
          </p:cNvPr>
          <p:cNvSpPr/>
          <p:nvPr/>
        </p:nvSpPr>
        <p:spPr>
          <a:xfrm>
            <a:off x="5799836" y="2339239"/>
            <a:ext cx="870788" cy="854417"/>
          </a:xfrm>
          <a:prstGeom prst="mathMultiply">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灯片编号占位符 2">
            <a:extLst>
              <a:ext uri="{FF2B5EF4-FFF2-40B4-BE49-F238E27FC236}">
                <a16:creationId xmlns:a16="http://schemas.microsoft.com/office/drawing/2014/main" id="{33969765-0890-44B8-BCE5-4B41F6433109}"/>
              </a:ext>
            </a:extLst>
          </p:cNvPr>
          <p:cNvSpPr>
            <a:spLocks noGrp="1"/>
          </p:cNvSpPr>
          <p:nvPr>
            <p:ph type="sldNum" sz="quarter" idx="12"/>
          </p:nvPr>
        </p:nvSpPr>
        <p:spPr/>
        <p:txBody>
          <a:bodyPr/>
          <a:lstStyle/>
          <a:p>
            <a:fld id="{997BF33A-1886-435B-927C-A4263B34FE26}" type="slidenum">
              <a:rPr lang="en-US" smtClean="0"/>
              <a:t>23</a:t>
            </a:fld>
            <a:endParaRPr lang="en-US"/>
          </a:p>
        </p:txBody>
      </p:sp>
    </p:spTree>
    <p:extLst>
      <p:ext uri="{BB962C8B-B14F-4D97-AF65-F5344CB8AC3E}">
        <p14:creationId xmlns:p14="http://schemas.microsoft.com/office/powerpoint/2010/main" val="29214698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51E89D-AAD2-44C5-9A1B-A996A75E6E11}"/>
              </a:ext>
            </a:extLst>
          </p:cNvPr>
          <p:cNvSpPr>
            <a:spLocks noGrp="1"/>
          </p:cNvSpPr>
          <p:nvPr>
            <p:ph type="title"/>
          </p:nvPr>
        </p:nvSpPr>
        <p:spPr/>
        <p:txBody>
          <a:bodyPr/>
          <a:lstStyle/>
          <a:p>
            <a:r>
              <a:rPr lang="zh-CN" altLang="en-US" dirty="0"/>
              <a:t>图的交集</a:t>
            </a:r>
            <a:endParaRPr lang="en-US" dirty="0"/>
          </a:p>
        </p:txBody>
      </p:sp>
      <p:pic>
        <p:nvPicPr>
          <p:cNvPr id="5" name="图片 4" descr="图示&#10;&#10;描述已自动生成">
            <a:extLst>
              <a:ext uri="{FF2B5EF4-FFF2-40B4-BE49-F238E27FC236}">
                <a16:creationId xmlns:a16="http://schemas.microsoft.com/office/drawing/2014/main" id="{3D0AA6FC-444B-4C61-84F1-36FB199362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19255" y="1867516"/>
            <a:ext cx="3655566" cy="1561483"/>
          </a:xfrm>
          <a:prstGeom prst="rect">
            <a:avLst/>
          </a:prstGeom>
        </p:spPr>
      </p:pic>
      <p:pic>
        <p:nvPicPr>
          <p:cNvPr id="7" name="图片 6" descr="图示&#10;&#10;描述已自动生成">
            <a:extLst>
              <a:ext uri="{FF2B5EF4-FFF2-40B4-BE49-F238E27FC236}">
                <a16:creationId xmlns:a16="http://schemas.microsoft.com/office/drawing/2014/main" id="{93CFABC0-8566-4EE8-A471-49F773FD0C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06291" y="1981832"/>
            <a:ext cx="3526864" cy="1389372"/>
          </a:xfrm>
          <a:prstGeom prst="rect">
            <a:avLst/>
          </a:prstGeom>
        </p:spPr>
      </p:pic>
      <p:pic>
        <p:nvPicPr>
          <p:cNvPr id="9" name="图片 8" descr="形状&#10;&#10;描述已自动生成">
            <a:extLst>
              <a:ext uri="{FF2B5EF4-FFF2-40B4-BE49-F238E27FC236}">
                <a16:creationId xmlns:a16="http://schemas.microsoft.com/office/drawing/2014/main" id="{7739D014-DD90-4789-832D-63E43CD280A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32568" y="3784265"/>
            <a:ext cx="3526863" cy="2847703"/>
          </a:xfrm>
          <a:prstGeom prst="rect">
            <a:avLst/>
          </a:prstGeom>
        </p:spPr>
      </p:pic>
      <p:sp>
        <p:nvSpPr>
          <p:cNvPr id="10" name="乘号 9">
            <a:extLst>
              <a:ext uri="{FF2B5EF4-FFF2-40B4-BE49-F238E27FC236}">
                <a16:creationId xmlns:a16="http://schemas.microsoft.com/office/drawing/2014/main" id="{D3785CF7-D218-42D2-9A4B-7E37E955F68D}"/>
              </a:ext>
            </a:extLst>
          </p:cNvPr>
          <p:cNvSpPr/>
          <p:nvPr/>
        </p:nvSpPr>
        <p:spPr>
          <a:xfrm>
            <a:off x="5799836" y="2339239"/>
            <a:ext cx="870788" cy="854417"/>
          </a:xfrm>
          <a:prstGeom prst="mathMultiply">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灯片编号占位符 2">
            <a:extLst>
              <a:ext uri="{FF2B5EF4-FFF2-40B4-BE49-F238E27FC236}">
                <a16:creationId xmlns:a16="http://schemas.microsoft.com/office/drawing/2014/main" id="{33969765-0890-44B8-BCE5-4B41F6433109}"/>
              </a:ext>
            </a:extLst>
          </p:cNvPr>
          <p:cNvSpPr>
            <a:spLocks noGrp="1"/>
          </p:cNvSpPr>
          <p:nvPr>
            <p:ph type="sldNum" sz="quarter" idx="12"/>
          </p:nvPr>
        </p:nvSpPr>
        <p:spPr/>
        <p:txBody>
          <a:bodyPr/>
          <a:lstStyle/>
          <a:p>
            <a:fld id="{997BF33A-1886-435B-927C-A4263B34FE26}" type="slidenum">
              <a:rPr lang="en-US" smtClean="0"/>
              <a:t>24</a:t>
            </a:fld>
            <a:endParaRPr lang="en-US"/>
          </a:p>
        </p:txBody>
      </p:sp>
      <p:sp>
        <p:nvSpPr>
          <p:cNvPr id="4" name="文本框 3">
            <a:extLst>
              <a:ext uri="{FF2B5EF4-FFF2-40B4-BE49-F238E27FC236}">
                <a16:creationId xmlns:a16="http://schemas.microsoft.com/office/drawing/2014/main" id="{537CC292-C49D-4D3C-8753-7A7908BAF2C6}"/>
              </a:ext>
            </a:extLst>
          </p:cNvPr>
          <p:cNvSpPr txBox="1"/>
          <p:nvPr/>
        </p:nvSpPr>
        <p:spPr>
          <a:xfrm>
            <a:off x="8451542" y="4643021"/>
            <a:ext cx="3185487" cy="369332"/>
          </a:xfrm>
          <a:prstGeom prst="rect">
            <a:avLst/>
          </a:prstGeom>
          <a:noFill/>
        </p:spPr>
        <p:txBody>
          <a:bodyPr wrap="none" rtlCol="0">
            <a:spAutoFit/>
          </a:bodyPr>
          <a:lstStyle/>
          <a:p>
            <a:r>
              <a:rPr lang="zh-CN" altLang="en-US" dirty="0">
                <a:solidFill>
                  <a:srgbClr val="00B0F0"/>
                </a:solidFill>
              </a:rPr>
              <a:t>通过图搜索来解决验证问题！</a:t>
            </a:r>
          </a:p>
        </p:txBody>
      </p:sp>
    </p:spTree>
    <p:extLst>
      <p:ext uri="{BB962C8B-B14F-4D97-AF65-F5344CB8AC3E}">
        <p14:creationId xmlns:p14="http://schemas.microsoft.com/office/powerpoint/2010/main" val="22084411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A8F0DD-A316-4F9D-81F2-A172AB0B7379}"/>
              </a:ext>
            </a:extLst>
          </p:cNvPr>
          <p:cNvSpPr>
            <a:spLocks noGrp="1"/>
          </p:cNvSpPr>
          <p:nvPr>
            <p:ph type="title"/>
          </p:nvPr>
        </p:nvSpPr>
        <p:spPr/>
        <p:txBody>
          <a:bodyPr/>
          <a:lstStyle/>
          <a:p>
            <a:r>
              <a:rPr lang="zh-CN" altLang="en-US" dirty="0"/>
              <a:t>图上的可达性分析</a:t>
            </a:r>
            <a:endParaRPr lang="en-US" dirty="0"/>
          </a:p>
        </p:txBody>
      </p:sp>
      <p:sp>
        <p:nvSpPr>
          <p:cNvPr id="38" name="灯片编号占位符 37">
            <a:extLst>
              <a:ext uri="{FF2B5EF4-FFF2-40B4-BE49-F238E27FC236}">
                <a16:creationId xmlns:a16="http://schemas.microsoft.com/office/drawing/2014/main" id="{C5B52102-9833-4CDD-8460-D2F595FF16ED}"/>
              </a:ext>
            </a:extLst>
          </p:cNvPr>
          <p:cNvSpPr>
            <a:spLocks noGrp="1"/>
          </p:cNvSpPr>
          <p:nvPr>
            <p:ph type="sldNum" sz="quarter" idx="12"/>
          </p:nvPr>
        </p:nvSpPr>
        <p:spPr/>
        <p:txBody>
          <a:bodyPr/>
          <a:lstStyle/>
          <a:p>
            <a:fld id="{81FB5FCF-B845-4FD0-8CAB-5D8F3E376DBE}" type="slidenum">
              <a:rPr lang="en-US" smtClean="0"/>
              <a:t>25</a:t>
            </a:fld>
            <a:endParaRPr lang="en-US"/>
          </a:p>
        </p:txBody>
      </p:sp>
      <p:sp>
        <p:nvSpPr>
          <p:cNvPr id="4" name="椭圆 3">
            <a:extLst>
              <a:ext uri="{FF2B5EF4-FFF2-40B4-BE49-F238E27FC236}">
                <a16:creationId xmlns:a16="http://schemas.microsoft.com/office/drawing/2014/main" id="{55800D66-BB2D-426F-A3DE-2A4FB0AF8E26}"/>
              </a:ext>
            </a:extLst>
          </p:cNvPr>
          <p:cNvSpPr/>
          <p:nvPr/>
        </p:nvSpPr>
        <p:spPr>
          <a:xfrm>
            <a:off x="3117167" y="3252277"/>
            <a:ext cx="548640" cy="58029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 name="文本框 4">
            <a:extLst>
              <a:ext uri="{FF2B5EF4-FFF2-40B4-BE49-F238E27FC236}">
                <a16:creationId xmlns:a16="http://schemas.microsoft.com/office/drawing/2014/main" id="{0FBF2C95-804D-422B-972B-0C3146F10341}"/>
              </a:ext>
            </a:extLst>
          </p:cNvPr>
          <p:cNvSpPr txBox="1"/>
          <p:nvPr/>
        </p:nvSpPr>
        <p:spPr>
          <a:xfrm>
            <a:off x="3218843" y="3369297"/>
            <a:ext cx="415498" cy="400110"/>
          </a:xfrm>
          <a:prstGeom prst="rect">
            <a:avLst/>
          </a:prstGeom>
          <a:noFill/>
        </p:spPr>
        <p:txBody>
          <a:bodyPr wrap="none" rtlCol="0">
            <a:spAutoFit/>
          </a:bodyPr>
          <a:lstStyle/>
          <a:p>
            <a:r>
              <a:rPr lang="en-US" sz="2000" dirty="0"/>
              <a:t>s0</a:t>
            </a:r>
          </a:p>
        </p:txBody>
      </p:sp>
      <p:sp>
        <p:nvSpPr>
          <p:cNvPr id="6" name="椭圆 5">
            <a:extLst>
              <a:ext uri="{FF2B5EF4-FFF2-40B4-BE49-F238E27FC236}">
                <a16:creationId xmlns:a16="http://schemas.microsoft.com/office/drawing/2014/main" id="{B1EB68A7-588E-4D7F-BDA3-E7CF0624346A}"/>
              </a:ext>
            </a:extLst>
          </p:cNvPr>
          <p:cNvSpPr/>
          <p:nvPr/>
        </p:nvSpPr>
        <p:spPr>
          <a:xfrm>
            <a:off x="4286543" y="2459212"/>
            <a:ext cx="548640" cy="58029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 name="文本框 6">
            <a:extLst>
              <a:ext uri="{FF2B5EF4-FFF2-40B4-BE49-F238E27FC236}">
                <a16:creationId xmlns:a16="http://schemas.microsoft.com/office/drawing/2014/main" id="{9643C58A-825B-471E-97D2-3DEE0D629873}"/>
              </a:ext>
            </a:extLst>
          </p:cNvPr>
          <p:cNvSpPr txBox="1"/>
          <p:nvPr/>
        </p:nvSpPr>
        <p:spPr>
          <a:xfrm>
            <a:off x="4388219" y="2576232"/>
            <a:ext cx="415498" cy="400110"/>
          </a:xfrm>
          <a:prstGeom prst="rect">
            <a:avLst/>
          </a:prstGeom>
          <a:noFill/>
        </p:spPr>
        <p:txBody>
          <a:bodyPr wrap="none" rtlCol="0">
            <a:spAutoFit/>
          </a:bodyPr>
          <a:lstStyle/>
          <a:p>
            <a:r>
              <a:rPr lang="en-US" sz="2000" dirty="0"/>
              <a:t>s1</a:t>
            </a:r>
          </a:p>
        </p:txBody>
      </p:sp>
      <p:sp>
        <p:nvSpPr>
          <p:cNvPr id="8" name="椭圆 7">
            <a:extLst>
              <a:ext uri="{FF2B5EF4-FFF2-40B4-BE49-F238E27FC236}">
                <a16:creationId xmlns:a16="http://schemas.microsoft.com/office/drawing/2014/main" id="{EEDCDBCB-4031-4EAB-A17F-FC64B4B6487B}"/>
              </a:ext>
            </a:extLst>
          </p:cNvPr>
          <p:cNvSpPr/>
          <p:nvPr/>
        </p:nvSpPr>
        <p:spPr>
          <a:xfrm>
            <a:off x="4200378" y="3934561"/>
            <a:ext cx="548640" cy="58029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 name="文本框 8">
            <a:extLst>
              <a:ext uri="{FF2B5EF4-FFF2-40B4-BE49-F238E27FC236}">
                <a16:creationId xmlns:a16="http://schemas.microsoft.com/office/drawing/2014/main" id="{3EC09A5F-812D-4DFE-9105-2B7FA35C0A96}"/>
              </a:ext>
            </a:extLst>
          </p:cNvPr>
          <p:cNvSpPr txBox="1"/>
          <p:nvPr/>
        </p:nvSpPr>
        <p:spPr>
          <a:xfrm>
            <a:off x="4302055" y="4051581"/>
            <a:ext cx="415498" cy="400110"/>
          </a:xfrm>
          <a:prstGeom prst="rect">
            <a:avLst/>
          </a:prstGeom>
          <a:noFill/>
        </p:spPr>
        <p:txBody>
          <a:bodyPr wrap="none" rtlCol="0">
            <a:spAutoFit/>
          </a:bodyPr>
          <a:lstStyle/>
          <a:p>
            <a:r>
              <a:rPr lang="en-US" sz="2000" dirty="0"/>
              <a:t>s2</a:t>
            </a:r>
          </a:p>
        </p:txBody>
      </p:sp>
      <p:sp>
        <p:nvSpPr>
          <p:cNvPr id="10" name="椭圆 9">
            <a:extLst>
              <a:ext uri="{FF2B5EF4-FFF2-40B4-BE49-F238E27FC236}">
                <a16:creationId xmlns:a16="http://schemas.microsoft.com/office/drawing/2014/main" id="{9622C933-F7EE-4F75-AE54-4449C7DFEA8F}"/>
              </a:ext>
            </a:extLst>
          </p:cNvPr>
          <p:cNvSpPr/>
          <p:nvPr/>
        </p:nvSpPr>
        <p:spPr>
          <a:xfrm>
            <a:off x="5506915" y="3173147"/>
            <a:ext cx="548640" cy="58029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1" name="文本框 10">
            <a:extLst>
              <a:ext uri="{FF2B5EF4-FFF2-40B4-BE49-F238E27FC236}">
                <a16:creationId xmlns:a16="http://schemas.microsoft.com/office/drawing/2014/main" id="{9FF41067-FCC2-4875-B36C-B8A4F58BB187}"/>
              </a:ext>
            </a:extLst>
          </p:cNvPr>
          <p:cNvSpPr txBox="1"/>
          <p:nvPr/>
        </p:nvSpPr>
        <p:spPr>
          <a:xfrm>
            <a:off x="5608591" y="3290168"/>
            <a:ext cx="415498" cy="400110"/>
          </a:xfrm>
          <a:prstGeom prst="rect">
            <a:avLst/>
          </a:prstGeom>
          <a:noFill/>
        </p:spPr>
        <p:txBody>
          <a:bodyPr wrap="none" rtlCol="0">
            <a:spAutoFit/>
          </a:bodyPr>
          <a:lstStyle/>
          <a:p>
            <a:r>
              <a:rPr lang="en-US" sz="2000" dirty="0"/>
              <a:t>s3</a:t>
            </a:r>
          </a:p>
        </p:txBody>
      </p:sp>
      <p:sp>
        <p:nvSpPr>
          <p:cNvPr id="12" name="椭圆 11">
            <a:extLst>
              <a:ext uri="{FF2B5EF4-FFF2-40B4-BE49-F238E27FC236}">
                <a16:creationId xmlns:a16="http://schemas.microsoft.com/office/drawing/2014/main" id="{FFFE80F0-808F-4024-B514-863D361DADE5}"/>
              </a:ext>
            </a:extLst>
          </p:cNvPr>
          <p:cNvSpPr/>
          <p:nvPr/>
        </p:nvSpPr>
        <p:spPr>
          <a:xfrm>
            <a:off x="6602436" y="2485585"/>
            <a:ext cx="548640" cy="58029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3" name="文本框 12">
            <a:extLst>
              <a:ext uri="{FF2B5EF4-FFF2-40B4-BE49-F238E27FC236}">
                <a16:creationId xmlns:a16="http://schemas.microsoft.com/office/drawing/2014/main" id="{B61C8E03-E76F-402E-A79D-0EB673B416E5}"/>
              </a:ext>
            </a:extLst>
          </p:cNvPr>
          <p:cNvSpPr txBox="1"/>
          <p:nvPr/>
        </p:nvSpPr>
        <p:spPr>
          <a:xfrm>
            <a:off x="6704113" y="2602605"/>
            <a:ext cx="415498" cy="400110"/>
          </a:xfrm>
          <a:prstGeom prst="rect">
            <a:avLst/>
          </a:prstGeom>
          <a:noFill/>
        </p:spPr>
        <p:txBody>
          <a:bodyPr wrap="none" rtlCol="0">
            <a:spAutoFit/>
          </a:bodyPr>
          <a:lstStyle/>
          <a:p>
            <a:r>
              <a:rPr lang="en-US" sz="2000" dirty="0"/>
              <a:t>s4</a:t>
            </a:r>
          </a:p>
        </p:txBody>
      </p:sp>
      <p:sp>
        <p:nvSpPr>
          <p:cNvPr id="14" name="椭圆 13">
            <a:extLst>
              <a:ext uri="{FF2B5EF4-FFF2-40B4-BE49-F238E27FC236}">
                <a16:creationId xmlns:a16="http://schemas.microsoft.com/office/drawing/2014/main" id="{5A0F47C6-8E83-4259-9D77-17801835BC04}"/>
              </a:ext>
            </a:extLst>
          </p:cNvPr>
          <p:cNvSpPr/>
          <p:nvPr/>
        </p:nvSpPr>
        <p:spPr>
          <a:xfrm>
            <a:off x="6695634" y="4003135"/>
            <a:ext cx="548640" cy="58029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5" name="文本框 14">
            <a:extLst>
              <a:ext uri="{FF2B5EF4-FFF2-40B4-BE49-F238E27FC236}">
                <a16:creationId xmlns:a16="http://schemas.microsoft.com/office/drawing/2014/main" id="{EBE1E9BF-9083-4708-936B-497DB4578DB0}"/>
              </a:ext>
            </a:extLst>
          </p:cNvPr>
          <p:cNvSpPr txBox="1"/>
          <p:nvPr/>
        </p:nvSpPr>
        <p:spPr>
          <a:xfrm>
            <a:off x="6797311" y="4120155"/>
            <a:ext cx="415498" cy="400110"/>
          </a:xfrm>
          <a:prstGeom prst="rect">
            <a:avLst/>
          </a:prstGeom>
          <a:noFill/>
        </p:spPr>
        <p:txBody>
          <a:bodyPr wrap="none" rtlCol="0">
            <a:spAutoFit/>
          </a:bodyPr>
          <a:lstStyle/>
          <a:p>
            <a:r>
              <a:rPr lang="en-US" sz="2000" dirty="0"/>
              <a:t>s5</a:t>
            </a:r>
          </a:p>
        </p:txBody>
      </p:sp>
      <p:sp>
        <p:nvSpPr>
          <p:cNvPr id="16" name="椭圆 15">
            <a:extLst>
              <a:ext uri="{FF2B5EF4-FFF2-40B4-BE49-F238E27FC236}">
                <a16:creationId xmlns:a16="http://schemas.microsoft.com/office/drawing/2014/main" id="{BA98FFFB-569A-48C5-AF83-918589848B78}"/>
              </a:ext>
            </a:extLst>
          </p:cNvPr>
          <p:cNvSpPr/>
          <p:nvPr/>
        </p:nvSpPr>
        <p:spPr>
          <a:xfrm>
            <a:off x="7970517" y="3210069"/>
            <a:ext cx="548640" cy="580292"/>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7" name="文本框 16">
            <a:extLst>
              <a:ext uri="{FF2B5EF4-FFF2-40B4-BE49-F238E27FC236}">
                <a16:creationId xmlns:a16="http://schemas.microsoft.com/office/drawing/2014/main" id="{FFB35154-A37D-46BF-953C-C31D973A3EED}"/>
              </a:ext>
            </a:extLst>
          </p:cNvPr>
          <p:cNvSpPr txBox="1"/>
          <p:nvPr/>
        </p:nvSpPr>
        <p:spPr>
          <a:xfrm>
            <a:off x="8072194" y="3327089"/>
            <a:ext cx="415498" cy="400110"/>
          </a:xfrm>
          <a:prstGeom prst="rect">
            <a:avLst/>
          </a:prstGeom>
          <a:noFill/>
        </p:spPr>
        <p:txBody>
          <a:bodyPr wrap="none" rtlCol="0">
            <a:spAutoFit/>
          </a:bodyPr>
          <a:lstStyle/>
          <a:p>
            <a:r>
              <a:rPr lang="en-US" sz="2000" dirty="0"/>
              <a:t>s6</a:t>
            </a:r>
          </a:p>
        </p:txBody>
      </p:sp>
      <p:cxnSp>
        <p:nvCxnSpPr>
          <p:cNvPr id="19" name="直接箭头连接符 18">
            <a:extLst>
              <a:ext uri="{FF2B5EF4-FFF2-40B4-BE49-F238E27FC236}">
                <a16:creationId xmlns:a16="http://schemas.microsoft.com/office/drawing/2014/main" id="{CABFDEB3-0310-4015-AC12-383389B50B7A}"/>
              </a:ext>
            </a:extLst>
          </p:cNvPr>
          <p:cNvCxnSpPr/>
          <p:nvPr/>
        </p:nvCxnSpPr>
        <p:spPr>
          <a:xfrm>
            <a:off x="2663484" y="3542416"/>
            <a:ext cx="44313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4F4127A4-AC9E-457A-8857-6C52A020E03C}"/>
              </a:ext>
            </a:extLst>
          </p:cNvPr>
          <p:cNvCxnSpPr>
            <a:cxnSpLocks/>
          </p:cNvCxnSpPr>
          <p:nvPr/>
        </p:nvCxnSpPr>
        <p:spPr>
          <a:xfrm flipV="1">
            <a:off x="3639433" y="2875568"/>
            <a:ext cx="660301" cy="5391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764238CC-1D2A-4918-A610-E6A79923EE25}"/>
              </a:ext>
            </a:extLst>
          </p:cNvPr>
          <p:cNvCxnSpPr>
            <a:stCxn id="4" idx="5"/>
          </p:cNvCxnSpPr>
          <p:nvPr/>
        </p:nvCxnSpPr>
        <p:spPr>
          <a:xfrm>
            <a:off x="3585462" y="3747587"/>
            <a:ext cx="653606" cy="3148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334C574C-39E3-408A-83CE-1529412FA0A7}"/>
              </a:ext>
            </a:extLst>
          </p:cNvPr>
          <p:cNvCxnSpPr>
            <a:stCxn id="8" idx="6"/>
          </p:cNvCxnSpPr>
          <p:nvPr/>
        </p:nvCxnSpPr>
        <p:spPr>
          <a:xfrm flipV="1">
            <a:off x="4749021" y="3673337"/>
            <a:ext cx="757897" cy="5513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FF784CD0-8B64-4AB5-807B-8A40B3FB39C2}"/>
              </a:ext>
            </a:extLst>
          </p:cNvPr>
          <p:cNvCxnSpPr>
            <a:endCxn id="10" idx="1"/>
          </p:cNvCxnSpPr>
          <p:nvPr/>
        </p:nvCxnSpPr>
        <p:spPr>
          <a:xfrm>
            <a:off x="4833427" y="2846861"/>
            <a:ext cx="753836" cy="4112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FB577184-F1FE-40F5-98A4-9C8B64A95CEE}"/>
              </a:ext>
            </a:extLst>
          </p:cNvPr>
          <p:cNvCxnSpPr/>
          <p:nvPr/>
        </p:nvCxnSpPr>
        <p:spPr>
          <a:xfrm flipV="1">
            <a:off x="6053796" y="2994367"/>
            <a:ext cx="594672" cy="3749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DB5979A4-7245-4A31-B7BB-9CE0DC67D1CC}"/>
              </a:ext>
            </a:extLst>
          </p:cNvPr>
          <p:cNvCxnSpPr>
            <a:stCxn id="10" idx="5"/>
          </p:cNvCxnSpPr>
          <p:nvPr/>
        </p:nvCxnSpPr>
        <p:spPr>
          <a:xfrm>
            <a:off x="5975211" y="3668456"/>
            <a:ext cx="728905" cy="4516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a:extLst>
              <a:ext uri="{FF2B5EF4-FFF2-40B4-BE49-F238E27FC236}">
                <a16:creationId xmlns:a16="http://schemas.microsoft.com/office/drawing/2014/main" id="{E5829CBB-9C9F-4C93-AB8F-EDBC9F37F0A6}"/>
              </a:ext>
            </a:extLst>
          </p:cNvPr>
          <p:cNvCxnSpPr>
            <a:stCxn id="14" idx="6"/>
            <a:endCxn id="16" idx="3"/>
          </p:cNvCxnSpPr>
          <p:nvPr/>
        </p:nvCxnSpPr>
        <p:spPr>
          <a:xfrm flipV="1">
            <a:off x="7244276" y="3705379"/>
            <a:ext cx="806590" cy="5879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a:extLst>
              <a:ext uri="{FF2B5EF4-FFF2-40B4-BE49-F238E27FC236}">
                <a16:creationId xmlns:a16="http://schemas.microsoft.com/office/drawing/2014/main" id="{12F77A9F-3E36-470D-8593-0136FE32777A}"/>
              </a:ext>
            </a:extLst>
          </p:cNvPr>
          <p:cNvCxnSpPr/>
          <p:nvPr/>
        </p:nvCxnSpPr>
        <p:spPr>
          <a:xfrm>
            <a:off x="7142599" y="2865516"/>
            <a:ext cx="827920" cy="5037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16250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A8F0DD-A316-4F9D-81F2-A172AB0B7379}"/>
              </a:ext>
            </a:extLst>
          </p:cNvPr>
          <p:cNvSpPr>
            <a:spLocks noGrp="1"/>
          </p:cNvSpPr>
          <p:nvPr>
            <p:ph type="title"/>
          </p:nvPr>
        </p:nvSpPr>
        <p:spPr/>
        <p:txBody>
          <a:bodyPr/>
          <a:lstStyle/>
          <a:p>
            <a:r>
              <a:rPr lang="zh-CN" altLang="en-US" dirty="0"/>
              <a:t>图上的可达性分析</a:t>
            </a:r>
            <a:endParaRPr lang="en-US" dirty="0"/>
          </a:p>
        </p:txBody>
      </p:sp>
      <p:sp>
        <p:nvSpPr>
          <p:cNvPr id="20" name="灯片编号占位符 19">
            <a:extLst>
              <a:ext uri="{FF2B5EF4-FFF2-40B4-BE49-F238E27FC236}">
                <a16:creationId xmlns:a16="http://schemas.microsoft.com/office/drawing/2014/main" id="{8F923A81-C1D7-40C2-AB9A-44E855FEA6BB}"/>
              </a:ext>
            </a:extLst>
          </p:cNvPr>
          <p:cNvSpPr>
            <a:spLocks noGrp="1"/>
          </p:cNvSpPr>
          <p:nvPr>
            <p:ph type="sldNum" sz="quarter" idx="12"/>
          </p:nvPr>
        </p:nvSpPr>
        <p:spPr/>
        <p:txBody>
          <a:bodyPr/>
          <a:lstStyle/>
          <a:p>
            <a:fld id="{81FB5FCF-B845-4FD0-8CAB-5D8F3E376DBE}" type="slidenum">
              <a:rPr lang="en-US" smtClean="0"/>
              <a:t>26</a:t>
            </a:fld>
            <a:endParaRPr lang="en-US"/>
          </a:p>
        </p:txBody>
      </p:sp>
      <p:sp>
        <p:nvSpPr>
          <p:cNvPr id="4" name="椭圆 3">
            <a:extLst>
              <a:ext uri="{FF2B5EF4-FFF2-40B4-BE49-F238E27FC236}">
                <a16:creationId xmlns:a16="http://schemas.microsoft.com/office/drawing/2014/main" id="{55800D66-BB2D-426F-A3DE-2A4FB0AF8E26}"/>
              </a:ext>
            </a:extLst>
          </p:cNvPr>
          <p:cNvSpPr/>
          <p:nvPr/>
        </p:nvSpPr>
        <p:spPr>
          <a:xfrm>
            <a:off x="3117167" y="3252277"/>
            <a:ext cx="548640" cy="58029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 name="文本框 4">
            <a:extLst>
              <a:ext uri="{FF2B5EF4-FFF2-40B4-BE49-F238E27FC236}">
                <a16:creationId xmlns:a16="http://schemas.microsoft.com/office/drawing/2014/main" id="{0FBF2C95-804D-422B-972B-0C3146F10341}"/>
              </a:ext>
            </a:extLst>
          </p:cNvPr>
          <p:cNvSpPr txBox="1"/>
          <p:nvPr/>
        </p:nvSpPr>
        <p:spPr>
          <a:xfrm>
            <a:off x="3218843" y="3369297"/>
            <a:ext cx="415498" cy="400110"/>
          </a:xfrm>
          <a:prstGeom prst="rect">
            <a:avLst/>
          </a:prstGeom>
          <a:noFill/>
        </p:spPr>
        <p:txBody>
          <a:bodyPr wrap="none" rtlCol="0">
            <a:spAutoFit/>
          </a:bodyPr>
          <a:lstStyle/>
          <a:p>
            <a:r>
              <a:rPr lang="en-US" sz="2000" dirty="0"/>
              <a:t>s0</a:t>
            </a:r>
          </a:p>
        </p:txBody>
      </p:sp>
      <p:sp>
        <p:nvSpPr>
          <p:cNvPr id="6" name="椭圆 5">
            <a:extLst>
              <a:ext uri="{FF2B5EF4-FFF2-40B4-BE49-F238E27FC236}">
                <a16:creationId xmlns:a16="http://schemas.microsoft.com/office/drawing/2014/main" id="{B1EB68A7-588E-4D7F-BDA3-E7CF0624346A}"/>
              </a:ext>
            </a:extLst>
          </p:cNvPr>
          <p:cNvSpPr/>
          <p:nvPr/>
        </p:nvSpPr>
        <p:spPr>
          <a:xfrm>
            <a:off x="4286543" y="2459212"/>
            <a:ext cx="548640" cy="58029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 name="文本框 6">
            <a:extLst>
              <a:ext uri="{FF2B5EF4-FFF2-40B4-BE49-F238E27FC236}">
                <a16:creationId xmlns:a16="http://schemas.microsoft.com/office/drawing/2014/main" id="{9643C58A-825B-471E-97D2-3DEE0D629873}"/>
              </a:ext>
            </a:extLst>
          </p:cNvPr>
          <p:cNvSpPr txBox="1"/>
          <p:nvPr/>
        </p:nvSpPr>
        <p:spPr>
          <a:xfrm>
            <a:off x="4388219" y="2576232"/>
            <a:ext cx="415498" cy="400110"/>
          </a:xfrm>
          <a:prstGeom prst="rect">
            <a:avLst/>
          </a:prstGeom>
          <a:noFill/>
        </p:spPr>
        <p:txBody>
          <a:bodyPr wrap="none" rtlCol="0">
            <a:spAutoFit/>
          </a:bodyPr>
          <a:lstStyle/>
          <a:p>
            <a:r>
              <a:rPr lang="en-US" sz="2000" dirty="0"/>
              <a:t>s1</a:t>
            </a:r>
          </a:p>
        </p:txBody>
      </p:sp>
      <p:sp>
        <p:nvSpPr>
          <p:cNvPr id="8" name="椭圆 7">
            <a:extLst>
              <a:ext uri="{FF2B5EF4-FFF2-40B4-BE49-F238E27FC236}">
                <a16:creationId xmlns:a16="http://schemas.microsoft.com/office/drawing/2014/main" id="{EEDCDBCB-4031-4EAB-A17F-FC64B4B6487B}"/>
              </a:ext>
            </a:extLst>
          </p:cNvPr>
          <p:cNvSpPr/>
          <p:nvPr/>
        </p:nvSpPr>
        <p:spPr>
          <a:xfrm>
            <a:off x="4200378" y="3934561"/>
            <a:ext cx="548640" cy="58029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 name="文本框 8">
            <a:extLst>
              <a:ext uri="{FF2B5EF4-FFF2-40B4-BE49-F238E27FC236}">
                <a16:creationId xmlns:a16="http://schemas.microsoft.com/office/drawing/2014/main" id="{3EC09A5F-812D-4DFE-9105-2B7FA35C0A96}"/>
              </a:ext>
            </a:extLst>
          </p:cNvPr>
          <p:cNvSpPr txBox="1"/>
          <p:nvPr/>
        </p:nvSpPr>
        <p:spPr>
          <a:xfrm>
            <a:off x="4302055" y="4051581"/>
            <a:ext cx="415498" cy="400110"/>
          </a:xfrm>
          <a:prstGeom prst="rect">
            <a:avLst/>
          </a:prstGeom>
          <a:noFill/>
        </p:spPr>
        <p:txBody>
          <a:bodyPr wrap="none" rtlCol="0">
            <a:spAutoFit/>
          </a:bodyPr>
          <a:lstStyle/>
          <a:p>
            <a:r>
              <a:rPr lang="en-US" sz="2000" dirty="0"/>
              <a:t>s2</a:t>
            </a:r>
          </a:p>
        </p:txBody>
      </p:sp>
      <p:sp>
        <p:nvSpPr>
          <p:cNvPr id="10" name="椭圆 9">
            <a:extLst>
              <a:ext uri="{FF2B5EF4-FFF2-40B4-BE49-F238E27FC236}">
                <a16:creationId xmlns:a16="http://schemas.microsoft.com/office/drawing/2014/main" id="{9622C933-F7EE-4F75-AE54-4449C7DFEA8F}"/>
              </a:ext>
            </a:extLst>
          </p:cNvPr>
          <p:cNvSpPr/>
          <p:nvPr/>
        </p:nvSpPr>
        <p:spPr>
          <a:xfrm>
            <a:off x="5506915" y="3173147"/>
            <a:ext cx="548640" cy="58029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1" name="文本框 10">
            <a:extLst>
              <a:ext uri="{FF2B5EF4-FFF2-40B4-BE49-F238E27FC236}">
                <a16:creationId xmlns:a16="http://schemas.microsoft.com/office/drawing/2014/main" id="{9FF41067-FCC2-4875-B36C-B8A4F58BB187}"/>
              </a:ext>
            </a:extLst>
          </p:cNvPr>
          <p:cNvSpPr txBox="1"/>
          <p:nvPr/>
        </p:nvSpPr>
        <p:spPr>
          <a:xfrm>
            <a:off x="5608591" y="3290168"/>
            <a:ext cx="415498" cy="400110"/>
          </a:xfrm>
          <a:prstGeom prst="rect">
            <a:avLst/>
          </a:prstGeom>
          <a:noFill/>
        </p:spPr>
        <p:txBody>
          <a:bodyPr wrap="none" rtlCol="0">
            <a:spAutoFit/>
          </a:bodyPr>
          <a:lstStyle/>
          <a:p>
            <a:r>
              <a:rPr lang="en-US" sz="2000" dirty="0"/>
              <a:t>s3</a:t>
            </a:r>
          </a:p>
        </p:txBody>
      </p:sp>
      <p:sp>
        <p:nvSpPr>
          <p:cNvPr id="12" name="椭圆 11">
            <a:extLst>
              <a:ext uri="{FF2B5EF4-FFF2-40B4-BE49-F238E27FC236}">
                <a16:creationId xmlns:a16="http://schemas.microsoft.com/office/drawing/2014/main" id="{FFFE80F0-808F-4024-B514-863D361DADE5}"/>
              </a:ext>
            </a:extLst>
          </p:cNvPr>
          <p:cNvSpPr/>
          <p:nvPr/>
        </p:nvSpPr>
        <p:spPr>
          <a:xfrm>
            <a:off x="6602436" y="2485585"/>
            <a:ext cx="548640" cy="58029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3" name="文本框 12">
            <a:extLst>
              <a:ext uri="{FF2B5EF4-FFF2-40B4-BE49-F238E27FC236}">
                <a16:creationId xmlns:a16="http://schemas.microsoft.com/office/drawing/2014/main" id="{B61C8E03-E76F-402E-A79D-0EB673B416E5}"/>
              </a:ext>
            </a:extLst>
          </p:cNvPr>
          <p:cNvSpPr txBox="1"/>
          <p:nvPr/>
        </p:nvSpPr>
        <p:spPr>
          <a:xfrm>
            <a:off x="6704113" y="2602605"/>
            <a:ext cx="415498" cy="400110"/>
          </a:xfrm>
          <a:prstGeom prst="rect">
            <a:avLst/>
          </a:prstGeom>
          <a:noFill/>
        </p:spPr>
        <p:txBody>
          <a:bodyPr wrap="none" rtlCol="0">
            <a:spAutoFit/>
          </a:bodyPr>
          <a:lstStyle/>
          <a:p>
            <a:r>
              <a:rPr lang="en-US" sz="2000" dirty="0"/>
              <a:t>s4</a:t>
            </a:r>
          </a:p>
        </p:txBody>
      </p:sp>
      <p:sp>
        <p:nvSpPr>
          <p:cNvPr id="14" name="椭圆 13">
            <a:extLst>
              <a:ext uri="{FF2B5EF4-FFF2-40B4-BE49-F238E27FC236}">
                <a16:creationId xmlns:a16="http://schemas.microsoft.com/office/drawing/2014/main" id="{5A0F47C6-8E83-4259-9D77-17801835BC04}"/>
              </a:ext>
            </a:extLst>
          </p:cNvPr>
          <p:cNvSpPr/>
          <p:nvPr/>
        </p:nvSpPr>
        <p:spPr>
          <a:xfrm>
            <a:off x="6695634" y="4003135"/>
            <a:ext cx="548640" cy="58029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5" name="文本框 14">
            <a:extLst>
              <a:ext uri="{FF2B5EF4-FFF2-40B4-BE49-F238E27FC236}">
                <a16:creationId xmlns:a16="http://schemas.microsoft.com/office/drawing/2014/main" id="{EBE1E9BF-9083-4708-936B-497DB4578DB0}"/>
              </a:ext>
            </a:extLst>
          </p:cNvPr>
          <p:cNvSpPr txBox="1"/>
          <p:nvPr/>
        </p:nvSpPr>
        <p:spPr>
          <a:xfrm>
            <a:off x="6797311" y="4120155"/>
            <a:ext cx="415498" cy="400110"/>
          </a:xfrm>
          <a:prstGeom prst="rect">
            <a:avLst/>
          </a:prstGeom>
          <a:noFill/>
        </p:spPr>
        <p:txBody>
          <a:bodyPr wrap="none" rtlCol="0">
            <a:spAutoFit/>
          </a:bodyPr>
          <a:lstStyle/>
          <a:p>
            <a:r>
              <a:rPr lang="en-US" sz="2000" dirty="0"/>
              <a:t>s5</a:t>
            </a:r>
          </a:p>
        </p:txBody>
      </p:sp>
      <p:sp>
        <p:nvSpPr>
          <p:cNvPr id="16" name="椭圆 15">
            <a:extLst>
              <a:ext uri="{FF2B5EF4-FFF2-40B4-BE49-F238E27FC236}">
                <a16:creationId xmlns:a16="http://schemas.microsoft.com/office/drawing/2014/main" id="{BA98FFFB-569A-48C5-AF83-918589848B78}"/>
              </a:ext>
            </a:extLst>
          </p:cNvPr>
          <p:cNvSpPr/>
          <p:nvPr/>
        </p:nvSpPr>
        <p:spPr>
          <a:xfrm>
            <a:off x="7970517" y="3210069"/>
            <a:ext cx="548640" cy="580292"/>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7" name="文本框 16">
            <a:extLst>
              <a:ext uri="{FF2B5EF4-FFF2-40B4-BE49-F238E27FC236}">
                <a16:creationId xmlns:a16="http://schemas.microsoft.com/office/drawing/2014/main" id="{FFB35154-A37D-46BF-953C-C31D973A3EED}"/>
              </a:ext>
            </a:extLst>
          </p:cNvPr>
          <p:cNvSpPr txBox="1"/>
          <p:nvPr/>
        </p:nvSpPr>
        <p:spPr>
          <a:xfrm>
            <a:off x="8072194" y="3327089"/>
            <a:ext cx="415498" cy="400110"/>
          </a:xfrm>
          <a:prstGeom prst="rect">
            <a:avLst/>
          </a:prstGeom>
          <a:noFill/>
        </p:spPr>
        <p:txBody>
          <a:bodyPr wrap="none" rtlCol="0">
            <a:spAutoFit/>
          </a:bodyPr>
          <a:lstStyle/>
          <a:p>
            <a:r>
              <a:rPr lang="en-US" sz="2000" dirty="0"/>
              <a:t>s6</a:t>
            </a:r>
          </a:p>
        </p:txBody>
      </p:sp>
      <p:cxnSp>
        <p:nvCxnSpPr>
          <p:cNvPr id="19" name="直接箭头连接符 18">
            <a:extLst>
              <a:ext uri="{FF2B5EF4-FFF2-40B4-BE49-F238E27FC236}">
                <a16:creationId xmlns:a16="http://schemas.microsoft.com/office/drawing/2014/main" id="{CABFDEB3-0310-4015-AC12-383389B50B7A}"/>
              </a:ext>
            </a:extLst>
          </p:cNvPr>
          <p:cNvCxnSpPr/>
          <p:nvPr/>
        </p:nvCxnSpPr>
        <p:spPr>
          <a:xfrm>
            <a:off x="2663484" y="3542416"/>
            <a:ext cx="44313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4F4127A4-AC9E-457A-8857-6C52A020E03C}"/>
              </a:ext>
            </a:extLst>
          </p:cNvPr>
          <p:cNvCxnSpPr>
            <a:cxnSpLocks/>
          </p:cNvCxnSpPr>
          <p:nvPr/>
        </p:nvCxnSpPr>
        <p:spPr>
          <a:xfrm flipV="1">
            <a:off x="3639433" y="2875568"/>
            <a:ext cx="660301" cy="5391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764238CC-1D2A-4918-A610-E6A79923EE25}"/>
              </a:ext>
            </a:extLst>
          </p:cNvPr>
          <p:cNvCxnSpPr>
            <a:stCxn id="4" idx="5"/>
          </p:cNvCxnSpPr>
          <p:nvPr/>
        </p:nvCxnSpPr>
        <p:spPr>
          <a:xfrm>
            <a:off x="3585462" y="3747587"/>
            <a:ext cx="653606" cy="3148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334C574C-39E3-408A-83CE-1529412FA0A7}"/>
              </a:ext>
            </a:extLst>
          </p:cNvPr>
          <p:cNvCxnSpPr>
            <a:stCxn id="8" idx="6"/>
          </p:cNvCxnSpPr>
          <p:nvPr/>
        </p:nvCxnSpPr>
        <p:spPr>
          <a:xfrm flipV="1">
            <a:off x="4749021" y="3673337"/>
            <a:ext cx="757897" cy="5513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FF784CD0-8B64-4AB5-807B-8A40B3FB39C2}"/>
              </a:ext>
            </a:extLst>
          </p:cNvPr>
          <p:cNvCxnSpPr>
            <a:endCxn id="10" idx="1"/>
          </p:cNvCxnSpPr>
          <p:nvPr/>
        </p:nvCxnSpPr>
        <p:spPr>
          <a:xfrm>
            <a:off x="4833427" y="2846861"/>
            <a:ext cx="753836" cy="4112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FB577184-F1FE-40F5-98A4-9C8B64A95CEE}"/>
              </a:ext>
            </a:extLst>
          </p:cNvPr>
          <p:cNvCxnSpPr/>
          <p:nvPr/>
        </p:nvCxnSpPr>
        <p:spPr>
          <a:xfrm flipV="1">
            <a:off x="6053796" y="2994367"/>
            <a:ext cx="594672" cy="3749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DB5979A4-7245-4A31-B7BB-9CE0DC67D1CC}"/>
              </a:ext>
            </a:extLst>
          </p:cNvPr>
          <p:cNvCxnSpPr>
            <a:stCxn id="10" idx="5"/>
          </p:cNvCxnSpPr>
          <p:nvPr/>
        </p:nvCxnSpPr>
        <p:spPr>
          <a:xfrm>
            <a:off x="5975211" y="3668456"/>
            <a:ext cx="728905" cy="4516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a:extLst>
              <a:ext uri="{FF2B5EF4-FFF2-40B4-BE49-F238E27FC236}">
                <a16:creationId xmlns:a16="http://schemas.microsoft.com/office/drawing/2014/main" id="{E5829CBB-9C9F-4C93-AB8F-EDBC9F37F0A6}"/>
              </a:ext>
            </a:extLst>
          </p:cNvPr>
          <p:cNvCxnSpPr>
            <a:stCxn id="14" idx="6"/>
            <a:endCxn id="16" idx="3"/>
          </p:cNvCxnSpPr>
          <p:nvPr/>
        </p:nvCxnSpPr>
        <p:spPr>
          <a:xfrm flipV="1">
            <a:off x="7244276" y="3705379"/>
            <a:ext cx="806590" cy="5879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a:extLst>
              <a:ext uri="{FF2B5EF4-FFF2-40B4-BE49-F238E27FC236}">
                <a16:creationId xmlns:a16="http://schemas.microsoft.com/office/drawing/2014/main" id="{12F77A9F-3E36-470D-8593-0136FE32777A}"/>
              </a:ext>
            </a:extLst>
          </p:cNvPr>
          <p:cNvCxnSpPr/>
          <p:nvPr/>
        </p:nvCxnSpPr>
        <p:spPr>
          <a:xfrm>
            <a:off x="7142599" y="2865516"/>
            <a:ext cx="827920" cy="5037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椭圆 17">
            <a:extLst>
              <a:ext uri="{FF2B5EF4-FFF2-40B4-BE49-F238E27FC236}">
                <a16:creationId xmlns:a16="http://schemas.microsoft.com/office/drawing/2014/main" id="{C9F64B62-CF38-4427-84A2-27DF0F5B847E}"/>
              </a:ext>
            </a:extLst>
          </p:cNvPr>
          <p:cNvSpPr/>
          <p:nvPr/>
        </p:nvSpPr>
        <p:spPr>
          <a:xfrm>
            <a:off x="3022211" y="2226472"/>
            <a:ext cx="796040" cy="2513455"/>
          </a:xfrm>
          <a:prstGeom prst="ellipse">
            <a:avLst/>
          </a:prstGeom>
          <a:solidFill>
            <a:srgbClr val="C00000">
              <a:alpha val="27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Tree>
    <p:extLst>
      <p:ext uri="{BB962C8B-B14F-4D97-AF65-F5344CB8AC3E}">
        <p14:creationId xmlns:p14="http://schemas.microsoft.com/office/powerpoint/2010/main" val="26262335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A8F0DD-A316-4F9D-81F2-A172AB0B7379}"/>
              </a:ext>
            </a:extLst>
          </p:cNvPr>
          <p:cNvSpPr>
            <a:spLocks noGrp="1"/>
          </p:cNvSpPr>
          <p:nvPr>
            <p:ph type="title"/>
          </p:nvPr>
        </p:nvSpPr>
        <p:spPr/>
        <p:txBody>
          <a:bodyPr/>
          <a:lstStyle/>
          <a:p>
            <a:r>
              <a:rPr lang="zh-CN" altLang="en-US" dirty="0"/>
              <a:t>图上的可达性分析</a:t>
            </a:r>
            <a:endParaRPr lang="en-US" dirty="0"/>
          </a:p>
        </p:txBody>
      </p:sp>
      <p:sp>
        <p:nvSpPr>
          <p:cNvPr id="20" name="灯片编号占位符 19">
            <a:extLst>
              <a:ext uri="{FF2B5EF4-FFF2-40B4-BE49-F238E27FC236}">
                <a16:creationId xmlns:a16="http://schemas.microsoft.com/office/drawing/2014/main" id="{3D880B30-3C4F-4A09-AA2D-24DC8B14FA2F}"/>
              </a:ext>
            </a:extLst>
          </p:cNvPr>
          <p:cNvSpPr>
            <a:spLocks noGrp="1"/>
          </p:cNvSpPr>
          <p:nvPr>
            <p:ph type="sldNum" sz="quarter" idx="12"/>
          </p:nvPr>
        </p:nvSpPr>
        <p:spPr/>
        <p:txBody>
          <a:bodyPr/>
          <a:lstStyle/>
          <a:p>
            <a:fld id="{81FB5FCF-B845-4FD0-8CAB-5D8F3E376DBE}" type="slidenum">
              <a:rPr lang="en-US" smtClean="0"/>
              <a:t>27</a:t>
            </a:fld>
            <a:endParaRPr lang="en-US"/>
          </a:p>
        </p:txBody>
      </p:sp>
      <p:sp>
        <p:nvSpPr>
          <p:cNvPr id="4" name="椭圆 3">
            <a:extLst>
              <a:ext uri="{FF2B5EF4-FFF2-40B4-BE49-F238E27FC236}">
                <a16:creationId xmlns:a16="http://schemas.microsoft.com/office/drawing/2014/main" id="{55800D66-BB2D-426F-A3DE-2A4FB0AF8E26}"/>
              </a:ext>
            </a:extLst>
          </p:cNvPr>
          <p:cNvSpPr/>
          <p:nvPr/>
        </p:nvSpPr>
        <p:spPr>
          <a:xfrm>
            <a:off x="3117167" y="3252277"/>
            <a:ext cx="548640" cy="58029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 name="文本框 4">
            <a:extLst>
              <a:ext uri="{FF2B5EF4-FFF2-40B4-BE49-F238E27FC236}">
                <a16:creationId xmlns:a16="http://schemas.microsoft.com/office/drawing/2014/main" id="{0FBF2C95-804D-422B-972B-0C3146F10341}"/>
              </a:ext>
            </a:extLst>
          </p:cNvPr>
          <p:cNvSpPr txBox="1"/>
          <p:nvPr/>
        </p:nvSpPr>
        <p:spPr>
          <a:xfrm>
            <a:off x="3218843" y="3369297"/>
            <a:ext cx="415498" cy="400110"/>
          </a:xfrm>
          <a:prstGeom prst="rect">
            <a:avLst/>
          </a:prstGeom>
          <a:noFill/>
        </p:spPr>
        <p:txBody>
          <a:bodyPr wrap="none" rtlCol="0">
            <a:spAutoFit/>
          </a:bodyPr>
          <a:lstStyle/>
          <a:p>
            <a:r>
              <a:rPr lang="en-US" sz="2000" dirty="0"/>
              <a:t>s0</a:t>
            </a:r>
          </a:p>
        </p:txBody>
      </p:sp>
      <p:sp>
        <p:nvSpPr>
          <p:cNvPr id="6" name="椭圆 5">
            <a:extLst>
              <a:ext uri="{FF2B5EF4-FFF2-40B4-BE49-F238E27FC236}">
                <a16:creationId xmlns:a16="http://schemas.microsoft.com/office/drawing/2014/main" id="{B1EB68A7-588E-4D7F-BDA3-E7CF0624346A}"/>
              </a:ext>
            </a:extLst>
          </p:cNvPr>
          <p:cNvSpPr/>
          <p:nvPr/>
        </p:nvSpPr>
        <p:spPr>
          <a:xfrm>
            <a:off x="4286543" y="2459212"/>
            <a:ext cx="548640" cy="58029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 name="文本框 6">
            <a:extLst>
              <a:ext uri="{FF2B5EF4-FFF2-40B4-BE49-F238E27FC236}">
                <a16:creationId xmlns:a16="http://schemas.microsoft.com/office/drawing/2014/main" id="{9643C58A-825B-471E-97D2-3DEE0D629873}"/>
              </a:ext>
            </a:extLst>
          </p:cNvPr>
          <p:cNvSpPr txBox="1"/>
          <p:nvPr/>
        </p:nvSpPr>
        <p:spPr>
          <a:xfrm>
            <a:off x="4388219" y="2576232"/>
            <a:ext cx="415498" cy="400110"/>
          </a:xfrm>
          <a:prstGeom prst="rect">
            <a:avLst/>
          </a:prstGeom>
          <a:noFill/>
        </p:spPr>
        <p:txBody>
          <a:bodyPr wrap="none" rtlCol="0">
            <a:spAutoFit/>
          </a:bodyPr>
          <a:lstStyle/>
          <a:p>
            <a:r>
              <a:rPr lang="en-US" sz="2000" dirty="0"/>
              <a:t>s1</a:t>
            </a:r>
          </a:p>
        </p:txBody>
      </p:sp>
      <p:sp>
        <p:nvSpPr>
          <p:cNvPr id="8" name="椭圆 7">
            <a:extLst>
              <a:ext uri="{FF2B5EF4-FFF2-40B4-BE49-F238E27FC236}">
                <a16:creationId xmlns:a16="http://schemas.microsoft.com/office/drawing/2014/main" id="{EEDCDBCB-4031-4EAB-A17F-FC64B4B6487B}"/>
              </a:ext>
            </a:extLst>
          </p:cNvPr>
          <p:cNvSpPr/>
          <p:nvPr/>
        </p:nvSpPr>
        <p:spPr>
          <a:xfrm>
            <a:off x="4200378" y="3934561"/>
            <a:ext cx="548640" cy="58029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 name="文本框 8">
            <a:extLst>
              <a:ext uri="{FF2B5EF4-FFF2-40B4-BE49-F238E27FC236}">
                <a16:creationId xmlns:a16="http://schemas.microsoft.com/office/drawing/2014/main" id="{3EC09A5F-812D-4DFE-9105-2B7FA35C0A96}"/>
              </a:ext>
            </a:extLst>
          </p:cNvPr>
          <p:cNvSpPr txBox="1"/>
          <p:nvPr/>
        </p:nvSpPr>
        <p:spPr>
          <a:xfrm>
            <a:off x="4302055" y="4051581"/>
            <a:ext cx="415498" cy="400110"/>
          </a:xfrm>
          <a:prstGeom prst="rect">
            <a:avLst/>
          </a:prstGeom>
          <a:noFill/>
        </p:spPr>
        <p:txBody>
          <a:bodyPr wrap="none" rtlCol="0">
            <a:spAutoFit/>
          </a:bodyPr>
          <a:lstStyle/>
          <a:p>
            <a:r>
              <a:rPr lang="en-US" sz="2000" dirty="0"/>
              <a:t>s2</a:t>
            </a:r>
          </a:p>
        </p:txBody>
      </p:sp>
      <p:sp>
        <p:nvSpPr>
          <p:cNvPr id="10" name="椭圆 9">
            <a:extLst>
              <a:ext uri="{FF2B5EF4-FFF2-40B4-BE49-F238E27FC236}">
                <a16:creationId xmlns:a16="http://schemas.microsoft.com/office/drawing/2014/main" id="{9622C933-F7EE-4F75-AE54-4449C7DFEA8F}"/>
              </a:ext>
            </a:extLst>
          </p:cNvPr>
          <p:cNvSpPr/>
          <p:nvPr/>
        </p:nvSpPr>
        <p:spPr>
          <a:xfrm>
            <a:off x="5506915" y="3173147"/>
            <a:ext cx="548640" cy="58029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1" name="文本框 10">
            <a:extLst>
              <a:ext uri="{FF2B5EF4-FFF2-40B4-BE49-F238E27FC236}">
                <a16:creationId xmlns:a16="http://schemas.microsoft.com/office/drawing/2014/main" id="{9FF41067-FCC2-4875-B36C-B8A4F58BB187}"/>
              </a:ext>
            </a:extLst>
          </p:cNvPr>
          <p:cNvSpPr txBox="1"/>
          <p:nvPr/>
        </p:nvSpPr>
        <p:spPr>
          <a:xfrm>
            <a:off x="5608591" y="3290168"/>
            <a:ext cx="415498" cy="400110"/>
          </a:xfrm>
          <a:prstGeom prst="rect">
            <a:avLst/>
          </a:prstGeom>
          <a:noFill/>
        </p:spPr>
        <p:txBody>
          <a:bodyPr wrap="none" rtlCol="0">
            <a:spAutoFit/>
          </a:bodyPr>
          <a:lstStyle/>
          <a:p>
            <a:r>
              <a:rPr lang="en-US" sz="2000" dirty="0"/>
              <a:t>s3</a:t>
            </a:r>
          </a:p>
        </p:txBody>
      </p:sp>
      <p:sp>
        <p:nvSpPr>
          <p:cNvPr id="12" name="椭圆 11">
            <a:extLst>
              <a:ext uri="{FF2B5EF4-FFF2-40B4-BE49-F238E27FC236}">
                <a16:creationId xmlns:a16="http://schemas.microsoft.com/office/drawing/2014/main" id="{FFFE80F0-808F-4024-B514-863D361DADE5}"/>
              </a:ext>
            </a:extLst>
          </p:cNvPr>
          <p:cNvSpPr/>
          <p:nvPr/>
        </p:nvSpPr>
        <p:spPr>
          <a:xfrm>
            <a:off x="6602436" y="2485585"/>
            <a:ext cx="548640" cy="58029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3" name="文本框 12">
            <a:extLst>
              <a:ext uri="{FF2B5EF4-FFF2-40B4-BE49-F238E27FC236}">
                <a16:creationId xmlns:a16="http://schemas.microsoft.com/office/drawing/2014/main" id="{B61C8E03-E76F-402E-A79D-0EB673B416E5}"/>
              </a:ext>
            </a:extLst>
          </p:cNvPr>
          <p:cNvSpPr txBox="1"/>
          <p:nvPr/>
        </p:nvSpPr>
        <p:spPr>
          <a:xfrm>
            <a:off x="6704113" y="2602605"/>
            <a:ext cx="415498" cy="400110"/>
          </a:xfrm>
          <a:prstGeom prst="rect">
            <a:avLst/>
          </a:prstGeom>
          <a:noFill/>
        </p:spPr>
        <p:txBody>
          <a:bodyPr wrap="none" rtlCol="0">
            <a:spAutoFit/>
          </a:bodyPr>
          <a:lstStyle/>
          <a:p>
            <a:r>
              <a:rPr lang="en-US" sz="2000" dirty="0"/>
              <a:t>s4</a:t>
            </a:r>
          </a:p>
        </p:txBody>
      </p:sp>
      <p:sp>
        <p:nvSpPr>
          <p:cNvPr id="14" name="椭圆 13">
            <a:extLst>
              <a:ext uri="{FF2B5EF4-FFF2-40B4-BE49-F238E27FC236}">
                <a16:creationId xmlns:a16="http://schemas.microsoft.com/office/drawing/2014/main" id="{5A0F47C6-8E83-4259-9D77-17801835BC04}"/>
              </a:ext>
            </a:extLst>
          </p:cNvPr>
          <p:cNvSpPr/>
          <p:nvPr/>
        </p:nvSpPr>
        <p:spPr>
          <a:xfrm>
            <a:off x="6695634" y="4003135"/>
            <a:ext cx="548640" cy="58029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5" name="文本框 14">
            <a:extLst>
              <a:ext uri="{FF2B5EF4-FFF2-40B4-BE49-F238E27FC236}">
                <a16:creationId xmlns:a16="http://schemas.microsoft.com/office/drawing/2014/main" id="{EBE1E9BF-9083-4708-936B-497DB4578DB0}"/>
              </a:ext>
            </a:extLst>
          </p:cNvPr>
          <p:cNvSpPr txBox="1"/>
          <p:nvPr/>
        </p:nvSpPr>
        <p:spPr>
          <a:xfrm>
            <a:off x="6797311" y="4120155"/>
            <a:ext cx="415498" cy="400110"/>
          </a:xfrm>
          <a:prstGeom prst="rect">
            <a:avLst/>
          </a:prstGeom>
          <a:noFill/>
        </p:spPr>
        <p:txBody>
          <a:bodyPr wrap="none" rtlCol="0">
            <a:spAutoFit/>
          </a:bodyPr>
          <a:lstStyle/>
          <a:p>
            <a:r>
              <a:rPr lang="en-US" sz="2000" dirty="0"/>
              <a:t>s5</a:t>
            </a:r>
          </a:p>
        </p:txBody>
      </p:sp>
      <p:sp>
        <p:nvSpPr>
          <p:cNvPr id="16" name="椭圆 15">
            <a:extLst>
              <a:ext uri="{FF2B5EF4-FFF2-40B4-BE49-F238E27FC236}">
                <a16:creationId xmlns:a16="http://schemas.microsoft.com/office/drawing/2014/main" id="{BA98FFFB-569A-48C5-AF83-918589848B78}"/>
              </a:ext>
            </a:extLst>
          </p:cNvPr>
          <p:cNvSpPr/>
          <p:nvPr/>
        </p:nvSpPr>
        <p:spPr>
          <a:xfrm>
            <a:off x="7970517" y="3210069"/>
            <a:ext cx="548640" cy="580292"/>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7" name="文本框 16">
            <a:extLst>
              <a:ext uri="{FF2B5EF4-FFF2-40B4-BE49-F238E27FC236}">
                <a16:creationId xmlns:a16="http://schemas.microsoft.com/office/drawing/2014/main" id="{FFB35154-A37D-46BF-953C-C31D973A3EED}"/>
              </a:ext>
            </a:extLst>
          </p:cNvPr>
          <p:cNvSpPr txBox="1"/>
          <p:nvPr/>
        </p:nvSpPr>
        <p:spPr>
          <a:xfrm>
            <a:off x="8072194" y="3327089"/>
            <a:ext cx="415498" cy="400110"/>
          </a:xfrm>
          <a:prstGeom prst="rect">
            <a:avLst/>
          </a:prstGeom>
          <a:noFill/>
        </p:spPr>
        <p:txBody>
          <a:bodyPr wrap="none" rtlCol="0">
            <a:spAutoFit/>
          </a:bodyPr>
          <a:lstStyle/>
          <a:p>
            <a:r>
              <a:rPr lang="en-US" sz="2000" dirty="0"/>
              <a:t>s6</a:t>
            </a:r>
          </a:p>
        </p:txBody>
      </p:sp>
      <p:cxnSp>
        <p:nvCxnSpPr>
          <p:cNvPr id="19" name="直接箭头连接符 18">
            <a:extLst>
              <a:ext uri="{FF2B5EF4-FFF2-40B4-BE49-F238E27FC236}">
                <a16:creationId xmlns:a16="http://schemas.microsoft.com/office/drawing/2014/main" id="{CABFDEB3-0310-4015-AC12-383389B50B7A}"/>
              </a:ext>
            </a:extLst>
          </p:cNvPr>
          <p:cNvCxnSpPr/>
          <p:nvPr/>
        </p:nvCxnSpPr>
        <p:spPr>
          <a:xfrm>
            <a:off x="2663484" y="3542416"/>
            <a:ext cx="44313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4F4127A4-AC9E-457A-8857-6C52A020E03C}"/>
              </a:ext>
            </a:extLst>
          </p:cNvPr>
          <p:cNvCxnSpPr>
            <a:cxnSpLocks/>
          </p:cNvCxnSpPr>
          <p:nvPr/>
        </p:nvCxnSpPr>
        <p:spPr>
          <a:xfrm flipV="1">
            <a:off x="3639433" y="2875568"/>
            <a:ext cx="660301" cy="5391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764238CC-1D2A-4918-A610-E6A79923EE25}"/>
              </a:ext>
            </a:extLst>
          </p:cNvPr>
          <p:cNvCxnSpPr>
            <a:stCxn id="4" idx="5"/>
          </p:cNvCxnSpPr>
          <p:nvPr/>
        </p:nvCxnSpPr>
        <p:spPr>
          <a:xfrm>
            <a:off x="3585462" y="3747587"/>
            <a:ext cx="653606" cy="3148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334C574C-39E3-408A-83CE-1529412FA0A7}"/>
              </a:ext>
            </a:extLst>
          </p:cNvPr>
          <p:cNvCxnSpPr>
            <a:stCxn id="8" idx="6"/>
          </p:cNvCxnSpPr>
          <p:nvPr/>
        </p:nvCxnSpPr>
        <p:spPr>
          <a:xfrm flipV="1">
            <a:off x="4749021" y="3673337"/>
            <a:ext cx="757897" cy="5513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FF784CD0-8B64-4AB5-807B-8A40B3FB39C2}"/>
              </a:ext>
            </a:extLst>
          </p:cNvPr>
          <p:cNvCxnSpPr>
            <a:endCxn id="10" idx="1"/>
          </p:cNvCxnSpPr>
          <p:nvPr/>
        </p:nvCxnSpPr>
        <p:spPr>
          <a:xfrm>
            <a:off x="4833427" y="2846861"/>
            <a:ext cx="753836" cy="4112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FB577184-F1FE-40F5-98A4-9C8B64A95CEE}"/>
              </a:ext>
            </a:extLst>
          </p:cNvPr>
          <p:cNvCxnSpPr/>
          <p:nvPr/>
        </p:nvCxnSpPr>
        <p:spPr>
          <a:xfrm flipV="1">
            <a:off x="6053796" y="2994367"/>
            <a:ext cx="594672" cy="3749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DB5979A4-7245-4A31-B7BB-9CE0DC67D1CC}"/>
              </a:ext>
            </a:extLst>
          </p:cNvPr>
          <p:cNvCxnSpPr>
            <a:stCxn id="10" idx="5"/>
          </p:cNvCxnSpPr>
          <p:nvPr/>
        </p:nvCxnSpPr>
        <p:spPr>
          <a:xfrm>
            <a:off x="5975211" y="3668456"/>
            <a:ext cx="728905" cy="4516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a:extLst>
              <a:ext uri="{FF2B5EF4-FFF2-40B4-BE49-F238E27FC236}">
                <a16:creationId xmlns:a16="http://schemas.microsoft.com/office/drawing/2014/main" id="{E5829CBB-9C9F-4C93-AB8F-EDBC9F37F0A6}"/>
              </a:ext>
            </a:extLst>
          </p:cNvPr>
          <p:cNvCxnSpPr>
            <a:stCxn id="14" idx="6"/>
            <a:endCxn id="16" idx="3"/>
          </p:cNvCxnSpPr>
          <p:nvPr/>
        </p:nvCxnSpPr>
        <p:spPr>
          <a:xfrm flipV="1">
            <a:off x="7244276" y="3705379"/>
            <a:ext cx="806590" cy="5879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a:extLst>
              <a:ext uri="{FF2B5EF4-FFF2-40B4-BE49-F238E27FC236}">
                <a16:creationId xmlns:a16="http://schemas.microsoft.com/office/drawing/2014/main" id="{12F77A9F-3E36-470D-8593-0136FE32777A}"/>
              </a:ext>
            </a:extLst>
          </p:cNvPr>
          <p:cNvCxnSpPr/>
          <p:nvPr/>
        </p:nvCxnSpPr>
        <p:spPr>
          <a:xfrm>
            <a:off x="7142599" y="2865516"/>
            <a:ext cx="827920" cy="5037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椭圆 17">
            <a:extLst>
              <a:ext uri="{FF2B5EF4-FFF2-40B4-BE49-F238E27FC236}">
                <a16:creationId xmlns:a16="http://schemas.microsoft.com/office/drawing/2014/main" id="{C9F64B62-CF38-4427-84A2-27DF0F5B847E}"/>
              </a:ext>
            </a:extLst>
          </p:cNvPr>
          <p:cNvSpPr/>
          <p:nvPr/>
        </p:nvSpPr>
        <p:spPr>
          <a:xfrm>
            <a:off x="3022212" y="2226472"/>
            <a:ext cx="2254909" cy="2513455"/>
          </a:xfrm>
          <a:prstGeom prst="ellipse">
            <a:avLst/>
          </a:prstGeom>
          <a:solidFill>
            <a:srgbClr val="C00000">
              <a:alpha val="27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Tree>
    <p:extLst>
      <p:ext uri="{BB962C8B-B14F-4D97-AF65-F5344CB8AC3E}">
        <p14:creationId xmlns:p14="http://schemas.microsoft.com/office/powerpoint/2010/main" val="29385791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A8F0DD-A316-4F9D-81F2-A172AB0B7379}"/>
              </a:ext>
            </a:extLst>
          </p:cNvPr>
          <p:cNvSpPr>
            <a:spLocks noGrp="1"/>
          </p:cNvSpPr>
          <p:nvPr>
            <p:ph type="title"/>
          </p:nvPr>
        </p:nvSpPr>
        <p:spPr/>
        <p:txBody>
          <a:bodyPr/>
          <a:lstStyle/>
          <a:p>
            <a:r>
              <a:rPr lang="zh-CN" altLang="en-US" dirty="0"/>
              <a:t>图上的可达性分析</a:t>
            </a:r>
            <a:endParaRPr lang="en-US" dirty="0"/>
          </a:p>
        </p:txBody>
      </p:sp>
      <p:sp>
        <p:nvSpPr>
          <p:cNvPr id="20" name="灯片编号占位符 19">
            <a:extLst>
              <a:ext uri="{FF2B5EF4-FFF2-40B4-BE49-F238E27FC236}">
                <a16:creationId xmlns:a16="http://schemas.microsoft.com/office/drawing/2014/main" id="{7316C2D6-2B32-4718-82DA-43C3273BA9D0}"/>
              </a:ext>
            </a:extLst>
          </p:cNvPr>
          <p:cNvSpPr>
            <a:spLocks noGrp="1"/>
          </p:cNvSpPr>
          <p:nvPr>
            <p:ph type="sldNum" sz="quarter" idx="12"/>
          </p:nvPr>
        </p:nvSpPr>
        <p:spPr/>
        <p:txBody>
          <a:bodyPr/>
          <a:lstStyle/>
          <a:p>
            <a:fld id="{81FB5FCF-B845-4FD0-8CAB-5D8F3E376DBE}" type="slidenum">
              <a:rPr lang="en-US" smtClean="0"/>
              <a:t>28</a:t>
            </a:fld>
            <a:endParaRPr lang="en-US"/>
          </a:p>
        </p:txBody>
      </p:sp>
      <p:sp>
        <p:nvSpPr>
          <p:cNvPr id="4" name="椭圆 3">
            <a:extLst>
              <a:ext uri="{FF2B5EF4-FFF2-40B4-BE49-F238E27FC236}">
                <a16:creationId xmlns:a16="http://schemas.microsoft.com/office/drawing/2014/main" id="{55800D66-BB2D-426F-A3DE-2A4FB0AF8E26}"/>
              </a:ext>
            </a:extLst>
          </p:cNvPr>
          <p:cNvSpPr/>
          <p:nvPr/>
        </p:nvSpPr>
        <p:spPr>
          <a:xfrm>
            <a:off x="3117167" y="3252277"/>
            <a:ext cx="548640" cy="58029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 name="文本框 4">
            <a:extLst>
              <a:ext uri="{FF2B5EF4-FFF2-40B4-BE49-F238E27FC236}">
                <a16:creationId xmlns:a16="http://schemas.microsoft.com/office/drawing/2014/main" id="{0FBF2C95-804D-422B-972B-0C3146F10341}"/>
              </a:ext>
            </a:extLst>
          </p:cNvPr>
          <p:cNvSpPr txBox="1"/>
          <p:nvPr/>
        </p:nvSpPr>
        <p:spPr>
          <a:xfrm>
            <a:off x="3218843" y="3369297"/>
            <a:ext cx="415498" cy="400110"/>
          </a:xfrm>
          <a:prstGeom prst="rect">
            <a:avLst/>
          </a:prstGeom>
          <a:noFill/>
        </p:spPr>
        <p:txBody>
          <a:bodyPr wrap="none" rtlCol="0">
            <a:spAutoFit/>
          </a:bodyPr>
          <a:lstStyle/>
          <a:p>
            <a:r>
              <a:rPr lang="en-US" sz="2000" dirty="0"/>
              <a:t>s0</a:t>
            </a:r>
          </a:p>
        </p:txBody>
      </p:sp>
      <p:sp>
        <p:nvSpPr>
          <p:cNvPr id="6" name="椭圆 5">
            <a:extLst>
              <a:ext uri="{FF2B5EF4-FFF2-40B4-BE49-F238E27FC236}">
                <a16:creationId xmlns:a16="http://schemas.microsoft.com/office/drawing/2014/main" id="{B1EB68A7-588E-4D7F-BDA3-E7CF0624346A}"/>
              </a:ext>
            </a:extLst>
          </p:cNvPr>
          <p:cNvSpPr/>
          <p:nvPr/>
        </p:nvSpPr>
        <p:spPr>
          <a:xfrm>
            <a:off x="4286543" y="2459212"/>
            <a:ext cx="548640" cy="58029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 name="文本框 6">
            <a:extLst>
              <a:ext uri="{FF2B5EF4-FFF2-40B4-BE49-F238E27FC236}">
                <a16:creationId xmlns:a16="http://schemas.microsoft.com/office/drawing/2014/main" id="{9643C58A-825B-471E-97D2-3DEE0D629873}"/>
              </a:ext>
            </a:extLst>
          </p:cNvPr>
          <p:cNvSpPr txBox="1"/>
          <p:nvPr/>
        </p:nvSpPr>
        <p:spPr>
          <a:xfrm>
            <a:off x="4388219" y="2576232"/>
            <a:ext cx="415498" cy="400110"/>
          </a:xfrm>
          <a:prstGeom prst="rect">
            <a:avLst/>
          </a:prstGeom>
          <a:noFill/>
        </p:spPr>
        <p:txBody>
          <a:bodyPr wrap="none" rtlCol="0">
            <a:spAutoFit/>
          </a:bodyPr>
          <a:lstStyle/>
          <a:p>
            <a:r>
              <a:rPr lang="en-US" sz="2000" dirty="0"/>
              <a:t>s1</a:t>
            </a:r>
          </a:p>
        </p:txBody>
      </p:sp>
      <p:sp>
        <p:nvSpPr>
          <p:cNvPr id="8" name="椭圆 7">
            <a:extLst>
              <a:ext uri="{FF2B5EF4-FFF2-40B4-BE49-F238E27FC236}">
                <a16:creationId xmlns:a16="http://schemas.microsoft.com/office/drawing/2014/main" id="{EEDCDBCB-4031-4EAB-A17F-FC64B4B6487B}"/>
              </a:ext>
            </a:extLst>
          </p:cNvPr>
          <p:cNvSpPr/>
          <p:nvPr/>
        </p:nvSpPr>
        <p:spPr>
          <a:xfrm>
            <a:off x="4200378" y="3934561"/>
            <a:ext cx="548640" cy="58029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 name="文本框 8">
            <a:extLst>
              <a:ext uri="{FF2B5EF4-FFF2-40B4-BE49-F238E27FC236}">
                <a16:creationId xmlns:a16="http://schemas.microsoft.com/office/drawing/2014/main" id="{3EC09A5F-812D-4DFE-9105-2B7FA35C0A96}"/>
              </a:ext>
            </a:extLst>
          </p:cNvPr>
          <p:cNvSpPr txBox="1"/>
          <p:nvPr/>
        </p:nvSpPr>
        <p:spPr>
          <a:xfrm>
            <a:off x="4302055" y="4051581"/>
            <a:ext cx="415498" cy="400110"/>
          </a:xfrm>
          <a:prstGeom prst="rect">
            <a:avLst/>
          </a:prstGeom>
          <a:noFill/>
        </p:spPr>
        <p:txBody>
          <a:bodyPr wrap="none" rtlCol="0">
            <a:spAutoFit/>
          </a:bodyPr>
          <a:lstStyle/>
          <a:p>
            <a:r>
              <a:rPr lang="en-US" sz="2000" dirty="0"/>
              <a:t>s2</a:t>
            </a:r>
          </a:p>
        </p:txBody>
      </p:sp>
      <p:sp>
        <p:nvSpPr>
          <p:cNvPr id="10" name="椭圆 9">
            <a:extLst>
              <a:ext uri="{FF2B5EF4-FFF2-40B4-BE49-F238E27FC236}">
                <a16:creationId xmlns:a16="http://schemas.microsoft.com/office/drawing/2014/main" id="{9622C933-F7EE-4F75-AE54-4449C7DFEA8F}"/>
              </a:ext>
            </a:extLst>
          </p:cNvPr>
          <p:cNvSpPr/>
          <p:nvPr/>
        </p:nvSpPr>
        <p:spPr>
          <a:xfrm>
            <a:off x="5506915" y="3173147"/>
            <a:ext cx="548640" cy="58029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1" name="文本框 10">
            <a:extLst>
              <a:ext uri="{FF2B5EF4-FFF2-40B4-BE49-F238E27FC236}">
                <a16:creationId xmlns:a16="http://schemas.microsoft.com/office/drawing/2014/main" id="{9FF41067-FCC2-4875-B36C-B8A4F58BB187}"/>
              </a:ext>
            </a:extLst>
          </p:cNvPr>
          <p:cNvSpPr txBox="1"/>
          <p:nvPr/>
        </p:nvSpPr>
        <p:spPr>
          <a:xfrm>
            <a:off x="5608591" y="3290168"/>
            <a:ext cx="415498" cy="400110"/>
          </a:xfrm>
          <a:prstGeom prst="rect">
            <a:avLst/>
          </a:prstGeom>
          <a:noFill/>
        </p:spPr>
        <p:txBody>
          <a:bodyPr wrap="none" rtlCol="0">
            <a:spAutoFit/>
          </a:bodyPr>
          <a:lstStyle/>
          <a:p>
            <a:r>
              <a:rPr lang="en-US" sz="2000" dirty="0"/>
              <a:t>s3</a:t>
            </a:r>
          </a:p>
        </p:txBody>
      </p:sp>
      <p:sp>
        <p:nvSpPr>
          <p:cNvPr id="12" name="椭圆 11">
            <a:extLst>
              <a:ext uri="{FF2B5EF4-FFF2-40B4-BE49-F238E27FC236}">
                <a16:creationId xmlns:a16="http://schemas.microsoft.com/office/drawing/2014/main" id="{FFFE80F0-808F-4024-B514-863D361DADE5}"/>
              </a:ext>
            </a:extLst>
          </p:cNvPr>
          <p:cNvSpPr/>
          <p:nvPr/>
        </p:nvSpPr>
        <p:spPr>
          <a:xfrm>
            <a:off x="6602436" y="2485585"/>
            <a:ext cx="548640" cy="58029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3" name="文本框 12">
            <a:extLst>
              <a:ext uri="{FF2B5EF4-FFF2-40B4-BE49-F238E27FC236}">
                <a16:creationId xmlns:a16="http://schemas.microsoft.com/office/drawing/2014/main" id="{B61C8E03-E76F-402E-A79D-0EB673B416E5}"/>
              </a:ext>
            </a:extLst>
          </p:cNvPr>
          <p:cNvSpPr txBox="1"/>
          <p:nvPr/>
        </p:nvSpPr>
        <p:spPr>
          <a:xfrm>
            <a:off x="6704113" y="2602605"/>
            <a:ext cx="415498" cy="400110"/>
          </a:xfrm>
          <a:prstGeom prst="rect">
            <a:avLst/>
          </a:prstGeom>
          <a:noFill/>
        </p:spPr>
        <p:txBody>
          <a:bodyPr wrap="none" rtlCol="0">
            <a:spAutoFit/>
          </a:bodyPr>
          <a:lstStyle/>
          <a:p>
            <a:r>
              <a:rPr lang="en-US" sz="2000" dirty="0"/>
              <a:t>s4</a:t>
            </a:r>
          </a:p>
        </p:txBody>
      </p:sp>
      <p:sp>
        <p:nvSpPr>
          <p:cNvPr id="14" name="椭圆 13">
            <a:extLst>
              <a:ext uri="{FF2B5EF4-FFF2-40B4-BE49-F238E27FC236}">
                <a16:creationId xmlns:a16="http://schemas.microsoft.com/office/drawing/2014/main" id="{5A0F47C6-8E83-4259-9D77-17801835BC04}"/>
              </a:ext>
            </a:extLst>
          </p:cNvPr>
          <p:cNvSpPr/>
          <p:nvPr/>
        </p:nvSpPr>
        <p:spPr>
          <a:xfrm>
            <a:off x="6695634" y="4003135"/>
            <a:ext cx="548640" cy="58029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5" name="文本框 14">
            <a:extLst>
              <a:ext uri="{FF2B5EF4-FFF2-40B4-BE49-F238E27FC236}">
                <a16:creationId xmlns:a16="http://schemas.microsoft.com/office/drawing/2014/main" id="{EBE1E9BF-9083-4708-936B-497DB4578DB0}"/>
              </a:ext>
            </a:extLst>
          </p:cNvPr>
          <p:cNvSpPr txBox="1"/>
          <p:nvPr/>
        </p:nvSpPr>
        <p:spPr>
          <a:xfrm>
            <a:off x="6797311" y="4120155"/>
            <a:ext cx="415498" cy="400110"/>
          </a:xfrm>
          <a:prstGeom prst="rect">
            <a:avLst/>
          </a:prstGeom>
          <a:noFill/>
        </p:spPr>
        <p:txBody>
          <a:bodyPr wrap="none" rtlCol="0">
            <a:spAutoFit/>
          </a:bodyPr>
          <a:lstStyle/>
          <a:p>
            <a:r>
              <a:rPr lang="en-US" sz="2000" dirty="0"/>
              <a:t>s5</a:t>
            </a:r>
          </a:p>
        </p:txBody>
      </p:sp>
      <p:sp>
        <p:nvSpPr>
          <p:cNvPr id="16" name="椭圆 15">
            <a:extLst>
              <a:ext uri="{FF2B5EF4-FFF2-40B4-BE49-F238E27FC236}">
                <a16:creationId xmlns:a16="http://schemas.microsoft.com/office/drawing/2014/main" id="{BA98FFFB-569A-48C5-AF83-918589848B78}"/>
              </a:ext>
            </a:extLst>
          </p:cNvPr>
          <p:cNvSpPr/>
          <p:nvPr/>
        </p:nvSpPr>
        <p:spPr>
          <a:xfrm>
            <a:off x="7970517" y="3210069"/>
            <a:ext cx="548640" cy="580292"/>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7" name="文本框 16">
            <a:extLst>
              <a:ext uri="{FF2B5EF4-FFF2-40B4-BE49-F238E27FC236}">
                <a16:creationId xmlns:a16="http://schemas.microsoft.com/office/drawing/2014/main" id="{FFB35154-A37D-46BF-953C-C31D973A3EED}"/>
              </a:ext>
            </a:extLst>
          </p:cNvPr>
          <p:cNvSpPr txBox="1"/>
          <p:nvPr/>
        </p:nvSpPr>
        <p:spPr>
          <a:xfrm>
            <a:off x="8072194" y="3327089"/>
            <a:ext cx="415498" cy="400110"/>
          </a:xfrm>
          <a:prstGeom prst="rect">
            <a:avLst/>
          </a:prstGeom>
          <a:noFill/>
        </p:spPr>
        <p:txBody>
          <a:bodyPr wrap="none" rtlCol="0">
            <a:spAutoFit/>
          </a:bodyPr>
          <a:lstStyle/>
          <a:p>
            <a:r>
              <a:rPr lang="en-US" sz="2000" dirty="0"/>
              <a:t>s6</a:t>
            </a:r>
          </a:p>
        </p:txBody>
      </p:sp>
      <p:cxnSp>
        <p:nvCxnSpPr>
          <p:cNvPr id="19" name="直接箭头连接符 18">
            <a:extLst>
              <a:ext uri="{FF2B5EF4-FFF2-40B4-BE49-F238E27FC236}">
                <a16:creationId xmlns:a16="http://schemas.microsoft.com/office/drawing/2014/main" id="{CABFDEB3-0310-4015-AC12-383389B50B7A}"/>
              </a:ext>
            </a:extLst>
          </p:cNvPr>
          <p:cNvCxnSpPr/>
          <p:nvPr/>
        </p:nvCxnSpPr>
        <p:spPr>
          <a:xfrm>
            <a:off x="2663484" y="3542416"/>
            <a:ext cx="44313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4F4127A4-AC9E-457A-8857-6C52A020E03C}"/>
              </a:ext>
            </a:extLst>
          </p:cNvPr>
          <p:cNvCxnSpPr>
            <a:cxnSpLocks/>
          </p:cNvCxnSpPr>
          <p:nvPr/>
        </p:nvCxnSpPr>
        <p:spPr>
          <a:xfrm flipV="1">
            <a:off x="3639433" y="2875568"/>
            <a:ext cx="660301" cy="5391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764238CC-1D2A-4918-A610-E6A79923EE25}"/>
              </a:ext>
            </a:extLst>
          </p:cNvPr>
          <p:cNvCxnSpPr>
            <a:stCxn id="4" idx="5"/>
          </p:cNvCxnSpPr>
          <p:nvPr/>
        </p:nvCxnSpPr>
        <p:spPr>
          <a:xfrm>
            <a:off x="3585462" y="3747587"/>
            <a:ext cx="653606" cy="3148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334C574C-39E3-408A-83CE-1529412FA0A7}"/>
              </a:ext>
            </a:extLst>
          </p:cNvPr>
          <p:cNvCxnSpPr>
            <a:stCxn id="8" idx="6"/>
          </p:cNvCxnSpPr>
          <p:nvPr/>
        </p:nvCxnSpPr>
        <p:spPr>
          <a:xfrm flipV="1">
            <a:off x="4749021" y="3673337"/>
            <a:ext cx="757897" cy="5513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FF784CD0-8B64-4AB5-807B-8A40B3FB39C2}"/>
              </a:ext>
            </a:extLst>
          </p:cNvPr>
          <p:cNvCxnSpPr>
            <a:endCxn id="10" idx="1"/>
          </p:cNvCxnSpPr>
          <p:nvPr/>
        </p:nvCxnSpPr>
        <p:spPr>
          <a:xfrm>
            <a:off x="4833427" y="2846861"/>
            <a:ext cx="753836" cy="4112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FB577184-F1FE-40F5-98A4-9C8B64A95CEE}"/>
              </a:ext>
            </a:extLst>
          </p:cNvPr>
          <p:cNvCxnSpPr/>
          <p:nvPr/>
        </p:nvCxnSpPr>
        <p:spPr>
          <a:xfrm flipV="1">
            <a:off x="6053796" y="2994367"/>
            <a:ext cx="594672" cy="3749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DB5979A4-7245-4A31-B7BB-9CE0DC67D1CC}"/>
              </a:ext>
            </a:extLst>
          </p:cNvPr>
          <p:cNvCxnSpPr>
            <a:stCxn id="10" idx="5"/>
          </p:cNvCxnSpPr>
          <p:nvPr/>
        </p:nvCxnSpPr>
        <p:spPr>
          <a:xfrm>
            <a:off x="5975211" y="3668456"/>
            <a:ext cx="728905" cy="4516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a:extLst>
              <a:ext uri="{FF2B5EF4-FFF2-40B4-BE49-F238E27FC236}">
                <a16:creationId xmlns:a16="http://schemas.microsoft.com/office/drawing/2014/main" id="{E5829CBB-9C9F-4C93-AB8F-EDBC9F37F0A6}"/>
              </a:ext>
            </a:extLst>
          </p:cNvPr>
          <p:cNvCxnSpPr>
            <a:stCxn id="14" idx="6"/>
            <a:endCxn id="16" idx="3"/>
          </p:cNvCxnSpPr>
          <p:nvPr/>
        </p:nvCxnSpPr>
        <p:spPr>
          <a:xfrm flipV="1">
            <a:off x="7244276" y="3705379"/>
            <a:ext cx="806590" cy="5879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a:extLst>
              <a:ext uri="{FF2B5EF4-FFF2-40B4-BE49-F238E27FC236}">
                <a16:creationId xmlns:a16="http://schemas.microsoft.com/office/drawing/2014/main" id="{12F77A9F-3E36-470D-8593-0136FE32777A}"/>
              </a:ext>
            </a:extLst>
          </p:cNvPr>
          <p:cNvCxnSpPr/>
          <p:nvPr/>
        </p:nvCxnSpPr>
        <p:spPr>
          <a:xfrm>
            <a:off x="7142599" y="2865516"/>
            <a:ext cx="827920" cy="5037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椭圆 17">
            <a:extLst>
              <a:ext uri="{FF2B5EF4-FFF2-40B4-BE49-F238E27FC236}">
                <a16:creationId xmlns:a16="http://schemas.microsoft.com/office/drawing/2014/main" id="{C9F64B62-CF38-4427-84A2-27DF0F5B847E}"/>
              </a:ext>
            </a:extLst>
          </p:cNvPr>
          <p:cNvSpPr/>
          <p:nvPr/>
        </p:nvSpPr>
        <p:spPr>
          <a:xfrm>
            <a:off x="3022210" y="2226472"/>
            <a:ext cx="3306809" cy="2513455"/>
          </a:xfrm>
          <a:prstGeom prst="ellipse">
            <a:avLst/>
          </a:prstGeom>
          <a:solidFill>
            <a:srgbClr val="C00000">
              <a:alpha val="27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Tree>
    <p:extLst>
      <p:ext uri="{BB962C8B-B14F-4D97-AF65-F5344CB8AC3E}">
        <p14:creationId xmlns:p14="http://schemas.microsoft.com/office/powerpoint/2010/main" val="39156319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A8F0DD-A316-4F9D-81F2-A172AB0B7379}"/>
              </a:ext>
            </a:extLst>
          </p:cNvPr>
          <p:cNvSpPr>
            <a:spLocks noGrp="1"/>
          </p:cNvSpPr>
          <p:nvPr>
            <p:ph type="title"/>
          </p:nvPr>
        </p:nvSpPr>
        <p:spPr/>
        <p:txBody>
          <a:bodyPr/>
          <a:lstStyle/>
          <a:p>
            <a:r>
              <a:rPr lang="zh-CN" altLang="en-US" dirty="0"/>
              <a:t>图上的可达性分析</a:t>
            </a:r>
            <a:endParaRPr lang="en-US" dirty="0"/>
          </a:p>
        </p:txBody>
      </p:sp>
      <p:sp>
        <p:nvSpPr>
          <p:cNvPr id="20" name="灯片编号占位符 19">
            <a:extLst>
              <a:ext uri="{FF2B5EF4-FFF2-40B4-BE49-F238E27FC236}">
                <a16:creationId xmlns:a16="http://schemas.microsoft.com/office/drawing/2014/main" id="{A7920FFF-43E7-4A1C-BE55-5B66AB5FD505}"/>
              </a:ext>
            </a:extLst>
          </p:cNvPr>
          <p:cNvSpPr>
            <a:spLocks noGrp="1"/>
          </p:cNvSpPr>
          <p:nvPr>
            <p:ph type="sldNum" sz="quarter" idx="12"/>
          </p:nvPr>
        </p:nvSpPr>
        <p:spPr/>
        <p:txBody>
          <a:bodyPr/>
          <a:lstStyle/>
          <a:p>
            <a:fld id="{81FB5FCF-B845-4FD0-8CAB-5D8F3E376DBE}" type="slidenum">
              <a:rPr lang="en-US" smtClean="0"/>
              <a:t>29</a:t>
            </a:fld>
            <a:endParaRPr lang="en-US"/>
          </a:p>
        </p:txBody>
      </p:sp>
      <p:sp>
        <p:nvSpPr>
          <p:cNvPr id="4" name="椭圆 3">
            <a:extLst>
              <a:ext uri="{FF2B5EF4-FFF2-40B4-BE49-F238E27FC236}">
                <a16:creationId xmlns:a16="http://schemas.microsoft.com/office/drawing/2014/main" id="{55800D66-BB2D-426F-A3DE-2A4FB0AF8E26}"/>
              </a:ext>
            </a:extLst>
          </p:cNvPr>
          <p:cNvSpPr/>
          <p:nvPr/>
        </p:nvSpPr>
        <p:spPr>
          <a:xfrm>
            <a:off x="3117167" y="3252277"/>
            <a:ext cx="548640" cy="58029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 name="文本框 4">
            <a:extLst>
              <a:ext uri="{FF2B5EF4-FFF2-40B4-BE49-F238E27FC236}">
                <a16:creationId xmlns:a16="http://schemas.microsoft.com/office/drawing/2014/main" id="{0FBF2C95-804D-422B-972B-0C3146F10341}"/>
              </a:ext>
            </a:extLst>
          </p:cNvPr>
          <p:cNvSpPr txBox="1"/>
          <p:nvPr/>
        </p:nvSpPr>
        <p:spPr>
          <a:xfrm>
            <a:off x="3218843" y="3369297"/>
            <a:ext cx="415498" cy="400110"/>
          </a:xfrm>
          <a:prstGeom prst="rect">
            <a:avLst/>
          </a:prstGeom>
          <a:noFill/>
        </p:spPr>
        <p:txBody>
          <a:bodyPr wrap="none" rtlCol="0">
            <a:spAutoFit/>
          </a:bodyPr>
          <a:lstStyle/>
          <a:p>
            <a:r>
              <a:rPr lang="en-US" sz="2000" dirty="0"/>
              <a:t>s0</a:t>
            </a:r>
          </a:p>
        </p:txBody>
      </p:sp>
      <p:sp>
        <p:nvSpPr>
          <p:cNvPr id="6" name="椭圆 5">
            <a:extLst>
              <a:ext uri="{FF2B5EF4-FFF2-40B4-BE49-F238E27FC236}">
                <a16:creationId xmlns:a16="http://schemas.microsoft.com/office/drawing/2014/main" id="{B1EB68A7-588E-4D7F-BDA3-E7CF0624346A}"/>
              </a:ext>
            </a:extLst>
          </p:cNvPr>
          <p:cNvSpPr/>
          <p:nvPr/>
        </p:nvSpPr>
        <p:spPr>
          <a:xfrm>
            <a:off x="4286543" y="2459212"/>
            <a:ext cx="548640" cy="58029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 name="文本框 6">
            <a:extLst>
              <a:ext uri="{FF2B5EF4-FFF2-40B4-BE49-F238E27FC236}">
                <a16:creationId xmlns:a16="http://schemas.microsoft.com/office/drawing/2014/main" id="{9643C58A-825B-471E-97D2-3DEE0D629873}"/>
              </a:ext>
            </a:extLst>
          </p:cNvPr>
          <p:cNvSpPr txBox="1"/>
          <p:nvPr/>
        </p:nvSpPr>
        <p:spPr>
          <a:xfrm>
            <a:off x="4388219" y="2576232"/>
            <a:ext cx="415498" cy="400110"/>
          </a:xfrm>
          <a:prstGeom prst="rect">
            <a:avLst/>
          </a:prstGeom>
          <a:noFill/>
        </p:spPr>
        <p:txBody>
          <a:bodyPr wrap="none" rtlCol="0">
            <a:spAutoFit/>
          </a:bodyPr>
          <a:lstStyle/>
          <a:p>
            <a:r>
              <a:rPr lang="en-US" sz="2000" dirty="0"/>
              <a:t>s1</a:t>
            </a:r>
          </a:p>
        </p:txBody>
      </p:sp>
      <p:sp>
        <p:nvSpPr>
          <p:cNvPr id="8" name="椭圆 7">
            <a:extLst>
              <a:ext uri="{FF2B5EF4-FFF2-40B4-BE49-F238E27FC236}">
                <a16:creationId xmlns:a16="http://schemas.microsoft.com/office/drawing/2014/main" id="{EEDCDBCB-4031-4EAB-A17F-FC64B4B6487B}"/>
              </a:ext>
            </a:extLst>
          </p:cNvPr>
          <p:cNvSpPr/>
          <p:nvPr/>
        </p:nvSpPr>
        <p:spPr>
          <a:xfrm>
            <a:off x="4200378" y="3934561"/>
            <a:ext cx="548640" cy="58029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 name="文本框 8">
            <a:extLst>
              <a:ext uri="{FF2B5EF4-FFF2-40B4-BE49-F238E27FC236}">
                <a16:creationId xmlns:a16="http://schemas.microsoft.com/office/drawing/2014/main" id="{3EC09A5F-812D-4DFE-9105-2B7FA35C0A96}"/>
              </a:ext>
            </a:extLst>
          </p:cNvPr>
          <p:cNvSpPr txBox="1"/>
          <p:nvPr/>
        </p:nvSpPr>
        <p:spPr>
          <a:xfrm>
            <a:off x="4302055" y="4051581"/>
            <a:ext cx="415498" cy="400110"/>
          </a:xfrm>
          <a:prstGeom prst="rect">
            <a:avLst/>
          </a:prstGeom>
          <a:noFill/>
        </p:spPr>
        <p:txBody>
          <a:bodyPr wrap="none" rtlCol="0">
            <a:spAutoFit/>
          </a:bodyPr>
          <a:lstStyle/>
          <a:p>
            <a:r>
              <a:rPr lang="en-US" sz="2000" dirty="0"/>
              <a:t>s2</a:t>
            </a:r>
          </a:p>
        </p:txBody>
      </p:sp>
      <p:sp>
        <p:nvSpPr>
          <p:cNvPr id="10" name="椭圆 9">
            <a:extLst>
              <a:ext uri="{FF2B5EF4-FFF2-40B4-BE49-F238E27FC236}">
                <a16:creationId xmlns:a16="http://schemas.microsoft.com/office/drawing/2014/main" id="{9622C933-F7EE-4F75-AE54-4449C7DFEA8F}"/>
              </a:ext>
            </a:extLst>
          </p:cNvPr>
          <p:cNvSpPr/>
          <p:nvPr/>
        </p:nvSpPr>
        <p:spPr>
          <a:xfrm>
            <a:off x="5506915" y="3173147"/>
            <a:ext cx="548640" cy="58029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1" name="文本框 10">
            <a:extLst>
              <a:ext uri="{FF2B5EF4-FFF2-40B4-BE49-F238E27FC236}">
                <a16:creationId xmlns:a16="http://schemas.microsoft.com/office/drawing/2014/main" id="{9FF41067-FCC2-4875-B36C-B8A4F58BB187}"/>
              </a:ext>
            </a:extLst>
          </p:cNvPr>
          <p:cNvSpPr txBox="1"/>
          <p:nvPr/>
        </p:nvSpPr>
        <p:spPr>
          <a:xfrm>
            <a:off x="5608591" y="3290168"/>
            <a:ext cx="415498" cy="400110"/>
          </a:xfrm>
          <a:prstGeom prst="rect">
            <a:avLst/>
          </a:prstGeom>
          <a:noFill/>
        </p:spPr>
        <p:txBody>
          <a:bodyPr wrap="none" rtlCol="0">
            <a:spAutoFit/>
          </a:bodyPr>
          <a:lstStyle/>
          <a:p>
            <a:r>
              <a:rPr lang="en-US" sz="2000" dirty="0"/>
              <a:t>s3</a:t>
            </a:r>
          </a:p>
        </p:txBody>
      </p:sp>
      <p:sp>
        <p:nvSpPr>
          <p:cNvPr id="12" name="椭圆 11">
            <a:extLst>
              <a:ext uri="{FF2B5EF4-FFF2-40B4-BE49-F238E27FC236}">
                <a16:creationId xmlns:a16="http://schemas.microsoft.com/office/drawing/2014/main" id="{FFFE80F0-808F-4024-B514-863D361DADE5}"/>
              </a:ext>
            </a:extLst>
          </p:cNvPr>
          <p:cNvSpPr/>
          <p:nvPr/>
        </p:nvSpPr>
        <p:spPr>
          <a:xfrm>
            <a:off x="6602436" y="2485585"/>
            <a:ext cx="548640" cy="58029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3" name="文本框 12">
            <a:extLst>
              <a:ext uri="{FF2B5EF4-FFF2-40B4-BE49-F238E27FC236}">
                <a16:creationId xmlns:a16="http://schemas.microsoft.com/office/drawing/2014/main" id="{B61C8E03-E76F-402E-A79D-0EB673B416E5}"/>
              </a:ext>
            </a:extLst>
          </p:cNvPr>
          <p:cNvSpPr txBox="1"/>
          <p:nvPr/>
        </p:nvSpPr>
        <p:spPr>
          <a:xfrm>
            <a:off x="6704113" y="2602605"/>
            <a:ext cx="415498" cy="400110"/>
          </a:xfrm>
          <a:prstGeom prst="rect">
            <a:avLst/>
          </a:prstGeom>
          <a:noFill/>
        </p:spPr>
        <p:txBody>
          <a:bodyPr wrap="none" rtlCol="0">
            <a:spAutoFit/>
          </a:bodyPr>
          <a:lstStyle/>
          <a:p>
            <a:r>
              <a:rPr lang="en-US" sz="2000" dirty="0"/>
              <a:t>s4</a:t>
            </a:r>
          </a:p>
        </p:txBody>
      </p:sp>
      <p:sp>
        <p:nvSpPr>
          <p:cNvPr id="14" name="椭圆 13">
            <a:extLst>
              <a:ext uri="{FF2B5EF4-FFF2-40B4-BE49-F238E27FC236}">
                <a16:creationId xmlns:a16="http://schemas.microsoft.com/office/drawing/2014/main" id="{5A0F47C6-8E83-4259-9D77-17801835BC04}"/>
              </a:ext>
            </a:extLst>
          </p:cNvPr>
          <p:cNvSpPr/>
          <p:nvPr/>
        </p:nvSpPr>
        <p:spPr>
          <a:xfrm>
            <a:off x="6695634" y="4003135"/>
            <a:ext cx="548640" cy="58029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5" name="文本框 14">
            <a:extLst>
              <a:ext uri="{FF2B5EF4-FFF2-40B4-BE49-F238E27FC236}">
                <a16:creationId xmlns:a16="http://schemas.microsoft.com/office/drawing/2014/main" id="{EBE1E9BF-9083-4708-936B-497DB4578DB0}"/>
              </a:ext>
            </a:extLst>
          </p:cNvPr>
          <p:cNvSpPr txBox="1"/>
          <p:nvPr/>
        </p:nvSpPr>
        <p:spPr>
          <a:xfrm>
            <a:off x="6797311" y="4120155"/>
            <a:ext cx="415498" cy="400110"/>
          </a:xfrm>
          <a:prstGeom prst="rect">
            <a:avLst/>
          </a:prstGeom>
          <a:noFill/>
        </p:spPr>
        <p:txBody>
          <a:bodyPr wrap="none" rtlCol="0">
            <a:spAutoFit/>
          </a:bodyPr>
          <a:lstStyle/>
          <a:p>
            <a:r>
              <a:rPr lang="en-US" sz="2000" dirty="0"/>
              <a:t>s5</a:t>
            </a:r>
          </a:p>
        </p:txBody>
      </p:sp>
      <p:sp>
        <p:nvSpPr>
          <p:cNvPr id="16" name="椭圆 15">
            <a:extLst>
              <a:ext uri="{FF2B5EF4-FFF2-40B4-BE49-F238E27FC236}">
                <a16:creationId xmlns:a16="http://schemas.microsoft.com/office/drawing/2014/main" id="{BA98FFFB-569A-48C5-AF83-918589848B78}"/>
              </a:ext>
            </a:extLst>
          </p:cNvPr>
          <p:cNvSpPr/>
          <p:nvPr/>
        </p:nvSpPr>
        <p:spPr>
          <a:xfrm>
            <a:off x="7970517" y="3210069"/>
            <a:ext cx="548640" cy="580292"/>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7" name="文本框 16">
            <a:extLst>
              <a:ext uri="{FF2B5EF4-FFF2-40B4-BE49-F238E27FC236}">
                <a16:creationId xmlns:a16="http://schemas.microsoft.com/office/drawing/2014/main" id="{FFB35154-A37D-46BF-953C-C31D973A3EED}"/>
              </a:ext>
            </a:extLst>
          </p:cNvPr>
          <p:cNvSpPr txBox="1"/>
          <p:nvPr/>
        </p:nvSpPr>
        <p:spPr>
          <a:xfrm>
            <a:off x="8072194" y="3327089"/>
            <a:ext cx="415498" cy="400110"/>
          </a:xfrm>
          <a:prstGeom prst="rect">
            <a:avLst/>
          </a:prstGeom>
          <a:noFill/>
        </p:spPr>
        <p:txBody>
          <a:bodyPr wrap="none" rtlCol="0">
            <a:spAutoFit/>
          </a:bodyPr>
          <a:lstStyle/>
          <a:p>
            <a:r>
              <a:rPr lang="en-US" sz="2000" dirty="0"/>
              <a:t>s6</a:t>
            </a:r>
          </a:p>
        </p:txBody>
      </p:sp>
      <p:cxnSp>
        <p:nvCxnSpPr>
          <p:cNvPr id="19" name="直接箭头连接符 18">
            <a:extLst>
              <a:ext uri="{FF2B5EF4-FFF2-40B4-BE49-F238E27FC236}">
                <a16:creationId xmlns:a16="http://schemas.microsoft.com/office/drawing/2014/main" id="{CABFDEB3-0310-4015-AC12-383389B50B7A}"/>
              </a:ext>
            </a:extLst>
          </p:cNvPr>
          <p:cNvCxnSpPr/>
          <p:nvPr/>
        </p:nvCxnSpPr>
        <p:spPr>
          <a:xfrm>
            <a:off x="2663484" y="3542416"/>
            <a:ext cx="44313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4F4127A4-AC9E-457A-8857-6C52A020E03C}"/>
              </a:ext>
            </a:extLst>
          </p:cNvPr>
          <p:cNvCxnSpPr>
            <a:cxnSpLocks/>
          </p:cNvCxnSpPr>
          <p:nvPr/>
        </p:nvCxnSpPr>
        <p:spPr>
          <a:xfrm flipV="1">
            <a:off x="3639433" y="2875568"/>
            <a:ext cx="660301" cy="5391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764238CC-1D2A-4918-A610-E6A79923EE25}"/>
              </a:ext>
            </a:extLst>
          </p:cNvPr>
          <p:cNvCxnSpPr>
            <a:stCxn id="4" idx="5"/>
          </p:cNvCxnSpPr>
          <p:nvPr/>
        </p:nvCxnSpPr>
        <p:spPr>
          <a:xfrm>
            <a:off x="3585462" y="3747587"/>
            <a:ext cx="653606" cy="3148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334C574C-39E3-408A-83CE-1529412FA0A7}"/>
              </a:ext>
            </a:extLst>
          </p:cNvPr>
          <p:cNvCxnSpPr>
            <a:stCxn id="8" idx="6"/>
          </p:cNvCxnSpPr>
          <p:nvPr/>
        </p:nvCxnSpPr>
        <p:spPr>
          <a:xfrm flipV="1">
            <a:off x="4749021" y="3673337"/>
            <a:ext cx="757897" cy="5513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FF784CD0-8B64-4AB5-807B-8A40B3FB39C2}"/>
              </a:ext>
            </a:extLst>
          </p:cNvPr>
          <p:cNvCxnSpPr>
            <a:endCxn id="10" idx="1"/>
          </p:cNvCxnSpPr>
          <p:nvPr/>
        </p:nvCxnSpPr>
        <p:spPr>
          <a:xfrm>
            <a:off x="4833427" y="2846861"/>
            <a:ext cx="753836" cy="4112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FB577184-F1FE-40F5-98A4-9C8B64A95CEE}"/>
              </a:ext>
            </a:extLst>
          </p:cNvPr>
          <p:cNvCxnSpPr/>
          <p:nvPr/>
        </p:nvCxnSpPr>
        <p:spPr>
          <a:xfrm flipV="1">
            <a:off x="6053796" y="2994367"/>
            <a:ext cx="594672" cy="3749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DB5979A4-7245-4A31-B7BB-9CE0DC67D1CC}"/>
              </a:ext>
            </a:extLst>
          </p:cNvPr>
          <p:cNvCxnSpPr>
            <a:stCxn id="10" idx="5"/>
          </p:cNvCxnSpPr>
          <p:nvPr/>
        </p:nvCxnSpPr>
        <p:spPr>
          <a:xfrm>
            <a:off x="5975211" y="3668456"/>
            <a:ext cx="728905" cy="4516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a:extLst>
              <a:ext uri="{FF2B5EF4-FFF2-40B4-BE49-F238E27FC236}">
                <a16:creationId xmlns:a16="http://schemas.microsoft.com/office/drawing/2014/main" id="{E5829CBB-9C9F-4C93-AB8F-EDBC9F37F0A6}"/>
              </a:ext>
            </a:extLst>
          </p:cNvPr>
          <p:cNvCxnSpPr>
            <a:stCxn id="14" idx="6"/>
            <a:endCxn id="16" idx="3"/>
          </p:cNvCxnSpPr>
          <p:nvPr/>
        </p:nvCxnSpPr>
        <p:spPr>
          <a:xfrm flipV="1">
            <a:off x="7244276" y="3705379"/>
            <a:ext cx="806590" cy="5879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a:extLst>
              <a:ext uri="{FF2B5EF4-FFF2-40B4-BE49-F238E27FC236}">
                <a16:creationId xmlns:a16="http://schemas.microsoft.com/office/drawing/2014/main" id="{12F77A9F-3E36-470D-8593-0136FE32777A}"/>
              </a:ext>
            </a:extLst>
          </p:cNvPr>
          <p:cNvCxnSpPr/>
          <p:nvPr/>
        </p:nvCxnSpPr>
        <p:spPr>
          <a:xfrm>
            <a:off x="7142599" y="2865516"/>
            <a:ext cx="827920" cy="5037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椭圆 17">
            <a:extLst>
              <a:ext uri="{FF2B5EF4-FFF2-40B4-BE49-F238E27FC236}">
                <a16:creationId xmlns:a16="http://schemas.microsoft.com/office/drawing/2014/main" id="{C9F64B62-CF38-4427-84A2-27DF0F5B847E}"/>
              </a:ext>
            </a:extLst>
          </p:cNvPr>
          <p:cNvSpPr/>
          <p:nvPr/>
        </p:nvSpPr>
        <p:spPr>
          <a:xfrm>
            <a:off x="3022210" y="2017840"/>
            <a:ext cx="4726745" cy="3091371"/>
          </a:xfrm>
          <a:prstGeom prst="ellipse">
            <a:avLst/>
          </a:prstGeom>
          <a:solidFill>
            <a:srgbClr val="C00000">
              <a:alpha val="27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Tree>
    <p:extLst>
      <p:ext uri="{BB962C8B-B14F-4D97-AF65-F5344CB8AC3E}">
        <p14:creationId xmlns:p14="http://schemas.microsoft.com/office/powerpoint/2010/main" val="25264476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A8F0DD-A316-4F9D-81F2-A172AB0B7379}"/>
              </a:ext>
            </a:extLst>
          </p:cNvPr>
          <p:cNvSpPr>
            <a:spLocks noGrp="1"/>
          </p:cNvSpPr>
          <p:nvPr>
            <p:ph type="title"/>
          </p:nvPr>
        </p:nvSpPr>
        <p:spPr/>
        <p:txBody>
          <a:bodyPr/>
          <a:lstStyle/>
          <a:p>
            <a:r>
              <a:rPr lang="zh-CN" altLang="en-US" dirty="0"/>
              <a:t>图上的可达性分析</a:t>
            </a:r>
            <a:endParaRPr lang="en-US" dirty="0"/>
          </a:p>
        </p:txBody>
      </p:sp>
      <p:sp>
        <p:nvSpPr>
          <p:cNvPr id="22" name="灯片编号占位符 21">
            <a:extLst>
              <a:ext uri="{FF2B5EF4-FFF2-40B4-BE49-F238E27FC236}">
                <a16:creationId xmlns:a16="http://schemas.microsoft.com/office/drawing/2014/main" id="{08EAC5DB-5086-4E1B-B3F5-2DA78755E4CA}"/>
              </a:ext>
            </a:extLst>
          </p:cNvPr>
          <p:cNvSpPr>
            <a:spLocks noGrp="1"/>
          </p:cNvSpPr>
          <p:nvPr>
            <p:ph type="sldNum" sz="quarter" idx="12"/>
          </p:nvPr>
        </p:nvSpPr>
        <p:spPr/>
        <p:txBody>
          <a:bodyPr/>
          <a:lstStyle/>
          <a:p>
            <a:fld id="{81FB5FCF-B845-4FD0-8CAB-5D8F3E376DBE}" type="slidenum">
              <a:rPr lang="en-US" smtClean="0"/>
              <a:t>30</a:t>
            </a:fld>
            <a:endParaRPr lang="en-US"/>
          </a:p>
        </p:txBody>
      </p:sp>
      <p:sp>
        <p:nvSpPr>
          <p:cNvPr id="4" name="椭圆 3">
            <a:extLst>
              <a:ext uri="{FF2B5EF4-FFF2-40B4-BE49-F238E27FC236}">
                <a16:creationId xmlns:a16="http://schemas.microsoft.com/office/drawing/2014/main" id="{55800D66-BB2D-426F-A3DE-2A4FB0AF8E26}"/>
              </a:ext>
            </a:extLst>
          </p:cNvPr>
          <p:cNvSpPr/>
          <p:nvPr/>
        </p:nvSpPr>
        <p:spPr>
          <a:xfrm>
            <a:off x="3117167" y="3252277"/>
            <a:ext cx="548640" cy="58029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 name="文本框 4">
            <a:extLst>
              <a:ext uri="{FF2B5EF4-FFF2-40B4-BE49-F238E27FC236}">
                <a16:creationId xmlns:a16="http://schemas.microsoft.com/office/drawing/2014/main" id="{0FBF2C95-804D-422B-972B-0C3146F10341}"/>
              </a:ext>
            </a:extLst>
          </p:cNvPr>
          <p:cNvSpPr txBox="1"/>
          <p:nvPr/>
        </p:nvSpPr>
        <p:spPr>
          <a:xfrm>
            <a:off x="3218843" y="3369297"/>
            <a:ext cx="415498" cy="400110"/>
          </a:xfrm>
          <a:prstGeom prst="rect">
            <a:avLst/>
          </a:prstGeom>
          <a:noFill/>
        </p:spPr>
        <p:txBody>
          <a:bodyPr wrap="none" rtlCol="0">
            <a:spAutoFit/>
          </a:bodyPr>
          <a:lstStyle/>
          <a:p>
            <a:r>
              <a:rPr lang="en-US" sz="2000" dirty="0"/>
              <a:t>s0</a:t>
            </a:r>
          </a:p>
        </p:txBody>
      </p:sp>
      <p:sp>
        <p:nvSpPr>
          <p:cNvPr id="6" name="椭圆 5">
            <a:extLst>
              <a:ext uri="{FF2B5EF4-FFF2-40B4-BE49-F238E27FC236}">
                <a16:creationId xmlns:a16="http://schemas.microsoft.com/office/drawing/2014/main" id="{B1EB68A7-588E-4D7F-BDA3-E7CF0624346A}"/>
              </a:ext>
            </a:extLst>
          </p:cNvPr>
          <p:cNvSpPr/>
          <p:nvPr/>
        </p:nvSpPr>
        <p:spPr>
          <a:xfrm>
            <a:off x="4286543" y="2459212"/>
            <a:ext cx="548640" cy="58029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 name="文本框 6">
            <a:extLst>
              <a:ext uri="{FF2B5EF4-FFF2-40B4-BE49-F238E27FC236}">
                <a16:creationId xmlns:a16="http://schemas.microsoft.com/office/drawing/2014/main" id="{9643C58A-825B-471E-97D2-3DEE0D629873}"/>
              </a:ext>
            </a:extLst>
          </p:cNvPr>
          <p:cNvSpPr txBox="1"/>
          <p:nvPr/>
        </p:nvSpPr>
        <p:spPr>
          <a:xfrm>
            <a:off x="4388219" y="2576232"/>
            <a:ext cx="415498" cy="400110"/>
          </a:xfrm>
          <a:prstGeom prst="rect">
            <a:avLst/>
          </a:prstGeom>
          <a:noFill/>
        </p:spPr>
        <p:txBody>
          <a:bodyPr wrap="none" rtlCol="0">
            <a:spAutoFit/>
          </a:bodyPr>
          <a:lstStyle/>
          <a:p>
            <a:r>
              <a:rPr lang="en-US" sz="2000" dirty="0"/>
              <a:t>s1</a:t>
            </a:r>
          </a:p>
        </p:txBody>
      </p:sp>
      <p:sp>
        <p:nvSpPr>
          <p:cNvPr id="8" name="椭圆 7">
            <a:extLst>
              <a:ext uri="{FF2B5EF4-FFF2-40B4-BE49-F238E27FC236}">
                <a16:creationId xmlns:a16="http://schemas.microsoft.com/office/drawing/2014/main" id="{EEDCDBCB-4031-4EAB-A17F-FC64B4B6487B}"/>
              </a:ext>
            </a:extLst>
          </p:cNvPr>
          <p:cNvSpPr/>
          <p:nvPr/>
        </p:nvSpPr>
        <p:spPr>
          <a:xfrm>
            <a:off x="4200378" y="3934561"/>
            <a:ext cx="548640" cy="58029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 name="文本框 8">
            <a:extLst>
              <a:ext uri="{FF2B5EF4-FFF2-40B4-BE49-F238E27FC236}">
                <a16:creationId xmlns:a16="http://schemas.microsoft.com/office/drawing/2014/main" id="{3EC09A5F-812D-4DFE-9105-2B7FA35C0A96}"/>
              </a:ext>
            </a:extLst>
          </p:cNvPr>
          <p:cNvSpPr txBox="1"/>
          <p:nvPr/>
        </p:nvSpPr>
        <p:spPr>
          <a:xfrm>
            <a:off x="4302055" y="4051581"/>
            <a:ext cx="415498" cy="400110"/>
          </a:xfrm>
          <a:prstGeom prst="rect">
            <a:avLst/>
          </a:prstGeom>
          <a:noFill/>
        </p:spPr>
        <p:txBody>
          <a:bodyPr wrap="none" rtlCol="0">
            <a:spAutoFit/>
          </a:bodyPr>
          <a:lstStyle/>
          <a:p>
            <a:r>
              <a:rPr lang="en-US" sz="2000" dirty="0"/>
              <a:t>s2</a:t>
            </a:r>
          </a:p>
        </p:txBody>
      </p:sp>
      <p:sp>
        <p:nvSpPr>
          <p:cNvPr id="10" name="椭圆 9">
            <a:extLst>
              <a:ext uri="{FF2B5EF4-FFF2-40B4-BE49-F238E27FC236}">
                <a16:creationId xmlns:a16="http://schemas.microsoft.com/office/drawing/2014/main" id="{9622C933-F7EE-4F75-AE54-4449C7DFEA8F}"/>
              </a:ext>
            </a:extLst>
          </p:cNvPr>
          <p:cNvSpPr/>
          <p:nvPr/>
        </p:nvSpPr>
        <p:spPr>
          <a:xfrm>
            <a:off x="5506915" y="3173147"/>
            <a:ext cx="548640" cy="58029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1" name="文本框 10">
            <a:extLst>
              <a:ext uri="{FF2B5EF4-FFF2-40B4-BE49-F238E27FC236}">
                <a16:creationId xmlns:a16="http://schemas.microsoft.com/office/drawing/2014/main" id="{9FF41067-FCC2-4875-B36C-B8A4F58BB187}"/>
              </a:ext>
            </a:extLst>
          </p:cNvPr>
          <p:cNvSpPr txBox="1"/>
          <p:nvPr/>
        </p:nvSpPr>
        <p:spPr>
          <a:xfrm>
            <a:off x="5608591" y="3290168"/>
            <a:ext cx="415498" cy="400110"/>
          </a:xfrm>
          <a:prstGeom prst="rect">
            <a:avLst/>
          </a:prstGeom>
          <a:noFill/>
        </p:spPr>
        <p:txBody>
          <a:bodyPr wrap="none" rtlCol="0">
            <a:spAutoFit/>
          </a:bodyPr>
          <a:lstStyle/>
          <a:p>
            <a:r>
              <a:rPr lang="en-US" sz="2000" dirty="0"/>
              <a:t>s3</a:t>
            </a:r>
          </a:p>
        </p:txBody>
      </p:sp>
      <p:sp>
        <p:nvSpPr>
          <p:cNvPr id="12" name="椭圆 11">
            <a:extLst>
              <a:ext uri="{FF2B5EF4-FFF2-40B4-BE49-F238E27FC236}">
                <a16:creationId xmlns:a16="http://schemas.microsoft.com/office/drawing/2014/main" id="{FFFE80F0-808F-4024-B514-863D361DADE5}"/>
              </a:ext>
            </a:extLst>
          </p:cNvPr>
          <p:cNvSpPr/>
          <p:nvPr/>
        </p:nvSpPr>
        <p:spPr>
          <a:xfrm>
            <a:off x="6602436" y="2485585"/>
            <a:ext cx="548640" cy="58029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3" name="文本框 12">
            <a:extLst>
              <a:ext uri="{FF2B5EF4-FFF2-40B4-BE49-F238E27FC236}">
                <a16:creationId xmlns:a16="http://schemas.microsoft.com/office/drawing/2014/main" id="{B61C8E03-E76F-402E-A79D-0EB673B416E5}"/>
              </a:ext>
            </a:extLst>
          </p:cNvPr>
          <p:cNvSpPr txBox="1"/>
          <p:nvPr/>
        </p:nvSpPr>
        <p:spPr>
          <a:xfrm>
            <a:off x="6704113" y="2602605"/>
            <a:ext cx="415498" cy="400110"/>
          </a:xfrm>
          <a:prstGeom prst="rect">
            <a:avLst/>
          </a:prstGeom>
          <a:noFill/>
        </p:spPr>
        <p:txBody>
          <a:bodyPr wrap="none" rtlCol="0">
            <a:spAutoFit/>
          </a:bodyPr>
          <a:lstStyle/>
          <a:p>
            <a:r>
              <a:rPr lang="en-US" sz="2000" dirty="0"/>
              <a:t>s4</a:t>
            </a:r>
          </a:p>
        </p:txBody>
      </p:sp>
      <p:sp>
        <p:nvSpPr>
          <p:cNvPr id="14" name="椭圆 13">
            <a:extLst>
              <a:ext uri="{FF2B5EF4-FFF2-40B4-BE49-F238E27FC236}">
                <a16:creationId xmlns:a16="http://schemas.microsoft.com/office/drawing/2014/main" id="{5A0F47C6-8E83-4259-9D77-17801835BC04}"/>
              </a:ext>
            </a:extLst>
          </p:cNvPr>
          <p:cNvSpPr/>
          <p:nvPr/>
        </p:nvSpPr>
        <p:spPr>
          <a:xfrm>
            <a:off x="6695634" y="4003135"/>
            <a:ext cx="548640" cy="58029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5" name="文本框 14">
            <a:extLst>
              <a:ext uri="{FF2B5EF4-FFF2-40B4-BE49-F238E27FC236}">
                <a16:creationId xmlns:a16="http://schemas.microsoft.com/office/drawing/2014/main" id="{EBE1E9BF-9083-4708-936B-497DB4578DB0}"/>
              </a:ext>
            </a:extLst>
          </p:cNvPr>
          <p:cNvSpPr txBox="1"/>
          <p:nvPr/>
        </p:nvSpPr>
        <p:spPr>
          <a:xfrm>
            <a:off x="6797311" y="4120155"/>
            <a:ext cx="415498" cy="400110"/>
          </a:xfrm>
          <a:prstGeom prst="rect">
            <a:avLst/>
          </a:prstGeom>
          <a:noFill/>
        </p:spPr>
        <p:txBody>
          <a:bodyPr wrap="none" rtlCol="0">
            <a:spAutoFit/>
          </a:bodyPr>
          <a:lstStyle/>
          <a:p>
            <a:r>
              <a:rPr lang="en-US" sz="2000" dirty="0"/>
              <a:t>s5</a:t>
            </a:r>
          </a:p>
        </p:txBody>
      </p:sp>
      <p:sp>
        <p:nvSpPr>
          <p:cNvPr id="16" name="椭圆 15">
            <a:extLst>
              <a:ext uri="{FF2B5EF4-FFF2-40B4-BE49-F238E27FC236}">
                <a16:creationId xmlns:a16="http://schemas.microsoft.com/office/drawing/2014/main" id="{BA98FFFB-569A-48C5-AF83-918589848B78}"/>
              </a:ext>
            </a:extLst>
          </p:cNvPr>
          <p:cNvSpPr/>
          <p:nvPr/>
        </p:nvSpPr>
        <p:spPr>
          <a:xfrm>
            <a:off x="7970517" y="3210069"/>
            <a:ext cx="548640" cy="580292"/>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7" name="文本框 16">
            <a:extLst>
              <a:ext uri="{FF2B5EF4-FFF2-40B4-BE49-F238E27FC236}">
                <a16:creationId xmlns:a16="http://schemas.microsoft.com/office/drawing/2014/main" id="{FFB35154-A37D-46BF-953C-C31D973A3EED}"/>
              </a:ext>
            </a:extLst>
          </p:cNvPr>
          <p:cNvSpPr txBox="1"/>
          <p:nvPr/>
        </p:nvSpPr>
        <p:spPr>
          <a:xfrm>
            <a:off x="8072194" y="3327089"/>
            <a:ext cx="415498" cy="400110"/>
          </a:xfrm>
          <a:prstGeom prst="rect">
            <a:avLst/>
          </a:prstGeom>
          <a:noFill/>
        </p:spPr>
        <p:txBody>
          <a:bodyPr wrap="none" rtlCol="0">
            <a:spAutoFit/>
          </a:bodyPr>
          <a:lstStyle/>
          <a:p>
            <a:r>
              <a:rPr lang="en-US" sz="2000" dirty="0"/>
              <a:t>s6</a:t>
            </a:r>
          </a:p>
        </p:txBody>
      </p:sp>
      <p:cxnSp>
        <p:nvCxnSpPr>
          <p:cNvPr id="19" name="直接箭头连接符 18">
            <a:extLst>
              <a:ext uri="{FF2B5EF4-FFF2-40B4-BE49-F238E27FC236}">
                <a16:creationId xmlns:a16="http://schemas.microsoft.com/office/drawing/2014/main" id="{CABFDEB3-0310-4015-AC12-383389B50B7A}"/>
              </a:ext>
            </a:extLst>
          </p:cNvPr>
          <p:cNvCxnSpPr/>
          <p:nvPr/>
        </p:nvCxnSpPr>
        <p:spPr>
          <a:xfrm>
            <a:off x="2663484" y="3542416"/>
            <a:ext cx="44313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4F4127A4-AC9E-457A-8857-6C52A020E03C}"/>
              </a:ext>
            </a:extLst>
          </p:cNvPr>
          <p:cNvCxnSpPr>
            <a:cxnSpLocks/>
          </p:cNvCxnSpPr>
          <p:nvPr/>
        </p:nvCxnSpPr>
        <p:spPr>
          <a:xfrm flipV="1">
            <a:off x="3639433" y="2875568"/>
            <a:ext cx="660301" cy="5391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764238CC-1D2A-4918-A610-E6A79923EE25}"/>
              </a:ext>
            </a:extLst>
          </p:cNvPr>
          <p:cNvCxnSpPr>
            <a:stCxn id="4" idx="5"/>
          </p:cNvCxnSpPr>
          <p:nvPr/>
        </p:nvCxnSpPr>
        <p:spPr>
          <a:xfrm>
            <a:off x="3585462" y="3747587"/>
            <a:ext cx="653606" cy="3148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334C574C-39E3-408A-83CE-1529412FA0A7}"/>
              </a:ext>
            </a:extLst>
          </p:cNvPr>
          <p:cNvCxnSpPr>
            <a:stCxn id="8" idx="6"/>
          </p:cNvCxnSpPr>
          <p:nvPr/>
        </p:nvCxnSpPr>
        <p:spPr>
          <a:xfrm flipV="1">
            <a:off x="4749021" y="3673337"/>
            <a:ext cx="757897" cy="5513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FF784CD0-8B64-4AB5-807B-8A40B3FB39C2}"/>
              </a:ext>
            </a:extLst>
          </p:cNvPr>
          <p:cNvCxnSpPr>
            <a:endCxn id="10" idx="1"/>
          </p:cNvCxnSpPr>
          <p:nvPr/>
        </p:nvCxnSpPr>
        <p:spPr>
          <a:xfrm>
            <a:off x="4833427" y="2846861"/>
            <a:ext cx="753836" cy="4112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FB577184-F1FE-40F5-98A4-9C8B64A95CEE}"/>
              </a:ext>
            </a:extLst>
          </p:cNvPr>
          <p:cNvCxnSpPr/>
          <p:nvPr/>
        </p:nvCxnSpPr>
        <p:spPr>
          <a:xfrm flipV="1">
            <a:off x="6053796" y="2994367"/>
            <a:ext cx="594672" cy="3749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DB5979A4-7245-4A31-B7BB-9CE0DC67D1CC}"/>
              </a:ext>
            </a:extLst>
          </p:cNvPr>
          <p:cNvCxnSpPr>
            <a:stCxn id="10" idx="5"/>
          </p:cNvCxnSpPr>
          <p:nvPr/>
        </p:nvCxnSpPr>
        <p:spPr>
          <a:xfrm>
            <a:off x="5975211" y="3668456"/>
            <a:ext cx="728905" cy="4516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a:extLst>
              <a:ext uri="{FF2B5EF4-FFF2-40B4-BE49-F238E27FC236}">
                <a16:creationId xmlns:a16="http://schemas.microsoft.com/office/drawing/2014/main" id="{E5829CBB-9C9F-4C93-AB8F-EDBC9F37F0A6}"/>
              </a:ext>
            </a:extLst>
          </p:cNvPr>
          <p:cNvCxnSpPr>
            <a:stCxn id="14" idx="6"/>
            <a:endCxn id="16" idx="3"/>
          </p:cNvCxnSpPr>
          <p:nvPr/>
        </p:nvCxnSpPr>
        <p:spPr>
          <a:xfrm flipV="1">
            <a:off x="7244276" y="3705379"/>
            <a:ext cx="806590" cy="5879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a:extLst>
              <a:ext uri="{FF2B5EF4-FFF2-40B4-BE49-F238E27FC236}">
                <a16:creationId xmlns:a16="http://schemas.microsoft.com/office/drawing/2014/main" id="{12F77A9F-3E36-470D-8593-0136FE32777A}"/>
              </a:ext>
            </a:extLst>
          </p:cNvPr>
          <p:cNvCxnSpPr/>
          <p:nvPr/>
        </p:nvCxnSpPr>
        <p:spPr>
          <a:xfrm>
            <a:off x="7142599" y="2865516"/>
            <a:ext cx="827920" cy="5037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椭圆 17">
            <a:extLst>
              <a:ext uri="{FF2B5EF4-FFF2-40B4-BE49-F238E27FC236}">
                <a16:creationId xmlns:a16="http://schemas.microsoft.com/office/drawing/2014/main" id="{C9F64B62-CF38-4427-84A2-27DF0F5B847E}"/>
              </a:ext>
            </a:extLst>
          </p:cNvPr>
          <p:cNvSpPr/>
          <p:nvPr/>
        </p:nvSpPr>
        <p:spPr>
          <a:xfrm>
            <a:off x="3022211" y="2017840"/>
            <a:ext cx="5584331" cy="3091371"/>
          </a:xfrm>
          <a:prstGeom prst="ellipse">
            <a:avLst/>
          </a:prstGeom>
          <a:solidFill>
            <a:srgbClr val="C00000">
              <a:alpha val="27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0" name="文本框 19">
            <a:extLst>
              <a:ext uri="{FF2B5EF4-FFF2-40B4-BE49-F238E27FC236}">
                <a16:creationId xmlns:a16="http://schemas.microsoft.com/office/drawing/2014/main" id="{48DA5101-23B9-4934-A239-8B5FAC70B395}"/>
              </a:ext>
            </a:extLst>
          </p:cNvPr>
          <p:cNvSpPr txBox="1"/>
          <p:nvPr/>
        </p:nvSpPr>
        <p:spPr>
          <a:xfrm>
            <a:off x="7353970" y="5373688"/>
            <a:ext cx="2031325" cy="461665"/>
          </a:xfrm>
          <a:prstGeom prst="rect">
            <a:avLst/>
          </a:prstGeom>
          <a:noFill/>
        </p:spPr>
        <p:txBody>
          <a:bodyPr wrap="none" rtlCol="0">
            <a:spAutoFit/>
          </a:bodyPr>
          <a:lstStyle/>
          <a:p>
            <a:r>
              <a:rPr lang="zh-CN" altLang="en-US" sz="2400" dirty="0">
                <a:solidFill>
                  <a:srgbClr val="002060"/>
                </a:solidFill>
              </a:rPr>
              <a:t>广度优先搜索</a:t>
            </a:r>
            <a:endParaRPr lang="en-US" sz="2400" dirty="0">
              <a:solidFill>
                <a:srgbClr val="002060"/>
              </a:solidFill>
            </a:endParaRPr>
          </a:p>
        </p:txBody>
      </p:sp>
    </p:spTree>
    <p:extLst>
      <p:ext uri="{BB962C8B-B14F-4D97-AF65-F5344CB8AC3E}">
        <p14:creationId xmlns:p14="http://schemas.microsoft.com/office/powerpoint/2010/main" val="18033976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A8F0DD-A316-4F9D-81F2-A172AB0B7379}"/>
              </a:ext>
            </a:extLst>
          </p:cNvPr>
          <p:cNvSpPr>
            <a:spLocks noGrp="1"/>
          </p:cNvSpPr>
          <p:nvPr>
            <p:ph type="title"/>
          </p:nvPr>
        </p:nvSpPr>
        <p:spPr/>
        <p:txBody>
          <a:bodyPr/>
          <a:lstStyle/>
          <a:p>
            <a:r>
              <a:rPr lang="zh-CN" altLang="en-US" dirty="0"/>
              <a:t>图上的可达性分析</a:t>
            </a:r>
            <a:endParaRPr lang="en-US" dirty="0"/>
          </a:p>
        </p:txBody>
      </p:sp>
      <p:sp>
        <p:nvSpPr>
          <p:cNvPr id="18" name="灯片编号占位符 17">
            <a:extLst>
              <a:ext uri="{FF2B5EF4-FFF2-40B4-BE49-F238E27FC236}">
                <a16:creationId xmlns:a16="http://schemas.microsoft.com/office/drawing/2014/main" id="{422395C6-F2DF-4E91-8931-CF1136945AD3}"/>
              </a:ext>
            </a:extLst>
          </p:cNvPr>
          <p:cNvSpPr>
            <a:spLocks noGrp="1"/>
          </p:cNvSpPr>
          <p:nvPr>
            <p:ph type="sldNum" sz="quarter" idx="12"/>
          </p:nvPr>
        </p:nvSpPr>
        <p:spPr/>
        <p:txBody>
          <a:bodyPr/>
          <a:lstStyle/>
          <a:p>
            <a:fld id="{81FB5FCF-B845-4FD0-8CAB-5D8F3E376DBE}" type="slidenum">
              <a:rPr lang="en-US" smtClean="0"/>
              <a:t>31</a:t>
            </a:fld>
            <a:endParaRPr lang="en-US"/>
          </a:p>
        </p:txBody>
      </p:sp>
      <p:sp>
        <p:nvSpPr>
          <p:cNvPr id="4" name="椭圆 3">
            <a:extLst>
              <a:ext uri="{FF2B5EF4-FFF2-40B4-BE49-F238E27FC236}">
                <a16:creationId xmlns:a16="http://schemas.microsoft.com/office/drawing/2014/main" id="{55800D66-BB2D-426F-A3DE-2A4FB0AF8E26}"/>
              </a:ext>
            </a:extLst>
          </p:cNvPr>
          <p:cNvSpPr/>
          <p:nvPr/>
        </p:nvSpPr>
        <p:spPr>
          <a:xfrm>
            <a:off x="3117167" y="3252277"/>
            <a:ext cx="548640" cy="58029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 name="文本框 4">
            <a:extLst>
              <a:ext uri="{FF2B5EF4-FFF2-40B4-BE49-F238E27FC236}">
                <a16:creationId xmlns:a16="http://schemas.microsoft.com/office/drawing/2014/main" id="{0FBF2C95-804D-422B-972B-0C3146F10341}"/>
              </a:ext>
            </a:extLst>
          </p:cNvPr>
          <p:cNvSpPr txBox="1"/>
          <p:nvPr/>
        </p:nvSpPr>
        <p:spPr>
          <a:xfrm>
            <a:off x="3218843" y="3369297"/>
            <a:ext cx="415498" cy="400110"/>
          </a:xfrm>
          <a:prstGeom prst="rect">
            <a:avLst/>
          </a:prstGeom>
          <a:noFill/>
        </p:spPr>
        <p:txBody>
          <a:bodyPr wrap="none" rtlCol="0">
            <a:spAutoFit/>
          </a:bodyPr>
          <a:lstStyle/>
          <a:p>
            <a:r>
              <a:rPr lang="en-US" sz="2000" dirty="0"/>
              <a:t>s0</a:t>
            </a:r>
          </a:p>
        </p:txBody>
      </p:sp>
      <p:sp>
        <p:nvSpPr>
          <p:cNvPr id="6" name="椭圆 5">
            <a:extLst>
              <a:ext uri="{FF2B5EF4-FFF2-40B4-BE49-F238E27FC236}">
                <a16:creationId xmlns:a16="http://schemas.microsoft.com/office/drawing/2014/main" id="{B1EB68A7-588E-4D7F-BDA3-E7CF0624346A}"/>
              </a:ext>
            </a:extLst>
          </p:cNvPr>
          <p:cNvSpPr/>
          <p:nvPr/>
        </p:nvSpPr>
        <p:spPr>
          <a:xfrm>
            <a:off x="4286543" y="2459212"/>
            <a:ext cx="548640" cy="58029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 name="文本框 6">
            <a:extLst>
              <a:ext uri="{FF2B5EF4-FFF2-40B4-BE49-F238E27FC236}">
                <a16:creationId xmlns:a16="http://schemas.microsoft.com/office/drawing/2014/main" id="{9643C58A-825B-471E-97D2-3DEE0D629873}"/>
              </a:ext>
            </a:extLst>
          </p:cNvPr>
          <p:cNvSpPr txBox="1"/>
          <p:nvPr/>
        </p:nvSpPr>
        <p:spPr>
          <a:xfrm>
            <a:off x="4388219" y="2576232"/>
            <a:ext cx="415498" cy="400110"/>
          </a:xfrm>
          <a:prstGeom prst="rect">
            <a:avLst/>
          </a:prstGeom>
          <a:noFill/>
        </p:spPr>
        <p:txBody>
          <a:bodyPr wrap="none" rtlCol="0">
            <a:spAutoFit/>
          </a:bodyPr>
          <a:lstStyle/>
          <a:p>
            <a:r>
              <a:rPr lang="en-US" sz="2000" dirty="0"/>
              <a:t>s1</a:t>
            </a:r>
          </a:p>
        </p:txBody>
      </p:sp>
      <p:sp>
        <p:nvSpPr>
          <p:cNvPr id="8" name="椭圆 7">
            <a:extLst>
              <a:ext uri="{FF2B5EF4-FFF2-40B4-BE49-F238E27FC236}">
                <a16:creationId xmlns:a16="http://schemas.microsoft.com/office/drawing/2014/main" id="{EEDCDBCB-4031-4EAB-A17F-FC64B4B6487B}"/>
              </a:ext>
            </a:extLst>
          </p:cNvPr>
          <p:cNvSpPr/>
          <p:nvPr/>
        </p:nvSpPr>
        <p:spPr>
          <a:xfrm>
            <a:off x="4200378" y="3934561"/>
            <a:ext cx="548640" cy="58029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 name="文本框 8">
            <a:extLst>
              <a:ext uri="{FF2B5EF4-FFF2-40B4-BE49-F238E27FC236}">
                <a16:creationId xmlns:a16="http://schemas.microsoft.com/office/drawing/2014/main" id="{3EC09A5F-812D-4DFE-9105-2B7FA35C0A96}"/>
              </a:ext>
            </a:extLst>
          </p:cNvPr>
          <p:cNvSpPr txBox="1"/>
          <p:nvPr/>
        </p:nvSpPr>
        <p:spPr>
          <a:xfrm>
            <a:off x="4302055" y="4051581"/>
            <a:ext cx="415498" cy="400110"/>
          </a:xfrm>
          <a:prstGeom prst="rect">
            <a:avLst/>
          </a:prstGeom>
          <a:noFill/>
        </p:spPr>
        <p:txBody>
          <a:bodyPr wrap="none" rtlCol="0">
            <a:spAutoFit/>
          </a:bodyPr>
          <a:lstStyle/>
          <a:p>
            <a:r>
              <a:rPr lang="en-US" sz="2000" dirty="0"/>
              <a:t>s2</a:t>
            </a:r>
          </a:p>
        </p:txBody>
      </p:sp>
      <p:sp>
        <p:nvSpPr>
          <p:cNvPr id="10" name="椭圆 9">
            <a:extLst>
              <a:ext uri="{FF2B5EF4-FFF2-40B4-BE49-F238E27FC236}">
                <a16:creationId xmlns:a16="http://schemas.microsoft.com/office/drawing/2014/main" id="{9622C933-F7EE-4F75-AE54-4449C7DFEA8F}"/>
              </a:ext>
            </a:extLst>
          </p:cNvPr>
          <p:cNvSpPr/>
          <p:nvPr/>
        </p:nvSpPr>
        <p:spPr>
          <a:xfrm>
            <a:off x="5506915" y="3173147"/>
            <a:ext cx="548640" cy="58029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1" name="文本框 10">
            <a:extLst>
              <a:ext uri="{FF2B5EF4-FFF2-40B4-BE49-F238E27FC236}">
                <a16:creationId xmlns:a16="http://schemas.microsoft.com/office/drawing/2014/main" id="{9FF41067-FCC2-4875-B36C-B8A4F58BB187}"/>
              </a:ext>
            </a:extLst>
          </p:cNvPr>
          <p:cNvSpPr txBox="1"/>
          <p:nvPr/>
        </p:nvSpPr>
        <p:spPr>
          <a:xfrm>
            <a:off x="5608591" y="3290168"/>
            <a:ext cx="415498" cy="400110"/>
          </a:xfrm>
          <a:prstGeom prst="rect">
            <a:avLst/>
          </a:prstGeom>
          <a:noFill/>
        </p:spPr>
        <p:txBody>
          <a:bodyPr wrap="none" rtlCol="0">
            <a:spAutoFit/>
          </a:bodyPr>
          <a:lstStyle/>
          <a:p>
            <a:r>
              <a:rPr lang="en-US" sz="2000" dirty="0"/>
              <a:t>s3</a:t>
            </a:r>
          </a:p>
        </p:txBody>
      </p:sp>
      <p:sp>
        <p:nvSpPr>
          <p:cNvPr id="12" name="椭圆 11">
            <a:extLst>
              <a:ext uri="{FF2B5EF4-FFF2-40B4-BE49-F238E27FC236}">
                <a16:creationId xmlns:a16="http://schemas.microsoft.com/office/drawing/2014/main" id="{FFFE80F0-808F-4024-B514-863D361DADE5}"/>
              </a:ext>
            </a:extLst>
          </p:cNvPr>
          <p:cNvSpPr/>
          <p:nvPr/>
        </p:nvSpPr>
        <p:spPr>
          <a:xfrm>
            <a:off x="6602436" y="2485585"/>
            <a:ext cx="548640" cy="58029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3" name="文本框 12">
            <a:extLst>
              <a:ext uri="{FF2B5EF4-FFF2-40B4-BE49-F238E27FC236}">
                <a16:creationId xmlns:a16="http://schemas.microsoft.com/office/drawing/2014/main" id="{B61C8E03-E76F-402E-A79D-0EB673B416E5}"/>
              </a:ext>
            </a:extLst>
          </p:cNvPr>
          <p:cNvSpPr txBox="1"/>
          <p:nvPr/>
        </p:nvSpPr>
        <p:spPr>
          <a:xfrm>
            <a:off x="6704113" y="2602605"/>
            <a:ext cx="415498" cy="400110"/>
          </a:xfrm>
          <a:prstGeom prst="rect">
            <a:avLst/>
          </a:prstGeom>
          <a:noFill/>
        </p:spPr>
        <p:txBody>
          <a:bodyPr wrap="none" rtlCol="0">
            <a:spAutoFit/>
          </a:bodyPr>
          <a:lstStyle/>
          <a:p>
            <a:r>
              <a:rPr lang="en-US" sz="2000" dirty="0"/>
              <a:t>s4</a:t>
            </a:r>
          </a:p>
        </p:txBody>
      </p:sp>
      <p:sp>
        <p:nvSpPr>
          <p:cNvPr id="14" name="椭圆 13">
            <a:extLst>
              <a:ext uri="{FF2B5EF4-FFF2-40B4-BE49-F238E27FC236}">
                <a16:creationId xmlns:a16="http://schemas.microsoft.com/office/drawing/2014/main" id="{5A0F47C6-8E83-4259-9D77-17801835BC04}"/>
              </a:ext>
            </a:extLst>
          </p:cNvPr>
          <p:cNvSpPr/>
          <p:nvPr/>
        </p:nvSpPr>
        <p:spPr>
          <a:xfrm>
            <a:off x="6695634" y="4003135"/>
            <a:ext cx="548640" cy="58029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5" name="文本框 14">
            <a:extLst>
              <a:ext uri="{FF2B5EF4-FFF2-40B4-BE49-F238E27FC236}">
                <a16:creationId xmlns:a16="http://schemas.microsoft.com/office/drawing/2014/main" id="{EBE1E9BF-9083-4708-936B-497DB4578DB0}"/>
              </a:ext>
            </a:extLst>
          </p:cNvPr>
          <p:cNvSpPr txBox="1"/>
          <p:nvPr/>
        </p:nvSpPr>
        <p:spPr>
          <a:xfrm>
            <a:off x="6797311" y="4120155"/>
            <a:ext cx="415498" cy="400110"/>
          </a:xfrm>
          <a:prstGeom prst="rect">
            <a:avLst/>
          </a:prstGeom>
          <a:noFill/>
        </p:spPr>
        <p:txBody>
          <a:bodyPr wrap="none" rtlCol="0">
            <a:spAutoFit/>
          </a:bodyPr>
          <a:lstStyle/>
          <a:p>
            <a:r>
              <a:rPr lang="en-US" sz="2000" dirty="0"/>
              <a:t>s5</a:t>
            </a:r>
          </a:p>
        </p:txBody>
      </p:sp>
      <p:sp>
        <p:nvSpPr>
          <p:cNvPr id="16" name="椭圆 15">
            <a:extLst>
              <a:ext uri="{FF2B5EF4-FFF2-40B4-BE49-F238E27FC236}">
                <a16:creationId xmlns:a16="http://schemas.microsoft.com/office/drawing/2014/main" id="{BA98FFFB-569A-48C5-AF83-918589848B78}"/>
              </a:ext>
            </a:extLst>
          </p:cNvPr>
          <p:cNvSpPr/>
          <p:nvPr/>
        </p:nvSpPr>
        <p:spPr>
          <a:xfrm>
            <a:off x="7970517" y="3210069"/>
            <a:ext cx="548640" cy="580292"/>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7" name="文本框 16">
            <a:extLst>
              <a:ext uri="{FF2B5EF4-FFF2-40B4-BE49-F238E27FC236}">
                <a16:creationId xmlns:a16="http://schemas.microsoft.com/office/drawing/2014/main" id="{FFB35154-A37D-46BF-953C-C31D973A3EED}"/>
              </a:ext>
            </a:extLst>
          </p:cNvPr>
          <p:cNvSpPr txBox="1"/>
          <p:nvPr/>
        </p:nvSpPr>
        <p:spPr>
          <a:xfrm>
            <a:off x="8072194" y="3327089"/>
            <a:ext cx="415498" cy="400110"/>
          </a:xfrm>
          <a:prstGeom prst="rect">
            <a:avLst/>
          </a:prstGeom>
          <a:noFill/>
        </p:spPr>
        <p:txBody>
          <a:bodyPr wrap="none" rtlCol="0">
            <a:spAutoFit/>
          </a:bodyPr>
          <a:lstStyle/>
          <a:p>
            <a:r>
              <a:rPr lang="en-US" sz="2000" dirty="0"/>
              <a:t>s6</a:t>
            </a:r>
          </a:p>
        </p:txBody>
      </p:sp>
      <p:cxnSp>
        <p:nvCxnSpPr>
          <p:cNvPr id="19" name="直接箭头连接符 18">
            <a:extLst>
              <a:ext uri="{FF2B5EF4-FFF2-40B4-BE49-F238E27FC236}">
                <a16:creationId xmlns:a16="http://schemas.microsoft.com/office/drawing/2014/main" id="{CABFDEB3-0310-4015-AC12-383389B50B7A}"/>
              </a:ext>
            </a:extLst>
          </p:cNvPr>
          <p:cNvCxnSpPr/>
          <p:nvPr/>
        </p:nvCxnSpPr>
        <p:spPr>
          <a:xfrm>
            <a:off x="2663484" y="3542416"/>
            <a:ext cx="44313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4F4127A4-AC9E-457A-8857-6C52A020E03C}"/>
              </a:ext>
            </a:extLst>
          </p:cNvPr>
          <p:cNvCxnSpPr>
            <a:cxnSpLocks/>
          </p:cNvCxnSpPr>
          <p:nvPr/>
        </p:nvCxnSpPr>
        <p:spPr>
          <a:xfrm flipV="1">
            <a:off x="3639433" y="2875568"/>
            <a:ext cx="660301" cy="5391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764238CC-1D2A-4918-A610-E6A79923EE25}"/>
              </a:ext>
            </a:extLst>
          </p:cNvPr>
          <p:cNvCxnSpPr>
            <a:stCxn id="4" idx="5"/>
          </p:cNvCxnSpPr>
          <p:nvPr/>
        </p:nvCxnSpPr>
        <p:spPr>
          <a:xfrm>
            <a:off x="3585462" y="3747587"/>
            <a:ext cx="653606" cy="3148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334C574C-39E3-408A-83CE-1529412FA0A7}"/>
              </a:ext>
            </a:extLst>
          </p:cNvPr>
          <p:cNvCxnSpPr>
            <a:stCxn id="8" idx="6"/>
          </p:cNvCxnSpPr>
          <p:nvPr/>
        </p:nvCxnSpPr>
        <p:spPr>
          <a:xfrm flipV="1">
            <a:off x="4749021" y="3673337"/>
            <a:ext cx="757897" cy="5513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FF784CD0-8B64-4AB5-807B-8A40B3FB39C2}"/>
              </a:ext>
            </a:extLst>
          </p:cNvPr>
          <p:cNvCxnSpPr>
            <a:endCxn id="10" idx="1"/>
          </p:cNvCxnSpPr>
          <p:nvPr/>
        </p:nvCxnSpPr>
        <p:spPr>
          <a:xfrm>
            <a:off x="4833427" y="2846861"/>
            <a:ext cx="753836" cy="4112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FB577184-F1FE-40F5-98A4-9C8B64A95CEE}"/>
              </a:ext>
            </a:extLst>
          </p:cNvPr>
          <p:cNvCxnSpPr/>
          <p:nvPr/>
        </p:nvCxnSpPr>
        <p:spPr>
          <a:xfrm flipV="1">
            <a:off x="6053796" y="2994367"/>
            <a:ext cx="594672" cy="3749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DB5979A4-7245-4A31-B7BB-9CE0DC67D1CC}"/>
              </a:ext>
            </a:extLst>
          </p:cNvPr>
          <p:cNvCxnSpPr>
            <a:stCxn id="10" idx="5"/>
          </p:cNvCxnSpPr>
          <p:nvPr/>
        </p:nvCxnSpPr>
        <p:spPr>
          <a:xfrm>
            <a:off x="5975211" y="3668456"/>
            <a:ext cx="728905" cy="4516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a:extLst>
              <a:ext uri="{FF2B5EF4-FFF2-40B4-BE49-F238E27FC236}">
                <a16:creationId xmlns:a16="http://schemas.microsoft.com/office/drawing/2014/main" id="{E5829CBB-9C9F-4C93-AB8F-EDBC9F37F0A6}"/>
              </a:ext>
            </a:extLst>
          </p:cNvPr>
          <p:cNvCxnSpPr>
            <a:stCxn id="14" idx="6"/>
            <a:endCxn id="16" idx="3"/>
          </p:cNvCxnSpPr>
          <p:nvPr/>
        </p:nvCxnSpPr>
        <p:spPr>
          <a:xfrm flipV="1">
            <a:off x="7244276" y="3705379"/>
            <a:ext cx="806590" cy="5879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a:extLst>
              <a:ext uri="{FF2B5EF4-FFF2-40B4-BE49-F238E27FC236}">
                <a16:creationId xmlns:a16="http://schemas.microsoft.com/office/drawing/2014/main" id="{12F77A9F-3E36-470D-8593-0136FE32777A}"/>
              </a:ext>
            </a:extLst>
          </p:cNvPr>
          <p:cNvCxnSpPr/>
          <p:nvPr/>
        </p:nvCxnSpPr>
        <p:spPr>
          <a:xfrm>
            <a:off x="7142599" y="2865516"/>
            <a:ext cx="827920" cy="5037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04659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A8F0DD-A316-4F9D-81F2-A172AB0B7379}"/>
              </a:ext>
            </a:extLst>
          </p:cNvPr>
          <p:cNvSpPr>
            <a:spLocks noGrp="1"/>
          </p:cNvSpPr>
          <p:nvPr>
            <p:ph type="title"/>
          </p:nvPr>
        </p:nvSpPr>
        <p:spPr/>
        <p:txBody>
          <a:bodyPr/>
          <a:lstStyle/>
          <a:p>
            <a:r>
              <a:rPr lang="zh-CN" altLang="en-US" dirty="0"/>
              <a:t>图上的可达性分析</a:t>
            </a:r>
            <a:endParaRPr lang="en-US" dirty="0"/>
          </a:p>
        </p:txBody>
      </p:sp>
      <p:sp>
        <p:nvSpPr>
          <p:cNvPr id="18" name="灯片编号占位符 17">
            <a:extLst>
              <a:ext uri="{FF2B5EF4-FFF2-40B4-BE49-F238E27FC236}">
                <a16:creationId xmlns:a16="http://schemas.microsoft.com/office/drawing/2014/main" id="{D7B87FC5-418C-481A-8158-E24B6A32471E}"/>
              </a:ext>
            </a:extLst>
          </p:cNvPr>
          <p:cNvSpPr>
            <a:spLocks noGrp="1"/>
          </p:cNvSpPr>
          <p:nvPr>
            <p:ph type="sldNum" sz="quarter" idx="12"/>
          </p:nvPr>
        </p:nvSpPr>
        <p:spPr/>
        <p:txBody>
          <a:bodyPr/>
          <a:lstStyle/>
          <a:p>
            <a:fld id="{81FB5FCF-B845-4FD0-8CAB-5D8F3E376DBE}" type="slidenum">
              <a:rPr lang="en-US" smtClean="0"/>
              <a:t>32</a:t>
            </a:fld>
            <a:endParaRPr lang="en-US"/>
          </a:p>
        </p:txBody>
      </p:sp>
      <p:sp>
        <p:nvSpPr>
          <p:cNvPr id="4" name="椭圆 3">
            <a:extLst>
              <a:ext uri="{FF2B5EF4-FFF2-40B4-BE49-F238E27FC236}">
                <a16:creationId xmlns:a16="http://schemas.microsoft.com/office/drawing/2014/main" id="{55800D66-BB2D-426F-A3DE-2A4FB0AF8E26}"/>
              </a:ext>
            </a:extLst>
          </p:cNvPr>
          <p:cNvSpPr/>
          <p:nvPr/>
        </p:nvSpPr>
        <p:spPr>
          <a:xfrm>
            <a:off x="3117167" y="3252277"/>
            <a:ext cx="548640" cy="580292"/>
          </a:xfrm>
          <a:prstGeom prst="ellipse">
            <a:avLst/>
          </a:prstGeom>
          <a:solidFill>
            <a:srgbClr val="C00000">
              <a:alpha val="27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 name="文本框 4">
            <a:extLst>
              <a:ext uri="{FF2B5EF4-FFF2-40B4-BE49-F238E27FC236}">
                <a16:creationId xmlns:a16="http://schemas.microsoft.com/office/drawing/2014/main" id="{0FBF2C95-804D-422B-972B-0C3146F10341}"/>
              </a:ext>
            </a:extLst>
          </p:cNvPr>
          <p:cNvSpPr txBox="1"/>
          <p:nvPr/>
        </p:nvSpPr>
        <p:spPr>
          <a:xfrm>
            <a:off x="3218843" y="3369297"/>
            <a:ext cx="415498" cy="400110"/>
          </a:xfrm>
          <a:prstGeom prst="rect">
            <a:avLst/>
          </a:prstGeom>
          <a:noFill/>
        </p:spPr>
        <p:txBody>
          <a:bodyPr wrap="none" rtlCol="0">
            <a:spAutoFit/>
          </a:bodyPr>
          <a:lstStyle/>
          <a:p>
            <a:r>
              <a:rPr lang="en-US" sz="2000" dirty="0"/>
              <a:t>s0</a:t>
            </a:r>
          </a:p>
        </p:txBody>
      </p:sp>
      <p:sp>
        <p:nvSpPr>
          <p:cNvPr id="6" name="椭圆 5">
            <a:extLst>
              <a:ext uri="{FF2B5EF4-FFF2-40B4-BE49-F238E27FC236}">
                <a16:creationId xmlns:a16="http://schemas.microsoft.com/office/drawing/2014/main" id="{B1EB68A7-588E-4D7F-BDA3-E7CF0624346A}"/>
              </a:ext>
            </a:extLst>
          </p:cNvPr>
          <p:cNvSpPr/>
          <p:nvPr/>
        </p:nvSpPr>
        <p:spPr>
          <a:xfrm>
            <a:off x="4286543" y="2459212"/>
            <a:ext cx="548640" cy="58029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 name="文本框 6">
            <a:extLst>
              <a:ext uri="{FF2B5EF4-FFF2-40B4-BE49-F238E27FC236}">
                <a16:creationId xmlns:a16="http://schemas.microsoft.com/office/drawing/2014/main" id="{9643C58A-825B-471E-97D2-3DEE0D629873}"/>
              </a:ext>
            </a:extLst>
          </p:cNvPr>
          <p:cNvSpPr txBox="1"/>
          <p:nvPr/>
        </p:nvSpPr>
        <p:spPr>
          <a:xfrm>
            <a:off x="4388219" y="2576232"/>
            <a:ext cx="415498" cy="400110"/>
          </a:xfrm>
          <a:prstGeom prst="rect">
            <a:avLst/>
          </a:prstGeom>
          <a:noFill/>
        </p:spPr>
        <p:txBody>
          <a:bodyPr wrap="none" rtlCol="0">
            <a:spAutoFit/>
          </a:bodyPr>
          <a:lstStyle/>
          <a:p>
            <a:r>
              <a:rPr lang="en-US" sz="2000" dirty="0"/>
              <a:t>s1</a:t>
            </a:r>
          </a:p>
        </p:txBody>
      </p:sp>
      <p:sp>
        <p:nvSpPr>
          <p:cNvPr id="8" name="椭圆 7">
            <a:extLst>
              <a:ext uri="{FF2B5EF4-FFF2-40B4-BE49-F238E27FC236}">
                <a16:creationId xmlns:a16="http://schemas.microsoft.com/office/drawing/2014/main" id="{EEDCDBCB-4031-4EAB-A17F-FC64B4B6487B}"/>
              </a:ext>
            </a:extLst>
          </p:cNvPr>
          <p:cNvSpPr/>
          <p:nvPr/>
        </p:nvSpPr>
        <p:spPr>
          <a:xfrm>
            <a:off x="4200378" y="3934561"/>
            <a:ext cx="548640" cy="58029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 name="文本框 8">
            <a:extLst>
              <a:ext uri="{FF2B5EF4-FFF2-40B4-BE49-F238E27FC236}">
                <a16:creationId xmlns:a16="http://schemas.microsoft.com/office/drawing/2014/main" id="{3EC09A5F-812D-4DFE-9105-2B7FA35C0A96}"/>
              </a:ext>
            </a:extLst>
          </p:cNvPr>
          <p:cNvSpPr txBox="1"/>
          <p:nvPr/>
        </p:nvSpPr>
        <p:spPr>
          <a:xfrm>
            <a:off x="4302055" y="4051581"/>
            <a:ext cx="415498" cy="400110"/>
          </a:xfrm>
          <a:prstGeom prst="rect">
            <a:avLst/>
          </a:prstGeom>
          <a:noFill/>
        </p:spPr>
        <p:txBody>
          <a:bodyPr wrap="none" rtlCol="0">
            <a:spAutoFit/>
          </a:bodyPr>
          <a:lstStyle/>
          <a:p>
            <a:r>
              <a:rPr lang="en-US" sz="2000" dirty="0"/>
              <a:t>s2</a:t>
            </a:r>
          </a:p>
        </p:txBody>
      </p:sp>
      <p:sp>
        <p:nvSpPr>
          <p:cNvPr id="10" name="椭圆 9">
            <a:extLst>
              <a:ext uri="{FF2B5EF4-FFF2-40B4-BE49-F238E27FC236}">
                <a16:creationId xmlns:a16="http://schemas.microsoft.com/office/drawing/2014/main" id="{9622C933-F7EE-4F75-AE54-4449C7DFEA8F}"/>
              </a:ext>
            </a:extLst>
          </p:cNvPr>
          <p:cNvSpPr/>
          <p:nvPr/>
        </p:nvSpPr>
        <p:spPr>
          <a:xfrm>
            <a:off x="5506915" y="3173147"/>
            <a:ext cx="548640" cy="58029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1" name="文本框 10">
            <a:extLst>
              <a:ext uri="{FF2B5EF4-FFF2-40B4-BE49-F238E27FC236}">
                <a16:creationId xmlns:a16="http://schemas.microsoft.com/office/drawing/2014/main" id="{9FF41067-FCC2-4875-B36C-B8A4F58BB187}"/>
              </a:ext>
            </a:extLst>
          </p:cNvPr>
          <p:cNvSpPr txBox="1"/>
          <p:nvPr/>
        </p:nvSpPr>
        <p:spPr>
          <a:xfrm>
            <a:off x="5608591" y="3290168"/>
            <a:ext cx="415498" cy="400110"/>
          </a:xfrm>
          <a:prstGeom prst="rect">
            <a:avLst/>
          </a:prstGeom>
          <a:noFill/>
        </p:spPr>
        <p:txBody>
          <a:bodyPr wrap="none" rtlCol="0">
            <a:spAutoFit/>
          </a:bodyPr>
          <a:lstStyle/>
          <a:p>
            <a:r>
              <a:rPr lang="en-US" sz="2000" dirty="0"/>
              <a:t>s3</a:t>
            </a:r>
          </a:p>
        </p:txBody>
      </p:sp>
      <p:sp>
        <p:nvSpPr>
          <p:cNvPr id="12" name="椭圆 11">
            <a:extLst>
              <a:ext uri="{FF2B5EF4-FFF2-40B4-BE49-F238E27FC236}">
                <a16:creationId xmlns:a16="http://schemas.microsoft.com/office/drawing/2014/main" id="{FFFE80F0-808F-4024-B514-863D361DADE5}"/>
              </a:ext>
            </a:extLst>
          </p:cNvPr>
          <p:cNvSpPr/>
          <p:nvPr/>
        </p:nvSpPr>
        <p:spPr>
          <a:xfrm>
            <a:off x="6602436" y="2485585"/>
            <a:ext cx="548640" cy="58029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3" name="文本框 12">
            <a:extLst>
              <a:ext uri="{FF2B5EF4-FFF2-40B4-BE49-F238E27FC236}">
                <a16:creationId xmlns:a16="http://schemas.microsoft.com/office/drawing/2014/main" id="{B61C8E03-E76F-402E-A79D-0EB673B416E5}"/>
              </a:ext>
            </a:extLst>
          </p:cNvPr>
          <p:cNvSpPr txBox="1"/>
          <p:nvPr/>
        </p:nvSpPr>
        <p:spPr>
          <a:xfrm>
            <a:off x="6704113" y="2602605"/>
            <a:ext cx="415498" cy="400110"/>
          </a:xfrm>
          <a:prstGeom prst="rect">
            <a:avLst/>
          </a:prstGeom>
          <a:noFill/>
        </p:spPr>
        <p:txBody>
          <a:bodyPr wrap="none" rtlCol="0">
            <a:spAutoFit/>
          </a:bodyPr>
          <a:lstStyle/>
          <a:p>
            <a:r>
              <a:rPr lang="en-US" sz="2000" dirty="0"/>
              <a:t>s4</a:t>
            </a:r>
          </a:p>
        </p:txBody>
      </p:sp>
      <p:sp>
        <p:nvSpPr>
          <p:cNvPr id="14" name="椭圆 13">
            <a:extLst>
              <a:ext uri="{FF2B5EF4-FFF2-40B4-BE49-F238E27FC236}">
                <a16:creationId xmlns:a16="http://schemas.microsoft.com/office/drawing/2014/main" id="{5A0F47C6-8E83-4259-9D77-17801835BC04}"/>
              </a:ext>
            </a:extLst>
          </p:cNvPr>
          <p:cNvSpPr/>
          <p:nvPr/>
        </p:nvSpPr>
        <p:spPr>
          <a:xfrm>
            <a:off x="6695634" y="4003135"/>
            <a:ext cx="548640" cy="58029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5" name="文本框 14">
            <a:extLst>
              <a:ext uri="{FF2B5EF4-FFF2-40B4-BE49-F238E27FC236}">
                <a16:creationId xmlns:a16="http://schemas.microsoft.com/office/drawing/2014/main" id="{EBE1E9BF-9083-4708-936B-497DB4578DB0}"/>
              </a:ext>
            </a:extLst>
          </p:cNvPr>
          <p:cNvSpPr txBox="1"/>
          <p:nvPr/>
        </p:nvSpPr>
        <p:spPr>
          <a:xfrm>
            <a:off x="6797311" y="4120155"/>
            <a:ext cx="415498" cy="400110"/>
          </a:xfrm>
          <a:prstGeom prst="rect">
            <a:avLst/>
          </a:prstGeom>
          <a:noFill/>
        </p:spPr>
        <p:txBody>
          <a:bodyPr wrap="none" rtlCol="0">
            <a:spAutoFit/>
          </a:bodyPr>
          <a:lstStyle/>
          <a:p>
            <a:r>
              <a:rPr lang="en-US" sz="2000" dirty="0"/>
              <a:t>s5</a:t>
            </a:r>
          </a:p>
        </p:txBody>
      </p:sp>
      <p:sp>
        <p:nvSpPr>
          <p:cNvPr id="16" name="椭圆 15">
            <a:extLst>
              <a:ext uri="{FF2B5EF4-FFF2-40B4-BE49-F238E27FC236}">
                <a16:creationId xmlns:a16="http://schemas.microsoft.com/office/drawing/2014/main" id="{BA98FFFB-569A-48C5-AF83-918589848B78}"/>
              </a:ext>
            </a:extLst>
          </p:cNvPr>
          <p:cNvSpPr/>
          <p:nvPr/>
        </p:nvSpPr>
        <p:spPr>
          <a:xfrm>
            <a:off x="7970517" y="3210069"/>
            <a:ext cx="548640" cy="580292"/>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7" name="文本框 16">
            <a:extLst>
              <a:ext uri="{FF2B5EF4-FFF2-40B4-BE49-F238E27FC236}">
                <a16:creationId xmlns:a16="http://schemas.microsoft.com/office/drawing/2014/main" id="{FFB35154-A37D-46BF-953C-C31D973A3EED}"/>
              </a:ext>
            </a:extLst>
          </p:cNvPr>
          <p:cNvSpPr txBox="1"/>
          <p:nvPr/>
        </p:nvSpPr>
        <p:spPr>
          <a:xfrm>
            <a:off x="8072194" y="3327089"/>
            <a:ext cx="415498" cy="400110"/>
          </a:xfrm>
          <a:prstGeom prst="rect">
            <a:avLst/>
          </a:prstGeom>
          <a:noFill/>
        </p:spPr>
        <p:txBody>
          <a:bodyPr wrap="none" rtlCol="0">
            <a:spAutoFit/>
          </a:bodyPr>
          <a:lstStyle/>
          <a:p>
            <a:r>
              <a:rPr lang="en-US" sz="2000" dirty="0"/>
              <a:t>s6</a:t>
            </a:r>
          </a:p>
        </p:txBody>
      </p:sp>
      <p:cxnSp>
        <p:nvCxnSpPr>
          <p:cNvPr id="19" name="直接箭头连接符 18">
            <a:extLst>
              <a:ext uri="{FF2B5EF4-FFF2-40B4-BE49-F238E27FC236}">
                <a16:creationId xmlns:a16="http://schemas.microsoft.com/office/drawing/2014/main" id="{CABFDEB3-0310-4015-AC12-383389B50B7A}"/>
              </a:ext>
            </a:extLst>
          </p:cNvPr>
          <p:cNvCxnSpPr/>
          <p:nvPr/>
        </p:nvCxnSpPr>
        <p:spPr>
          <a:xfrm>
            <a:off x="2663484" y="3542416"/>
            <a:ext cx="44313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4F4127A4-AC9E-457A-8857-6C52A020E03C}"/>
              </a:ext>
            </a:extLst>
          </p:cNvPr>
          <p:cNvCxnSpPr>
            <a:cxnSpLocks/>
          </p:cNvCxnSpPr>
          <p:nvPr/>
        </p:nvCxnSpPr>
        <p:spPr>
          <a:xfrm flipV="1">
            <a:off x="3639433" y="2875568"/>
            <a:ext cx="660301" cy="5391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764238CC-1D2A-4918-A610-E6A79923EE25}"/>
              </a:ext>
            </a:extLst>
          </p:cNvPr>
          <p:cNvCxnSpPr>
            <a:stCxn id="4" idx="5"/>
          </p:cNvCxnSpPr>
          <p:nvPr/>
        </p:nvCxnSpPr>
        <p:spPr>
          <a:xfrm>
            <a:off x="3585462" y="3747587"/>
            <a:ext cx="653606" cy="3148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334C574C-39E3-408A-83CE-1529412FA0A7}"/>
              </a:ext>
            </a:extLst>
          </p:cNvPr>
          <p:cNvCxnSpPr>
            <a:stCxn id="8" idx="6"/>
          </p:cNvCxnSpPr>
          <p:nvPr/>
        </p:nvCxnSpPr>
        <p:spPr>
          <a:xfrm flipV="1">
            <a:off x="4749021" y="3673337"/>
            <a:ext cx="757897" cy="5513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FF784CD0-8B64-4AB5-807B-8A40B3FB39C2}"/>
              </a:ext>
            </a:extLst>
          </p:cNvPr>
          <p:cNvCxnSpPr>
            <a:endCxn id="10" idx="1"/>
          </p:cNvCxnSpPr>
          <p:nvPr/>
        </p:nvCxnSpPr>
        <p:spPr>
          <a:xfrm>
            <a:off x="4833427" y="2846861"/>
            <a:ext cx="753836" cy="4112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FB577184-F1FE-40F5-98A4-9C8B64A95CEE}"/>
              </a:ext>
            </a:extLst>
          </p:cNvPr>
          <p:cNvCxnSpPr/>
          <p:nvPr/>
        </p:nvCxnSpPr>
        <p:spPr>
          <a:xfrm flipV="1">
            <a:off x="6053796" y="2994367"/>
            <a:ext cx="594672" cy="3749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DB5979A4-7245-4A31-B7BB-9CE0DC67D1CC}"/>
              </a:ext>
            </a:extLst>
          </p:cNvPr>
          <p:cNvCxnSpPr>
            <a:stCxn id="10" idx="5"/>
          </p:cNvCxnSpPr>
          <p:nvPr/>
        </p:nvCxnSpPr>
        <p:spPr>
          <a:xfrm>
            <a:off x="5975211" y="3668456"/>
            <a:ext cx="728905" cy="4516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a:extLst>
              <a:ext uri="{FF2B5EF4-FFF2-40B4-BE49-F238E27FC236}">
                <a16:creationId xmlns:a16="http://schemas.microsoft.com/office/drawing/2014/main" id="{E5829CBB-9C9F-4C93-AB8F-EDBC9F37F0A6}"/>
              </a:ext>
            </a:extLst>
          </p:cNvPr>
          <p:cNvCxnSpPr>
            <a:stCxn id="14" idx="6"/>
            <a:endCxn id="16" idx="3"/>
          </p:cNvCxnSpPr>
          <p:nvPr/>
        </p:nvCxnSpPr>
        <p:spPr>
          <a:xfrm flipV="1">
            <a:off x="7244276" y="3705379"/>
            <a:ext cx="806590" cy="5879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a:extLst>
              <a:ext uri="{FF2B5EF4-FFF2-40B4-BE49-F238E27FC236}">
                <a16:creationId xmlns:a16="http://schemas.microsoft.com/office/drawing/2014/main" id="{12F77A9F-3E36-470D-8593-0136FE32777A}"/>
              </a:ext>
            </a:extLst>
          </p:cNvPr>
          <p:cNvCxnSpPr/>
          <p:nvPr/>
        </p:nvCxnSpPr>
        <p:spPr>
          <a:xfrm>
            <a:off x="7142599" y="2865516"/>
            <a:ext cx="827920" cy="5037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44975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A8F0DD-A316-4F9D-81F2-A172AB0B7379}"/>
              </a:ext>
            </a:extLst>
          </p:cNvPr>
          <p:cNvSpPr>
            <a:spLocks noGrp="1"/>
          </p:cNvSpPr>
          <p:nvPr>
            <p:ph type="title"/>
          </p:nvPr>
        </p:nvSpPr>
        <p:spPr/>
        <p:txBody>
          <a:bodyPr/>
          <a:lstStyle/>
          <a:p>
            <a:r>
              <a:rPr lang="zh-CN" altLang="en-US" dirty="0"/>
              <a:t>图上的可达性分析</a:t>
            </a:r>
            <a:endParaRPr lang="en-US" dirty="0"/>
          </a:p>
        </p:txBody>
      </p:sp>
      <p:sp>
        <p:nvSpPr>
          <p:cNvPr id="18" name="灯片编号占位符 17">
            <a:extLst>
              <a:ext uri="{FF2B5EF4-FFF2-40B4-BE49-F238E27FC236}">
                <a16:creationId xmlns:a16="http://schemas.microsoft.com/office/drawing/2014/main" id="{1442E372-C7B6-423B-A7C6-FB6C28DF45B7}"/>
              </a:ext>
            </a:extLst>
          </p:cNvPr>
          <p:cNvSpPr>
            <a:spLocks noGrp="1"/>
          </p:cNvSpPr>
          <p:nvPr>
            <p:ph type="sldNum" sz="quarter" idx="12"/>
          </p:nvPr>
        </p:nvSpPr>
        <p:spPr/>
        <p:txBody>
          <a:bodyPr/>
          <a:lstStyle/>
          <a:p>
            <a:fld id="{81FB5FCF-B845-4FD0-8CAB-5D8F3E376DBE}" type="slidenum">
              <a:rPr lang="en-US" smtClean="0"/>
              <a:t>33</a:t>
            </a:fld>
            <a:endParaRPr lang="en-US"/>
          </a:p>
        </p:txBody>
      </p:sp>
      <p:sp>
        <p:nvSpPr>
          <p:cNvPr id="4" name="椭圆 3">
            <a:extLst>
              <a:ext uri="{FF2B5EF4-FFF2-40B4-BE49-F238E27FC236}">
                <a16:creationId xmlns:a16="http://schemas.microsoft.com/office/drawing/2014/main" id="{55800D66-BB2D-426F-A3DE-2A4FB0AF8E26}"/>
              </a:ext>
            </a:extLst>
          </p:cNvPr>
          <p:cNvSpPr/>
          <p:nvPr/>
        </p:nvSpPr>
        <p:spPr>
          <a:xfrm>
            <a:off x="3117167" y="3252277"/>
            <a:ext cx="548640" cy="580292"/>
          </a:xfrm>
          <a:prstGeom prst="ellipse">
            <a:avLst/>
          </a:prstGeom>
          <a:solidFill>
            <a:srgbClr val="C00000">
              <a:alpha val="27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 name="文本框 4">
            <a:extLst>
              <a:ext uri="{FF2B5EF4-FFF2-40B4-BE49-F238E27FC236}">
                <a16:creationId xmlns:a16="http://schemas.microsoft.com/office/drawing/2014/main" id="{0FBF2C95-804D-422B-972B-0C3146F10341}"/>
              </a:ext>
            </a:extLst>
          </p:cNvPr>
          <p:cNvSpPr txBox="1"/>
          <p:nvPr/>
        </p:nvSpPr>
        <p:spPr>
          <a:xfrm>
            <a:off x="3218843" y="3369297"/>
            <a:ext cx="415498" cy="400110"/>
          </a:xfrm>
          <a:prstGeom prst="rect">
            <a:avLst/>
          </a:prstGeom>
          <a:noFill/>
        </p:spPr>
        <p:txBody>
          <a:bodyPr wrap="none" rtlCol="0">
            <a:spAutoFit/>
          </a:bodyPr>
          <a:lstStyle/>
          <a:p>
            <a:r>
              <a:rPr lang="en-US" sz="2000" dirty="0"/>
              <a:t>s0</a:t>
            </a:r>
          </a:p>
        </p:txBody>
      </p:sp>
      <p:sp>
        <p:nvSpPr>
          <p:cNvPr id="6" name="椭圆 5">
            <a:extLst>
              <a:ext uri="{FF2B5EF4-FFF2-40B4-BE49-F238E27FC236}">
                <a16:creationId xmlns:a16="http://schemas.microsoft.com/office/drawing/2014/main" id="{B1EB68A7-588E-4D7F-BDA3-E7CF0624346A}"/>
              </a:ext>
            </a:extLst>
          </p:cNvPr>
          <p:cNvSpPr/>
          <p:nvPr/>
        </p:nvSpPr>
        <p:spPr>
          <a:xfrm>
            <a:off x="4286543" y="2459212"/>
            <a:ext cx="548640" cy="580292"/>
          </a:xfrm>
          <a:prstGeom prst="ellipse">
            <a:avLst/>
          </a:prstGeom>
          <a:solidFill>
            <a:srgbClr val="C00000">
              <a:alpha val="27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 name="文本框 6">
            <a:extLst>
              <a:ext uri="{FF2B5EF4-FFF2-40B4-BE49-F238E27FC236}">
                <a16:creationId xmlns:a16="http://schemas.microsoft.com/office/drawing/2014/main" id="{9643C58A-825B-471E-97D2-3DEE0D629873}"/>
              </a:ext>
            </a:extLst>
          </p:cNvPr>
          <p:cNvSpPr txBox="1"/>
          <p:nvPr/>
        </p:nvSpPr>
        <p:spPr>
          <a:xfrm>
            <a:off x="4388219" y="2576232"/>
            <a:ext cx="415498" cy="400110"/>
          </a:xfrm>
          <a:prstGeom prst="rect">
            <a:avLst/>
          </a:prstGeom>
          <a:noFill/>
        </p:spPr>
        <p:txBody>
          <a:bodyPr wrap="none" rtlCol="0">
            <a:spAutoFit/>
          </a:bodyPr>
          <a:lstStyle/>
          <a:p>
            <a:r>
              <a:rPr lang="en-US" sz="2000" dirty="0"/>
              <a:t>s1</a:t>
            </a:r>
          </a:p>
        </p:txBody>
      </p:sp>
      <p:sp>
        <p:nvSpPr>
          <p:cNvPr id="8" name="椭圆 7">
            <a:extLst>
              <a:ext uri="{FF2B5EF4-FFF2-40B4-BE49-F238E27FC236}">
                <a16:creationId xmlns:a16="http://schemas.microsoft.com/office/drawing/2014/main" id="{EEDCDBCB-4031-4EAB-A17F-FC64B4B6487B}"/>
              </a:ext>
            </a:extLst>
          </p:cNvPr>
          <p:cNvSpPr/>
          <p:nvPr/>
        </p:nvSpPr>
        <p:spPr>
          <a:xfrm>
            <a:off x="4200378" y="3934561"/>
            <a:ext cx="548640" cy="58029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 name="文本框 8">
            <a:extLst>
              <a:ext uri="{FF2B5EF4-FFF2-40B4-BE49-F238E27FC236}">
                <a16:creationId xmlns:a16="http://schemas.microsoft.com/office/drawing/2014/main" id="{3EC09A5F-812D-4DFE-9105-2B7FA35C0A96}"/>
              </a:ext>
            </a:extLst>
          </p:cNvPr>
          <p:cNvSpPr txBox="1"/>
          <p:nvPr/>
        </p:nvSpPr>
        <p:spPr>
          <a:xfrm>
            <a:off x="4302055" y="4051581"/>
            <a:ext cx="415498" cy="400110"/>
          </a:xfrm>
          <a:prstGeom prst="rect">
            <a:avLst/>
          </a:prstGeom>
          <a:noFill/>
        </p:spPr>
        <p:txBody>
          <a:bodyPr wrap="none" rtlCol="0">
            <a:spAutoFit/>
          </a:bodyPr>
          <a:lstStyle/>
          <a:p>
            <a:r>
              <a:rPr lang="en-US" sz="2000" dirty="0"/>
              <a:t>s2</a:t>
            </a:r>
          </a:p>
        </p:txBody>
      </p:sp>
      <p:sp>
        <p:nvSpPr>
          <p:cNvPr id="10" name="椭圆 9">
            <a:extLst>
              <a:ext uri="{FF2B5EF4-FFF2-40B4-BE49-F238E27FC236}">
                <a16:creationId xmlns:a16="http://schemas.microsoft.com/office/drawing/2014/main" id="{9622C933-F7EE-4F75-AE54-4449C7DFEA8F}"/>
              </a:ext>
            </a:extLst>
          </p:cNvPr>
          <p:cNvSpPr/>
          <p:nvPr/>
        </p:nvSpPr>
        <p:spPr>
          <a:xfrm>
            <a:off x="5506915" y="3173147"/>
            <a:ext cx="548640" cy="58029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1" name="文本框 10">
            <a:extLst>
              <a:ext uri="{FF2B5EF4-FFF2-40B4-BE49-F238E27FC236}">
                <a16:creationId xmlns:a16="http://schemas.microsoft.com/office/drawing/2014/main" id="{9FF41067-FCC2-4875-B36C-B8A4F58BB187}"/>
              </a:ext>
            </a:extLst>
          </p:cNvPr>
          <p:cNvSpPr txBox="1"/>
          <p:nvPr/>
        </p:nvSpPr>
        <p:spPr>
          <a:xfrm>
            <a:off x="5608591" y="3290168"/>
            <a:ext cx="415498" cy="400110"/>
          </a:xfrm>
          <a:prstGeom prst="rect">
            <a:avLst/>
          </a:prstGeom>
          <a:noFill/>
        </p:spPr>
        <p:txBody>
          <a:bodyPr wrap="none" rtlCol="0">
            <a:spAutoFit/>
          </a:bodyPr>
          <a:lstStyle/>
          <a:p>
            <a:r>
              <a:rPr lang="en-US" sz="2000" dirty="0"/>
              <a:t>s3</a:t>
            </a:r>
          </a:p>
        </p:txBody>
      </p:sp>
      <p:sp>
        <p:nvSpPr>
          <p:cNvPr id="12" name="椭圆 11">
            <a:extLst>
              <a:ext uri="{FF2B5EF4-FFF2-40B4-BE49-F238E27FC236}">
                <a16:creationId xmlns:a16="http://schemas.microsoft.com/office/drawing/2014/main" id="{FFFE80F0-808F-4024-B514-863D361DADE5}"/>
              </a:ext>
            </a:extLst>
          </p:cNvPr>
          <p:cNvSpPr/>
          <p:nvPr/>
        </p:nvSpPr>
        <p:spPr>
          <a:xfrm>
            <a:off x="6602436" y="2485585"/>
            <a:ext cx="548640" cy="58029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3" name="文本框 12">
            <a:extLst>
              <a:ext uri="{FF2B5EF4-FFF2-40B4-BE49-F238E27FC236}">
                <a16:creationId xmlns:a16="http://schemas.microsoft.com/office/drawing/2014/main" id="{B61C8E03-E76F-402E-A79D-0EB673B416E5}"/>
              </a:ext>
            </a:extLst>
          </p:cNvPr>
          <p:cNvSpPr txBox="1"/>
          <p:nvPr/>
        </p:nvSpPr>
        <p:spPr>
          <a:xfrm>
            <a:off x="6704113" y="2602605"/>
            <a:ext cx="415498" cy="400110"/>
          </a:xfrm>
          <a:prstGeom prst="rect">
            <a:avLst/>
          </a:prstGeom>
          <a:noFill/>
        </p:spPr>
        <p:txBody>
          <a:bodyPr wrap="none" rtlCol="0">
            <a:spAutoFit/>
          </a:bodyPr>
          <a:lstStyle/>
          <a:p>
            <a:r>
              <a:rPr lang="en-US" sz="2000" dirty="0"/>
              <a:t>s4</a:t>
            </a:r>
          </a:p>
        </p:txBody>
      </p:sp>
      <p:sp>
        <p:nvSpPr>
          <p:cNvPr id="14" name="椭圆 13">
            <a:extLst>
              <a:ext uri="{FF2B5EF4-FFF2-40B4-BE49-F238E27FC236}">
                <a16:creationId xmlns:a16="http://schemas.microsoft.com/office/drawing/2014/main" id="{5A0F47C6-8E83-4259-9D77-17801835BC04}"/>
              </a:ext>
            </a:extLst>
          </p:cNvPr>
          <p:cNvSpPr/>
          <p:nvPr/>
        </p:nvSpPr>
        <p:spPr>
          <a:xfrm>
            <a:off x="6695634" y="4003135"/>
            <a:ext cx="548640" cy="58029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5" name="文本框 14">
            <a:extLst>
              <a:ext uri="{FF2B5EF4-FFF2-40B4-BE49-F238E27FC236}">
                <a16:creationId xmlns:a16="http://schemas.microsoft.com/office/drawing/2014/main" id="{EBE1E9BF-9083-4708-936B-497DB4578DB0}"/>
              </a:ext>
            </a:extLst>
          </p:cNvPr>
          <p:cNvSpPr txBox="1"/>
          <p:nvPr/>
        </p:nvSpPr>
        <p:spPr>
          <a:xfrm>
            <a:off x="6797311" y="4120155"/>
            <a:ext cx="415498" cy="400110"/>
          </a:xfrm>
          <a:prstGeom prst="rect">
            <a:avLst/>
          </a:prstGeom>
          <a:noFill/>
        </p:spPr>
        <p:txBody>
          <a:bodyPr wrap="none" rtlCol="0">
            <a:spAutoFit/>
          </a:bodyPr>
          <a:lstStyle/>
          <a:p>
            <a:r>
              <a:rPr lang="en-US" sz="2000" dirty="0"/>
              <a:t>s5</a:t>
            </a:r>
          </a:p>
        </p:txBody>
      </p:sp>
      <p:sp>
        <p:nvSpPr>
          <p:cNvPr id="16" name="椭圆 15">
            <a:extLst>
              <a:ext uri="{FF2B5EF4-FFF2-40B4-BE49-F238E27FC236}">
                <a16:creationId xmlns:a16="http://schemas.microsoft.com/office/drawing/2014/main" id="{BA98FFFB-569A-48C5-AF83-918589848B78}"/>
              </a:ext>
            </a:extLst>
          </p:cNvPr>
          <p:cNvSpPr/>
          <p:nvPr/>
        </p:nvSpPr>
        <p:spPr>
          <a:xfrm>
            <a:off x="7970517" y="3210069"/>
            <a:ext cx="548640" cy="580292"/>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7" name="文本框 16">
            <a:extLst>
              <a:ext uri="{FF2B5EF4-FFF2-40B4-BE49-F238E27FC236}">
                <a16:creationId xmlns:a16="http://schemas.microsoft.com/office/drawing/2014/main" id="{FFB35154-A37D-46BF-953C-C31D973A3EED}"/>
              </a:ext>
            </a:extLst>
          </p:cNvPr>
          <p:cNvSpPr txBox="1"/>
          <p:nvPr/>
        </p:nvSpPr>
        <p:spPr>
          <a:xfrm>
            <a:off x="8072194" y="3327089"/>
            <a:ext cx="415498" cy="400110"/>
          </a:xfrm>
          <a:prstGeom prst="rect">
            <a:avLst/>
          </a:prstGeom>
          <a:noFill/>
        </p:spPr>
        <p:txBody>
          <a:bodyPr wrap="none" rtlCol="0">
            <a:spAutoFit/>
          </a:bodyPr>
          <a:lstStyle/>
          <a:p>
            <a:r>
              <a:rPr lang="en-US" sz="2000" dirty="0"/>
              <a:t>s6</a:t>
            </a:r>
          </a:p>
        </p:txBody>
      </p:sp>
      <p:cxnSp>
        <p:nvCxnSpPr>
          <p:cNvPr id="19" name="直接箭头连接符 18">
            <a:extLst>
              <a:ext uri="{FF2B5EF4-FFF2-40B4-BE49-F238E27FC236}">
                <a16:creationId xmlns:a16="http://schemas.microsoft.com/office/drawing/2014/main" id="{CABFDEB3-0310-4015-AC12-383389B50B7A}"/>
              </a:ext>
            </a:extLst>
          </p:cNvPr>
          <p:cNvCxnSpPr/>
          <p:nvPr/>
        </p:nvCxnSpPr>
        <p:spPr>
          <a:xfrm>
            <a:off x="2663484" y="3542416"/>
            <a:ext cx="44313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4F4127A4-AC9E-457A-8857-6C52A020E03C}"/>
              </a:ext>
            </a:extLst>
          </p:cNvPr>
          <p:cNvCxnSpPr>
            <a:cxnSpLocks/>
          </p:cNvCxnSpPr>
          <p:nvPr/>
        </p:nvCxnSpPr>
        <p:spPr>
          <a:xfrm flipV="1">
            <a:off x="3639433" y="2875568"/>
            <a:ext cx="660301" cy="539102"/>
          </a:xfrm>
          <a:prstGeom prst="straightConnector1">
            <a:avLst/>
          </a:prstGeom>
          <a:ln>
            <a:solidFill>
              <a:srgbClr val="C00000">
                <a:alpha val="69000"/>
              </a:srgbClr>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764238CC-1D2A-4918-A610-E6A79923EE25}"/>
              </a:ext>
            </a:extLst>
          </p:cNvPr>
          <p:cNvCxnSpPr>
            <a:stCxn id="4" idx="5"/>
          </p:cNvCxnSpPr>
          <p:nvPr/>
        </p:nvCxnSpPr>
        <p:spPr>
          <a:xfrm>
            <a:off x="3585462" y="3747587"/>
            <a:ext cx="653606" cy="3148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334C574C-39E3-408A-83CE-1529412FA0A7}"/>
              </a:ext>
            </a:extLst>
          </p:cNvPr>
          <p:cNvCxnSpPr>
            <a:stCxn id="8" idx="6"/>
          </p:cNvCxnSpPr>
          <p:nvPr/>
        </p:nvCxnSpPr>
        <p:spPr>
          <a:xfrm flipV="1">
            <a:off x="4749021" y="3673337"/>
            <a:ext cx="757897" cy="5513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FF784CD0-8B64-4AB5-807B-8A40B3FB39C2}"/>
              </a:ext>
            </a:extLst>
          </p:cNvPr>
          <p:cNvCxnSpPr>
            <a:endCxn id="10" idx="1"/>
          </p:cNvCxnSpPr>
          <p:nvPr/>
        </p:nvCxnSpPr>
        <p:spPr>
          <a:xfrm>
            <a:off x="4833427" y="2846861"/>
            <a:ext cx="753836" cy="4112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FB577184-F1FE-40F5-98A4-9C8B64A95CEE}"/>
              </a:ext>
            </a:extLst>
          </p:cNvPr>
          <p:cNvCxnSpPr/>
          <p:nvPr/>
        </p:nvCxnSpPr>
        <p:spPr>
          <a:xfrm flipV="1">
            <a:off x="6053796" y="2994367"/>
            <a:ext cx="594672" cy="3749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DB5979A4-7245-4A31-B7BB-9CE0DC67D1CC}"/>
              </a:ext>
            </a:extLst>
          </p:cNvPr>
          <p:cNvCxnSpPr>
            <a:stCxn id="10" idx="5"/>
          </p:cNvCxnSpPr>
          <p:nvPr/>
        </p:nvCxnSpPr>
        <p:spPr>
          <a:xfrm>
            <a:off x="5975211" y="3668456"/>
            <a:ext cx="728905" cy="4516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a:extLst>
              <a:ext uri="{FF2B5EF4-FFF2-40B4-BE49-F238E27FC236}">
                <a16:creationId xmlns:a16="http://schemas.microsoft.com/office/drawing/2014/main" id="{E5829CBB-9C9F-4C93-AB8F-EDBC9F37F0A6}"/>
              </a:ext>
            </a:extLst>
          </p:cNvPr>
          <p:cNvCxnSpPr>
            <a:stCxn id="14" idx="6"/>
            <a:endCxn id="16" idx="3"/>
          </p:cNvCxnSpPr>
          <p:nvPr/>
        </p:nvCxnSpPr>
        <p:spPr>
          <a:xfrm flipV="1">
            <a:off x="7244276" y="3705379"/>
            <a:ext cx="806590" cy="5879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a:extLst>
              <a:ext uri="{FF2B5EF4-FFF2-40B4-BE49-F238E27FC236}">
                <a16:creationId xmlns:a16="http://schemas.microsoft.com/office/drawing/2014/main" id="{12F77A9F-3E36-470D-8593-0136FE32777A}"/>
              </a:ext>
            </a:extLst>
          </p:cNvPr>
          <p:cNvCxnSpPr/>
          <p:nvPr/>
        </p:nvCxnSpPr>
        <p:spPr>
          <a:xfrm>
            <a:off x="7142599" y="2865516"/>
            <a:ext cx="827920" cy="5037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50256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A8F0DD-A316-4F9D-81F2-A172AB0B7379}"/>
              </a:ext>
            </a:extLst>
          </p:cNvPr>
          <p:cNvSpPr>
            <a:spLocks noGrp="1"/>
          </p:cNvSpPr>
          <p:nvPr>
            <p:ph type="title"/>
          </p:nvPr>
        </p:nvSpPr>
        <p:spPr/>
        <p:txBody>
          <a:bodyPr/>
          <a:lstStyle/>
          <a:p>
            <a:r>
              <a:rPr lang="zh-CN" altLang="en-US" dirty="0"/>
              <a:t>图上的可达性分析</a:t>
            </a:r>
            <a:endParaRPr lang="en-US" dirty="0"/>
          </a:p>
        </p:txBody>
      </p:sp>
      <p:sp>
        <p:nvSpPr>
          <p:cNvPr id="18" name="灯片编号占位符 17">
            <a:extLst>
              <a:ext uri="{FF2B5EF4-FFF2-40B4-BE49-F238E27FC236}">
                <a16:creationId xmlns:a16="http://schemas.microsoft.com/office/drawing/2014/main" id="{639A39FE-0FC2-40E9-AFD2-7E6F0D800BDB}"/>
              </a:ext>
            </a:extLst>
          </p:cNvPr>
          <p:cNvSpPr>
            <a:spLocks noGrp="1"/>
          </p:cNvSpPr>
          <p:nvPr>
            <p:ph type="sldNum" sz="quarter" idx="12"/>
          </p:nvPr>
        </p:nvSpPr>
        <p:spPr/>
        <p:txBody>
          <a:bodyPr/>
          <a:lstStyle/>
          <a:p>
            <a:fld id="{81FB5FCF-B845-4FD0-8CAB-5D8F3E376DBE}" type="slidenum">
              <a:rPr lang="en-US" smtClean="0"/>
              <a:t>34</a:t>
            </a:fld>
            <a:endParaRPr lang="en-US"/>
          </a:p>
        </p:txBody>
      </p:sp>
      <p:sp>
        <p:nvSpPr>
          <p:cNvPr id="4" name="椭圆 3">
            <a:extLst>
              <a:ext uri="{FF2B5EF4-FFF2-40B4-BE49-F238E27FC236}">
                <a16:creationId xmlns:a16="http://schemas.microsoft.com/office/drawing/2014/main" id="{55800D66-BB2D-426F-A3DE-2A4FB0AF8E26}"/>
              </a:ext>
            </a:extLst>
          </p:cNvPr>
          <p:cNvSpPr/>
          <p:nvPr/>
        </p:nvSpPr>
        <p:spPr>
          <a:xfrm>
            <a:off x="3117167" y="3252277"/>
            <a:ext cx="548640" cy="580292"/>
          </a:xfrm>
          <a:prstGeom prst="ellipse">
            <a:avLst/>
          </a:prstGeom>
          <a:solidFill>
            <a:srgbClr val="C00000">
              <a:alpha val="27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 name="文本框 4">
            <a:extLst>
              <a:ext uri="{FF2B5EF4-FFF2-40B4-BE49-F238E27FC236}">
                <a16:creationId xmlns:a16="http://schemas.microsoft.com/office/drawing/2014/main" id="{0FBF2C95-804D-422B-972B-0C3146F10341}"/>
              </a:ext>
            </a:extLst>
          </p:cNvPr>
          <p:cNvSpPr txBox="1"/>
          <p:nvPr/>
        </p:nvSpPr>
        <p:spPr>
          <a:xfrm>
            <a:off x="3218843" y="3369297"/>
            <a:ext cx="415498" cy="400110"/>
          </a:xfrm>
          <a:prstGeom prst="rect">
            <a:avLst/>
          </a:prstGeom>
          <a:noFill/>
        </p:spPr>
        <p:txBody>
          <a:bodyPr wrap="none" rtlCol="0">
            <a:spAutoFit/>
          </a:bodyPr>
          <a:lstStyle/>
          <a:p>
            <a:r>
              <a:rPr lang="en-US" sz="2000" dirty="0"/>
              <a:t>s0</a:t>
            </a:r>
          </a:p>
        </p:txBody>
      </p:sp>
      <p:sp>
        <p:nvSpPr>
          <p:cNvPr id="6" name="椭圆 5">
            <a:extLst>
              <a:ext uri="{FF2B5EF4-FFF2-40B4-BE49-F238E27FC236}">
                <a16:creationId xmlns:a16="http://schemas.microsoft.com/office/drawing/2014/main" id="{B1EB68A7-588E-4D7F-BDA3-E7CF0624346A}"/>
              </a:ext>
            </a:extLst>
          </p:cNvPr>
          <p:cNvSpPr/>
          <p:nvPr/>
        </p:nvSpPr>
        <p:spPr>
          <a:xfrm>
            <a:off x="4286543" y="2459212"/>
            <a:ext cx="548640" cy="580292"/>
          </a:xfrm>
          <a:prstGeom prst="ellipse">
            <a:avLst/>
          </a:prstGeom>
          <a:solidFill>
            <a:srgbClr val="C00000">
              <a:alpha val="27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 name="文本框 6">
            <a:extLst>
              <a:ext uri="{FF2B5EF4-FFF2-40B4-BE49-F238E27FC236}">
                <a16:creationId xmlns:a16="http://schemas.microsoft.com/office/drawing/2014/main" id="{9643C58A-825B-471E-97D2-3DEE0D629873}"/>
              </a:ext>
            </a:extLst>
          </p:cNvPr>
          <p:cNvSpPr txBox="1"/>
          <p:nvPr/>
        </p:nvSpPr>
        <p:spPr>
          <a:xfrm>
            <a:off x="4388219" y="2576232"/>
            <a:ext cx="415498" cy="400110"/>
          </a:xfrm>
          <a:prstGeom prst="rect">
            <a:avLst/>
          </a:prstGeom>
          <a:noFill/>
        </p:spPr>
        <p:txBody>
          <a:bodyPr wrap="none" rtlCol="0">
            <a:spAutoFit/>
          </a:bodyPr>
          <a:lstStyle/>
          <a:p>
            <a:r>
              <a:rPr lang="en-US" sz="2000" dirty="0"/>
              <a:t>s1</a:t>
            </a:r>
          </a:p>
        </p:txBody>
      </p:sp>
      <p:sp>
        <p:nvSpPr>
          <p:cNvPr id="8" name="椭圆 7">
            <a:extLst>
              <a:ext uri="{FF2B5EF4-FFF2-40B4-BE49-F238E27FC236}">
                <a16:creationId xmlns:a16="http://schemas.microsoft.com/office/drawing/2014/main" id="{EEDCDBCB-4031-4EAB-A17F-FC64B4B6487B}"/>
              </a:ext>
            </a:extLst>
          </p:cNvPr>
          <p:cNvSpPr/>
          <p:nvPr/>
        </p:nvSpPr>
        <p:spPr>
          <a:xfrm>
            <a:off x="4200378" y="3934561"/>
            <a:ext cx="548640" cy="58029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 name="文本框 8">
            <a:extLst>
              <a:ext uri="{FF2B5EF4-FFF2-40B4-BE49-F238E27FC236}">
                <a16:creationId xmlns:a16="http://schemas.microsoft.com/office/drawing/2014/main" id="{3EC09A5F-812D-4DFE-9105-2B7FA35C0A96}"/>
              </a:ext>
            </a:extLst>
          </p:cNvPr>
          <p:cNvSpPr txBox="1"/>
          <p:nvPr/>
        </p:nvSpPr>
        <p:spPr>
          <a:xfrm>
            <a:off x="4302055" y="4051581"/>
            <a:ext cx="415498" cy="400110"/>
          </a:xfrm>
          <a:prstGeom prst="rect">
            <a:avLst/>
          </a:prstGeom>
          <a:noFill/>
        </p:spPr>
        <p:txBody>
          <a:bodyPr wrap="none" rtlCol="0">
            <a:spAutoFit/>
          </a:bodyPr>
          <a:lstStyle/>
          <a:p>
            <a:r>
              <a:rPr lang="en-US" sz="2000" dirty="0"/>
              <a:t>s2</a:t>
            </a:r>
          </a:p>
        </p:txBody>
      </p:sp>
      <p:sp>
        <p:nvSpPr>
          <p:cNvPr id="10" name="椭圆 9">
            <a:extLst>
              <a:ext uri="{FF2B5EF4-FFF2-40B4-BE49-F238E27FC236}">
                <a16:creationId xmlns:a16="http://schemas.microsoft.com/office/drawing/2014/main" id="{9622C933-F7EE-4F75-AE54-4449C7DFEA8F}"/>
              </a:ext>
            </a:extLst>
          </p:cNvPr>
          <p:cNvSpPr/>
          <p:nvPr/>
        </p:nvSpPr>
        <p:spPr>
          <a:xfrm>
            <a:off x="5506915" y="3173147"/>
            <a:ext cx="548640" cy="580292"/>
          </a:xfrm>
          <a:prstGeom prst="ellipse">
            <a:avLst/>
          </a:prstGeom>
          <a:solidFill>
            <a:srgbClr val="C00000">
              <a:alpha val="27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1" name="文本框 10">
            <a:extLst>
              <a:ext uri="{FF2B5EF4-FFF2-40B4-BE49-F238E27FC236}">
                <a16:creationId xmlns:a16="http://schemas.microsoft.com/office/drawing/2014/main" id="{9FF41067-FCC2-4875-B36C-B8A4F58BB187}"/>
              </a:ext>
            </a:extLst>
          </p:cNvPr>
          <p:cNvSpPr txBox="1"/>
          <p:nvPr/>
        </p:nvSpPr>
        <p:spPr>
          <a:xfrm>
            <a:off x="5608591" y="3290168"/>
            <a:ext cx="415498" cy="400110"/>
          </a:xfrm>
          <a:prstGeom prst="rect">
            <a:avLst/>
          </a:prstGeom>
          <a:noFill/>
        </p:spPr>
        <p:txBody>
          <a:bodyPr wrap="none" rtlCol="0">
            <a:spAutoFit/>
          </a:bodyPr>
          <a:lstStyle/>
          <a:p>
            <a:r>
              <a:rPr lang="en-US" sz="2000" dirty="0"/>
              <a:t>s3</a:t>
            </a:r>
          </a:p>
        </p:txBody>
      </p:sp>
      <p:sp>
        <p:nvSpPr>
          <p:cNvPr id="12" name="椭圆 11">
            <a:extLst>
              <a:ext uri="{FF2B5EF4-FFF2-40B4-BE49-F238E27FC236}">
                <a16:creationId xmlns:a16="http://schemas.microsoft.com/office/drawing/2014/main" id="{FFFE80F0-808F-4024-B514-863D361DADE5}"/>
              </a:ext>
            </a:extLst>
          </p:cNvPr>
          <p:cNvSpPr/>
          <p:nvPr/>
        </p:nvSpPr>
        <p:spPr>
          <a:xfrm>
            <a:off x="6602436" y="2485585"/>
            <a:ext cx="548640" cy="58029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3" name="文本框 12">
            <a:extLst>
              <a:ext uri="{FF2B5EF4-FFF2-40B4-BE49-F238E27FC236}">
                <a16:creationId xmlns:a16="http://schemas.microsoft.com/office/drawing/2014/main" id="{B61C8E03-E76F-402E-A79D-0EB673B416E5}"/>
              </a:ext>
            </a:extLst>
          </p:cNvPr>
          <p:cNvSpPr txBox="1"/>
          <p:nvPr/>
        </p:nvSpPr>
        <p:spPr>
          <a:xfrm>
            <a:off x="6704113" y="2602605"/>
            <a:ext cx="415498" cy="400110"/>
          </a:xfrm>
          <a:prstGeom prst="rect">
            <a:avLst/>
          </a:prstGeom>
          <a:noFill/>
        </p:spPr>
        <p:txBody>
          <a:bodyPr wrap="none" rtlCol="0">
            <a:spAutoFit/>
          </a:bodyPr>
          <a:lstStyle/>
          <a:p>
            <a:r>
              <a:rPr lang="en-US" sz="2000" dirty="0"/>
              <a:t>s4</a:t>
            </a:r>
          </a:p>
        </p:txBody>
      </p:sp>
      <p:sp>
        <p:nvSpPr>
          <p:cNvPr id="14" name="椭圆 13">
            <a:extLst>
              <a:ext uri="{FF2B5EF4-FFF2-40B4-BE49-F238E27FC236}">
                <a16:creationId xmlns:a16="http://schemas.microsoft.com/office/drawing/2014/main" id="{5A0F47C6-8E83-4259-9D77-17801835BC04}"/>
              </a:ext>
            </a:extLst>
          </p:cNvPr>
          <p:cNvSpPr/>
          <p:nvPr/>
        </p:nvSpPr>
        <p:spPr>
          <a:xfrm>
            <a:off x="6695634" y="4003135"/>
            <a:ext cx="548640" cy="58029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5" name="文本框 14">
            <a:extLst>
              <a:ext uri="{FF2B5EF4-FFF2-40B4-BE49-F238E27FC236}">
                <a16:creationId xmlns:a16="http://schemas.microsoft.com/office/drawing/2014/main" id="{EBE1E9BF-9083-4708-936B-497DB4578DB0}"/>
              </a:ext>
            </a:extLst>
          </p:cNvPr>
          <p:cNvSpPr txBox="1"/>
          <p:nvPr/>
        </p:nvSpPr>
        <p:spPr>
          <a:xfrm>
            <a:off x="6797311" y="4120155"/>
            <a:ext cx="415498" cy="400110"/>
          </a:xfrm>
          <a:prstGeom prst="rect">
            <a:avLst/>
          </a:prstGeom>
          <a:noFill/>
        </p:spPr>
        <p:txBody>
          <a:bodyPr wrap="none" rtlCol="0">
            <a:spAutoFit/>
          </a:bodyPr>
          <a:lstStyle/>
          <a:p>
            <a:r>
              <a:rPr lang="en-US" sz="2000" dirty="0"/>
              <a:t>s5</a:t>
            </a:r>
          </a:p>
        </p:txBody>
      </p:sp>
      <p:sp>
        <p:nvSpPr>
          <p:cNvPr id="16" name="椭圆 15">
            <a:extLst>
              <a:ext uri="{FF2B5EF4-FFF2-40B4-BE49-F238E27FC236}">
                <a16:creationId xmlns:a16="http://schemas.microsoft.com/office/drawing/2014/main" id="{BA98FFFB-569A-48C5-AF83-918589848B78}"/>
              </a:ext>
            </a:extLst>
          </p:cNvPr>
          <p:cNvSpPr/>
          <p:nvPr/>
        </p:nvSpPr>
        <p:spPr>
          <a:xfrm>
            <a:off x="7970517" y="3210069"/>
            <a:ext cx="548640" cy="580292"/>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7" name="文本框 16">
            <a:extLst>
              <a:ext uri="{FF2B5EF4-FFF2-40B4-BE49-F238E27FC236}">
                <a16:creationId xmlns:a16="http://schemas.microsoft.com/office/drawing/2014/main" id="{FFB35154-A37D-46BF-953C-C31D973A3EED}"/>
              </a:ext>
            </a:extLst>
          </p:cNvPr>
          <p:cNvSpPr txBox="1"/>
          <p:nvPr/>
        </p:nvSpPr>
        <p:spPr>
          <a:xfrm>
            <a:off x="8072194" y="3327089"/>
            <a:ext cx="415498" cy="400110"/>
          </a:xfrm>
          <a:prstGeom prst="rect">
            <a:avLst/>
          </a:prstGeom>
          <a:noFill/>
        </p:spPr>
        <p:txBody>
          <a:bodyPr wrap="none" rtlCol="0">
            <a:spAutoFit/>
          </a:bodyPr>
          <a:lstStyle/>
          <a:p>
            <a:r>
              <a:rPr lang="en-US" sz="2000" dirty="0"/>
              <a:t>s6</a:t>
            </a:r>
          </a:p>
        </p:txBody>
      </p:sp>
      <p:cxnSp>
        <p:nvCxnSpPr>
          <p:cNvPr id="19" name="直接箭头连接符 18">
            <a:extLst>
              <a:ext uri="{FF2B5EF4-FFF2-40B4-BE49-F238E27FC236}">
                <a16:creationId xmlns:a16="http://schemas.microsoft.com/office/drawing/2014/main" id="{CABFDEB3-0310-4015-AC12-383389B50B7A}"/>
              </a:ext>
            </a:extLst>
          </p:cNvPr>
          <p:cNvCxnSpPr/>
          <p:nvPr/>
        </p:nvCxnSpPr>
        <p:spPr>
          <a:xfrm>
            <a:off x="2663484" y="3542416"/>
            <a:ext cx="44313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4F4127A4-AC9E-457A-8857-6C52A020E03C}"/>
              </a:ext>
            </a:extLst>
          </p:cNvPr>
          <p:cNvCxnSpPr>
            <a:cxnSpLocks/>
          </p:cNvCxnSpPr>
          <p:nvPr/>
        </p:nvCxnSpPr>
        <p:spPr>
          <a:xfrm flipV="1">
            <a:off x="3639433" y="2875568"/>
            <a:ext cx="660301" cy="539102"/>
          </a:xfrm>
          <a:prstGeom prst="straightConnector1">
            <a:avLst/>
          </a:prstGeom>
          <a:ln>
            <a:solidFill>
              <a:srgbClr val="C00000">
                <a:alpha val="69000"/>
              </a:srgbClr>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764238CC-1D2A-4918-A610-E6A79923EE25}"/>
              </a:ext>
            </a:extLst>
          </p:cNvPr>
          <p:cNvCxnSpPr>
            <a:stCxn id="4" idx="5"/>
          </p:cNvCxnSpPr>
          <p:nvPr/>
        </p:nvCxnSpPr>
        <p:spPr>
          <a:xfrm>
            <a:off x="3585462" y="3747587"/>
            <a:ext cx="653606" cy="3148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334C574C-39E3-408A-83CE-1529412FA0A7}"/>
              </a:ext>
            </a:extLst>
          </p:cNvPr>
          <p:cNvCxnSpPr>
            <a:stCxn id="8" idx="6"/>
          </p:cNvCxnSpPr>
          <p:nvPr/>
        </p:nvCxnSpPr>
        <p:spPr>
          <a:xfrm flipV="1">
            <a:off x="4749021" y="3673337"/>
            <a:ext cx="757897" cy="5513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FF784CD0-8B64-4AB5-807B-8A40B3FB39C2}"/>
              </a:ext>
            </a:extLst>
          </p:cNvPr>
          <p:cNvCxnSpPr>
            <a:endCxn id="10" idx="1"/>
          </p:cNvCxnSpPr>
          <p:nvPr/>
        </p:nvCxnSpPr>
        <p:spPr>
          <a:xfrm>
            <a:off x="4833427" y="2846861"/>
            <a:ext cx="753836" cy="411267"/>
          </a:xfrm>
          <a:prstGeom prst="straightConnector1">
            <a:avLst/>
          </a:prstGeom>
          <a:ln>
            <a:solidFill>
              <a:srgbClr val="C00000">
                <a:alpha val="69000"/>
              </a:srgbClr>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FB577184-F1FE-40F5-98A4-9C8B64A95CEE}"/>
              </a:ext>
            </a:extLst>
          </p:cNvPr>
          <p:cNvCxnSpPr/>
          <p:nvPr/>
        </p:nvCxnSpPr>
        <p:spPr>
          <a:xfrm flipV="1">
            <a:off x="6053796" y="2994367"/>
            <a:ext cx="594672" cy="3749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DB5979A4-7245-4A31-B7BB-9CE0DC67D1CC}"/>
              </a:ext>
            </a:extLst>
          </p:cNvPr>
          <p:cNvCxnSpPr>
            <a:stCxn id="10" idx="5"/>
          </p:cNvCxnSpPr>
          <p:nvPr/>
        </p:nvCxnSpPr>
        <p:spPr>
          <a:xfrm>
            <a:off x="5975211" y="3668456"/>
            <a:ext cx="728905" cy="4516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a:extLst>
              <a:ext uri="{FF2B5EF4-FFF2-40B4-BE49-F238E27FC236}">
                <a16:creationId xmlns:a16="http://schemas.microsoft.com/office/drawing/2014/main" id="{E5829CBB-9C9F-4C93-AB8F-EDBC9F37F0A6}"/>
              </a:ext>
            </a:extLst>
          </p:cNvPr>
          <p:cNvCxnSpPr>
            <a:stCxn id="14" idx="6"/>
            <a:endCxn id="16" idx="3"/>
          </p:cNvCxnSpPr>
          <p:nvPr/>
        </p:nvCxnSpPr>
        <p:spPr>
          <a:xfrm flipV="1">
            <a:off x="7244276" y="3705379"/>
            <a:ext cx="806590" cy="5879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a:extLst>
              <a:ext uri="{FF2B5EF4-FFF2-40B4-BE49-F238E27FC236}">
                <a16:creationId xmlns:a16="http://schemas.microsoft.com/office/drawing/2014/main" id="{12F77A9F-3E36-470D-8593-0136FE32777A}"/>
              </a:ext>
            </a:extLst>
          </p:cNvPr>
          <p:cNvCxnSpPr/>
          <p:nvPr/>
        </p:nvCxnSpPr>
        <p:spPr>
          <a:xfrm>
            <a:off x="7142599" y="2865516"/>
            <a:ext cx="827920" cy="5037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33433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A8F0DD-A316-4F9D-81F2-A172AB0B7379}"/>
              </a:ext>
            </a:extLst>
          </p:cNvPr>
          <p:cNvSpPr>
            <a:spLocks noGrp="1"/>
          </p:cNvSpPr>
          <p:nvPr>
            <p:ph type="title"/>
          </p:nvPr>
        </p:nvSpPr>
        <p:spPr/>
        <p:txBody>
          <a:bodyPr/>
          <a:lstStyle/>
          <a:p>
            <a:r>
              <a:rPr lang="zh-CN" altLang="en-US" dirty="0"/>
              <a:t>图上的可达性分析</a:t>
            </a:r>
            <a:endParaRPr lang="en-US" dirty="0"/>
          </a:p>
        </p:txBody>
      </p:sp>
      <p:sp>
        <p:nvSpPr>
          <p:cNvPr id="18" name="灯片编号占位符 17">
            <a:extLst>
              <a:ext uri="{FF2B5EF4-FFF2-40B4-BE49-F238E27FC236}">
                <a16:creationId xmlns:a16="http://schemas.microsoft.com/office/drawing/2014/main" id="{37F65539-A845-40EB-A39F-49C65840BB41}"/>
              </a:ext>
            </a:extLst>
          </p:cNvPr>
          <p:cNvSpPr>
            <a:spLocks noGrp="1"/>
          </p:cNvSpPr>
          <p:nvPr>
            <p:ph type="sldNum" sz="quarter" idx="12"/>
          </p:nvPr>
        </p:nvSpPr>
        <p:spPr/>
        <p:txBody>
          <a:bodyPr/>
          <a:lstStyle/>
          <a:p>
            <a:fld id="{81FB5FCF-B845-4FD0-8CAB-5D8F3E376DBE}" type="slidenum">
              <a:rPr lang="en-US" smtClean="0"/>
              <a:t>35</a:t>
            </a:fld>
            <a:endParaRPr lang="en-US"/>
          </a:p>
        </p:txBody>
      </p:sp>
      <p:sp>
        <p:nvSpPr>
          <p:cNvPr id="4" name="椭圆 3">
            <a:extLst>
              <a:ext uri="{FF2B5EF4-FFF2-40B4-BE49-F238E27FC236}">
                <a16:creationId xmlns:a16="http://schemas.microsoft.com/office/drawing/2014/main" id="{55800D66-BB2D-426F-A3DE-2A4FB0AF8E26}"/>
              </a:ext>
            </a:extLst>
          </p:cNvPr>
          <p:cNvSpPr/>
          <p:nvPr/>
        </p:nvSpPr>
        <p:spPr>
          <a:xfrm>
            <a:off x="3117167" y="3252277"/>
            <a:ext cx="548640" cy="580292"/>
          </a:xfrm>
          <a:prstGeom prst="ellipse">
            <a:avLst/>
          </a:prstGeom>
          <a:solidFill>
            <a:srgbClr val="C00000">
              <a:alpha val="27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 name="文本框 4">
            <a:extLst>
              <a:ext uri="{FF2B5EF4-FFF2-40B4-BE49-F238E27FC236}">
                <a16:creationId xmlns:a16="http://schemas.microsoft.com/office/drawing/2014/main" id="{0FBF2C95-804D-422B-972B-0C3146F10341}"/>
              </a:ext>
            </a:extLst>
          </p:cNvPr>
          <p:cNvSpPr txBox="1"/>
          <p:nvPr/>
        </p:nvSpPr>
        <p:spPr>
          <a:xfrm>
            <a:off x="3218843" y="3369297"/>
            <a:ext cx="415498" cy="400110"/>
          </a:xfrm>
          <a:prstGeom prst="rect">
            <a:avLst/>
          </a:prstGeom>
          <a:noFill/>
        </p:spPr>
        <p:txBody>
          <a:bodyPr wrap="none" rtlCol="0">
            <a:spAutoFit/>
          </a:bodyPr>
          <a:lstStyle/>
          <a:p>
            <a:r>
              <a:rPr lang="en-US" sz="2000" dirty="0"/>
              <a:t>s0</a:t>
            </a:r>
          </a:p>
        </p:txBody>
      </p:sp>
      <p:sp>
        <p:nvSpPr>
          <p:cNvPr id="6" name="椭圆 5">
            <a:extLst>
              <a:ext uri="{FF2B5EF4-FFF2-40B4-BE49-F238E27FC236}">
                <a16:creationId xmlns:a16="http://schemas.microsoft.com/office/drawing/2014/main" id="{B1EB68A7-588E-4D7F-BDA3-E7CF0624346A}"/>
              </a:ext>
            </a:extLst>
          </p:cNvPr>
          <p:cNvSpPr/>
          <p:nvPr/>
        </p:nvSpPr>
        <p:spPr>
          <a:xfrm>
            <a:off x="4286543" y="2459212"/>
            <a:ext cx="548640" cy="580292"/>
          </a:xfrm>
          <a:prstGeom prst="ellipse">
            <a:avLst/>
          </a:prstGeom>
          <a:solidFill>
            <a:srgbClr val="C00000">
              <a:alpha val="27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 name="文本框 6">
            <a:extLst>
              <a:ext uri="{FF2B5EF4-FFF2-40B4-BE49-F238E27FC236}">
                <a16:creationId xmlns:a16="http://schemas.microsoft.com/office/drawing/2014/main" id="{9643C58A-825B-471E-97D2-3DEE0D629873}"/>
              </a:ext>
            </a:extLst>
          </p:cNvPr>
          <p:cNvSpPr txBox="1"/>
          <p:nvPr/>
        </p:nvSpPr>
        <p:spPr>
          <a:xfrm>
            <a:off x="4388219" y="2576232"/>
            <a:ext cx="415498" cy="400110"/>
          </a:xfrm>
          <a:prstGeom prst="rect">
            <a:avLst/>
          </a:prstGeom>
          <a:noFill/>
        </p:spPr>
        <p:txBody>
          <a:bodyPr wrap="none" rtlCol="0">
            <a:spAutoFit/>
          </a:bodyPr>
          <a:lstStyle/>
          <a:p>
            <a:r>
              <a:rPr lang="en-US" sz="2000" dirty="0"/>
              <a:t>s1</a:t>
            </a:r>
          </a:p>
        </p:txBody>
      </p:sp>
      <p:sp>
        <p:nvSpPr>
          <p:cNvPr id="8" name="椭圆 7">
            <a:extLst>
              <a:ext uri="{FF2B5EF4-FFF2-40B4-BE49-F238E27FC236}">
                <a16:creationId xmlns:a16="http://schemas.microsoft.com/office/drawing/2014/main" id="{EEDCDBCB-4031-4EAB-A17F-FC64B4B6487B}"/>
              </a:ext>
            </a:extLst>
          </p:cNvPr>
          <p:cNvSpPr/>
          <p:nvPr/>
        </p:nvSpPr>
        <p:spPr>
          <a:xfrm>
            <a:off x="4200378" y="3934561"/>
            <a:ext cx="548640" cy="58029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 name="文本框 8">
            <a:extLst>
              <a:ext uri="{FF2B5EF4-FFF2-40B4-BE49-F238E27FC236}">
                <a16:creationId xmlns:a16="http://schemas.microsoft.com/office/drawing/2014/main" id="{3EC09A5F-812D-4DFE-9105-2B7FA35C0A96}"/>
              </a:ext>
            </a:extLst>
          </p:cNvPr>
          <p:cNvSpPr txBox="1"/>
          <p:nvPr/>
        </p:nvSpPr>
        <p:spPr>
          <a:xfrm>
            <a:off x="4302055" y="4051581"/>
            <a:ext cx="415498" cy="400110"/>
          </a:xfrm>
          <a:prstGeom prst="rect">
            <a:avLst/>
          </a:prstGeom>
          <a:noFill/>
        </p:spPr>
        <p:txBody>
          <a:bodyPr wrap="none" rtlCol="0">
            <a:spAutoFit/>
          </a:bodyPr>
          <a:lstStyle/>
          <a:p>
            <a:r>
              <a:rPr lang="en-US" sz="2000" dirty="0"/>
              <a:t>s2</a:t>
            </a:r>
          </a:p>
        </p:txBody>
      </p:sp>
      <p:sp>
        <p:nvSpPr>
          <p:cNvPr id="10" name="椭圆 9">
            <a:extLst>
              <a:ext uri="{FF2B5EF4-FFF2-40B4-BE49-F238E27FC236}">
                <a16:creationId xmlns:a16="http://schemas.microsoft.com/office/drawing/2014/main" id="{9622C933-F7EE-4F75-AE54-4449C7DFEA8F}"/>
              </a:ext>
            </a:extLst>
          </p:cNvPr>
          <p:cNvSpPr/>
          <p:nvPr/>
        </p:nvSpPr>
        <p:spPr>
          <a:xfrm>
            <a:off x="5506915" y="3173147"/>
            <a:ext cx="548640" cy="580292"/>
          </a:xfrm>
          <a:prstGeom prst="ellipse">
            <a:avLst/>
          </a:prstGeom>
          <a:solidFill>
            <a:srgbClr val="C00000">
              <a:alpha val="27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1" name="文本框 10">
            <a:extLst>
              <a:ext uri="{FF2B5EF4-FFF2-40B4-BE49-F238E27FC236}">
                <a16:creationId xmlns:a16="http://schemas.microsoft.com/office/drawing/2014/main" id="{9FF41067-FCC2-4875-B36C-B8A4F58BB187}"/>
              </a:ext>
            </a:extLst>
          </p:cNvPr>
          <p:cNvSpPr txBox="1"/>
          <p:nvPr/>
        </p:nvSpPr>
        <p:spPr>
          <a:xfrm>
            <a:off x="5608591" y="3290168"/>
            <a:ext cx="415498" cy="400110"/>
          </a:xfrm>
          <a:prstGeom prst="rect">
            <a:avLst/>
          </a:prstGeom>
          <a:noFill/>
        </p:spPr>
        <p:txBody>
          <a:bodyPr wrap="none" rtlCol="0">
            <a:spAutoFit/>
          </a:bodyPr>
          <a:lstStyle/>
          <a:p>
            <a:r>
              <a:rPr lang="en-US" sz="2000" dirty="0"/>
              <a:t>s3</a:t>
            </a:r>
          </a:p>
        </p:txBody>
      </p:sp>
      <p:sp>
        <p:nvSpPr>
          <p:cNvPr id="12" name="椭圆 11">
            <a:extLst>
              <a:ext uri="{FF2B5EF4-FFF2-40B4-BE49-F238E27FC236}">
                <a16:creationId xmlns:a16="http://schemas.microsoft.com/office/drawing/2014/main" id="{FFFE80F0-808F-4024-B514-863D361DADE5}"/>
              </a:ext>
            </a:extLst>
          </p:cNvPr>
          <p:cNvSpPr/>
          <p:nvPr/>
        </p:nvSpPr>
        <p:spPr>
          <a:xfrm>
            <a:off x="6602436" y="2485585"/>
            <a:ext cx="548640" cy="58029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3" name="文本框 12">
            <a:extLst>
              <a:ext uri="{FF2B5EF4-FFF2-40B4-BE49-F238E27FC236}">
                <a16:creationId xmlns:a16="http://schemas.microsoft.com/office/drawing/2014/main" id="{B61C8E03-E76F-402E-A79D-0EB673B416E5}"/>
              </a:ext>
            </a:extLst>
          </p:cNvPr>
          <p:cNvSpPr txBox="1"/>
          <p:nvPr/>
        </p:nvSpPr>
        <p:spPr>
          <a:xfrm>
            <a:off x="6704113" y="2602605"/>
            <a:ext cx="415498" cy="400110"/>
          </a:xfrm>
          <a:prstGeom prst="rect">
            <a:avLst/>
          </a:prstGeom>
          <a:noFill/>
        </p:spPr>
        <p:txBody>
          <a:bodyPr wrap="none" rtlCol="0">
            <a:spAutoFit/>
          </a:bodyPr>
          <a:lstStyle/>
          <a:p>
            <a:r>
              <a:rPr lang="en-US" sz="2000" dirty="0"/>
              <a:t>s4</a:t>
            </a:r>
          </a:p>
        </p:txBody>
      </p:sp>
      <p:sp>
        <p:nvSpPr>
          <p:cNvPr id="14" name="椭圆 13">
            <a:extLst>
              <a:ext uri="{FF2B5EF4-FFF2-40B4-BE49-F238E27FC236}">
                <a16:creationId xmlns:a16="http://schemas.microsoft.com/office/drawing/2014/main" id="{5A0F47C6-8E83-4259-9D77-17801835BC04}"/>
              </a:ext>
            </a:extLst>
          </p:cNvPr>
          <p:cNvSpPr/>
          <p:nvPr/>
        </p:nvSpPr>
        <p:spPr>
          <a:xfrm>
            <a:off x="6695634" y="4003135"/>
            <a:ext cx="548640" cy="580292"/>
          </a:xfrm>
          <a:prstGeom prst="ellipse">
            <a:avLst/>
          </a:prstGeom>
          <a:solidFill>
            <a:srgbClr val="C00000">
              <a:alpha val="27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5" name="文本框 14">
            <a:extLst>
              <a:ext uri="{FF2B5EF4-FFF2-40B4-BE49-F238E27FC236}">
                <a16:creationId xmlns:a16="http://schemas.microsoft.com/office/drawing/2014/main" id="{EBE1E9BF-9083-4708-936B-497DB4578DB0}"/>
              </a:ext>
            </a:extLst>
          </p:cNvPr>
          <p:cNvSpPr txBox="1"/>
          <p:nvPr/>
        </p:nvSpPr>
        <p:spPr>
          <a:xfrm>
            <a:off x="6797311" y="4120155"/>
            <a:ext cx="415498" cy="400110"/>
          </a:xfrm>
          <a:prstGeom prst="rect">
            <a:avLst/>
          </a:prstGeom>
          <a:noFill/>
        </p:spPr>
        <p:txBody>
          <a:bodyPr wrap="none" rtlCol="0">
            <a:spAutoFit/>
          </a:bodyPr>
          <a:lstStyle/>
          <a:p>
            <a:r>
              <a:rPr lang="en-US" sz="2000" dirty="0"/>
              <a:t>s5</a:t>
            </a:r>
          </a:p>
        </p:txBody>
      </p:sp>
      <p:sp>
        <p:nvSpPr>
          <p:cNvPr id="16" name="椭圆 15">
            <a:extLst>
              <a:ext uri="{FF2B5EF4-FFF2-40B4-BE49-F238E27FC236}">
                <a16:creationId xmlns:a16="http://schemas.microsoft.com/office/drawing/2014/main" id="{BA98FFFB-569A-48C5-AF83-918589848B78}"/>
              </a:ext>
            </a:extLst>
          </p:cNvPr>
          <p:cNvSpPr/>
          <p:nvPr/>
        </p:nvSpPr>
        <p:spPr>
          <a:xfrm>
            <a:off x="7970517" y="3210069"/>
            <a:ext cx="548640" cy="580292"/>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7" name="文本框 16">
            <a:extLst>
              <a:ext uri="{FF2B5EF4-FFF2-40B4-BE49-F238E27FC236}">
                <a16:creationId xmlns:a16="http://schemas.microsoft.com/office/drawing/2014/main" id="{FFB35154-A37D-46BF-953C-C31D973A3EED}"/>
              </a:ext>
            </a:extLst>
          </p:cNvPr>
          <p:cNvSpPr txBox="1"/>
          <p:nvPr/>
        </p:nvSpPr>
        <p:spPr>
          <a:xfrm>
            <a:off x="8072194" y="3327089"/>
            <a:ext cx="415498" cy="400110"/>
          </a:xfrm>
          <a:prstGeom prst="rect">
            <a:avLst/>
          </a:prstGeom>
          <a:noFill/>
        </p:spPr>
        <p:txBody>
          <a:bodyPr wrap="none" rtlCol="0">
            <a:spAutoFit/>
          </a:bodyPr>
          <a:lstStyle/>
          <a:p>
            <a:r>
              <a:rPr lang="en-US" sz="2000" dirty="0"/>
              <a:t>s6</a:t>
            </a:r>
          </a:p>
        </p:txBody>
      </p:sp>
      <p:cxnSp>
        <p:nvCxnSpPr>
          <p:cNvPr id="19" name="直接箭头连接符 18">
            <a:extLst>
              <a:ext uri="{FF2B5EF4-FFF2-40B4-BE49-F238E27FC236}">
                <a16:creationId xmlns:a16="http://schemas.microsoft.com/office/drawing/2014/main" id="{CABFDEB3-0310-4015-AC12-383389B50B7A}"/>
              </a:ext>
            </a:extLst>
          </p:cNvPr>
          <p:cNvCxnSpPr/>
          <p:nvPr/>
        </p:nvCxnSpPr>
        <p:spPr>
          <a:xfrm>
            <a:off x="2663484" y="3542416"/>
            <a:ext cx="44313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4F4127A4-AC9E-457A-8857-6C52A020E03C}"/>
              </a:ext>
            </a:extLst>
          </p:cNvPr>
          <p:cNvCxnSpPr>
            <a:cxnSpLocks/>
          </p:cNvCxnSpPr>
          <p:nvPr/>
        </p:nvCxnSpPr>
        <p:spPr>
          <a:xfrm flipV="1">
            <a:off x="3639433" y="2875568"/>
            <a:ext cx="660301" cy="539102"/>
          </a:xfrm>
          <a:prstGeom prst="straightConnector1">
            <a:avLst/>
          </a:prstGeom>
          <a:ln>
            <a:solidFill>
              <a:srgbClr val="C00000">
                <a:alpha val="69000"/>
              </a:srgbClr>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764238CC-1D2A-4918-A610-E6A79923EE25}"/>
              </a:ext>
            </a:extLst>
          </p:cNvPr>
          <p:cNvCxnSpPr>
            <a:stCxn id="4" idx="5"/>
          </p:cNvCxnSpPr>
          <p:nvPr/>
        </p:nvCxnSpPr>
        <p:spPr>
          <a:xfrm>
            <a:off x="3585462" y="3747587"/>
            <a:ext cx="653606" cy="3148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334C574C-39E3-408A-83CE-1529412FA0A7}"/>
              </a:ext>
            </a:extLst>
          </p:cNvPr>
          <p:cNvCxnSpPr>
            <a:stCxn id="8" idx="6"/>
          </p:cNvCxnSpPr>
          <p:nvPr/>
        </p:nvCxnSpPr>
        <p:spPr>
          <a:xfrm flipV="1">
            <a:off x="4749021" y="3673337"/>
            <a:ext cx="757897" cy="5513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FF784CD0-8B64-4AB5-807B-8A40B3FB39C2}"/>
              </a:ext>
            </a:extLst>
          </p:cNvPr>
          <p:cNvCxnSpPr>
            <a:endCxn id="10" idx="1"/>
          </p:cNvCxnSpPr>
          <p:nvPr/>
        </p:nvCxnSpPr>
        <p:spPr>
          <a:xfrm>
            <a:off x="4833427" y="2846861"/>
            <a:ext cx="753836" cy="411267"/>
          </a:xfrm>
          <a:prstGeom prst="straightConnector1">
            <a:avLst/>
          </a:prstGeom>
          <a:ln>
            <a:solidFill>
              <a:srgbClr val="C00000">
                <a:alpha val="69000"/>
              </a:srgbClr>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FB577184-F1FE-40F5-98A4-9C8B64A95CEE}"/>
              </a:ext>
            </a:extLst>
          </p:cNvPr>
          <p:cNvCxnSpPr/>
          <p:nvPr/>
        </p:nvCxnSpPr>
        <p:spPr>
          <a:xfrm flipV="1">
            <a:off x="6053796" y="2994367"/>
            <a:ext cx="594672" cy="3749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DB5979A4-7245-4A31-B7BB-9CE0DC67D1CC}"/>
              </a:ext>
            </a:extLst>
          </p:cNvPr>
          <p:cNvCxnSpPr>
            <a:stCxn id="10" idx="5"/>
          </p:cNvCxnSpPr>
          <p:nvPr/>
        </p:nvCxnSpPr>
        <p:spPr>
          <a:xfrm>
            <a:off x="5975211" y="3668456"/>
            <a:ext cx="728905" cy="451698"/>
          </a:xfrm>
          <a:prstGeom prst="straightConnector1">
            <a:avLst/>
          </a:prstGeom>
          <a:ln>
            <a:solidFill>
              <a:srgbClr val="C00000">
                <a:alpha val="68000"/>
              </a:srgbClr>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a:extLst>
              <a:ext uri="{FF2B5EF4-FFF2-40B4-BE49-F238E27FC236}">
                <a16:creationId xmlns:a16="http://schemas.microsoft.com/office/drawing/2014/main" id="{E5829CBB-9C9F-4C93-AB8F-EDBC9F37F0A6}"/>
              </a:ext>
            </a:extLst>
          </p:cNvPr>
          <p:cNvCxnSpPr>
            <a:stCxn id="14" idx="6"/>
            <a:endCxn id="16" idx="3"/>
          </p:cNvCxnSpPr>
          <p:nvPr/>
        </p:nvCxnSpPr>
        <p:spPr>
          <a:xfrm flipV="1">
            <a:off x="7244276" y="3705379"/>
            <a:ext cx="806590" cy="5879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a:extLst>
              <a:ext uri="{FF2B5EF4-FFF2-40B4-BE49-F238E27FC236}">
                <a16:creationId xmlns:a16="http://schemas.microsoft.com/office/drawing/2014/main" id="{12F77A9F-3E36-470D-8593-0136FE32777A}"/>
              </a:ext>
            </a:extLst>
          </p:cNvPr>
          <p:cNvCxnSpPr/>
          <p:nvPr/>
        </p:nvCxnSpPr>
        <p:spPr>
          <a:xfrm>
            <a:off x="7142599" y="2865516"/>
            <a:ext cx="827920" cy="5037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98444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A8F0DD-A316-4F9D-81F2-A172AB0B7379}"/>
              </a:ext>
            </a:extLst>
          </p:cNvPr>
          <p:cNvSpPr>
            <a:spLocks noGrp="1"/>
          </p:cNvSpPr>
          <p:nvPr>
            <p:ph type="title"/>
          </p:nvPr>
        </p:nvSpPr>
        <p:spPr/>
        <p:txBody>
          <a:bodyPr/>
          <a:lstStyle/>
          <a:p>
            <a:r>
              <a:rPr lang="zh-CN" altLang="en-US" dirty="0"/>
              <a:t>图上的可达性分析</a:t>
            </a:r>
            <a:endParaRPr lang="en-US" dirty="0"/>
          </a:p>
        </p:txBody>
      </p:sp>
      <p:sp>
        <p:nvSpPr>
          <p:cNvPr id="18" name="灯片编号占位符 17">
            <a:extLst>
              <a:ext uri="{FF2B5EF4-FFF2-40B4-BE49-F238E27FC236}">
                <a16:creationId xmlns:a16="http://schemas.microsoft.com/office/drawing/2014/main" id="{791289BA-AF17-49D0-B18A-839113F8859B}"/>
              </a:ext>
            </a:extLst>
          </p:cNvPr>
          <p:cNvSpPr>
            <a:spLocks noGrp="1"/>
          </p:cNvSpPr>
          <p:nvPr>
            <p:ph type="sldNum" sz="quarter" idx="12"/>
          </p:nvPr>
        </p:nvSpPr>
        <p:spPr/>
        <p:txBody>
          <a:bodyPr/>
          <a:lstStyle/>
          <a:p>
            <a:fld id="{81FB5FCF-B845-4FD0-8CAB-5D8F3E376DBE}" type="slidenum">
              <a:rPr lang="en-US" smtClean="0"/>
              <a:t>36</a:t>
            </a:fld>
            <a:endParaRPr lang="en-US"/>
          </a:p>
        </p:txBody>
      </p:sp>
      <p:sp>
        <p:nvSpPr>
          <p:cNvPr id="4" name="椭圆 3">
            <a:extLst>
              <a:ext uri="{FF2B5EF4-FFF2-40B4-BE49-F238E27FC236}">
                <a16:creationId xmlns:a16="http://schemas.microsoft.com/office/drawing/2014/main" id="{55800D66-BB2D-426F-A3DE-2A4FB0AF8E26}"/>
              </a:ext>
            </a:extLst>
          </p:cNvPr>
          <p:cNvSpPr/>
          <p:nvPr/>
        </p:nvSpPr>
        <p:spPr>
          <a:xfrm>
            <a:off x="3117167" y="3252277"/>
            <a:ext cx="548640" cy="580292"/>
          </a:xfrm>
          <a:prstGeom prst="ellipse">
            <a:avLst/>
          </a:prstGeom>
          <a:solidFill>
            <a:srgbClr val="C00000">
              <a:alpha val="27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 name="文本框 4">
            <a:extLst>
              <a:ext uri="{FF2B5EF4-FFF2-40B4-BE49-F238E27FC236}">
                <a16:creationId xmlns:a16="http://schemas.microsoft.com/office/drawing/2014/main" id="{0FBF2C95-804D-422B-972B-0C3146F10341}"/>
              </a:ext>
            </a:extLst>
          </p:cNvPr>
          <p:cNvSpPr txBox="1"/>
          <p:nvPr/>
        </p:nvSpPr>
        <p:spPr>
          <a:xfrm>
            <a:off x="3218843" y="3369297"/>
            <a:ext cx="415498" cy="400110"/>
          </a:xfrm>
          <a:prstGeom prst="rect">
            <a:avLst/>
          </a:prstGeom>
          <a:noFill/>
        </p:spPr>
        <p:txBody>
          <a:bodyPr wrap="none" rtlCol="0">
            <a:spAutoFit/>
          </a:bodyPr>
          <a:lstStyle/>
          <a:p>
            <a:r>
              <a:rPr lang="en-US" sz="2000" dirty="0"/>
              <a:t>s0</a:t>
            </a:r>
          </a:p>
        </p:txBody>
      </p:sp>
      <p:sp>
        <p:nvSpPr>
          <p:cNvPr id="6" name="椭圆 5">
            <a:extLst>
              <a:ext uri="{FF2B5EF4-FFF2-40B4-BE49-F238E27FC236}">
                <a16:creationId xmlns:a16="http://schemas.microsoft.com/office/drawing/2014/main" id="{B1EB68A7-588E-4D7F-BDA3-E7CF0624346A}"/>
              </a:ext>
            </a:extLst>
          </p:cNvPr>
          <p:cNvSpPr/>
          <p:nvPr/>
        </p:nvSpPr>
        <p:spPr>
          <a:xfrm>
            <a:off x="4286543" y="2459212"/>
            <a:ext cx="548640" cy="580292"/>
          </a:xfrm>
          <a:prstGeom prst="ellipse">
            <a:avLst/>
          </a:prstGeom>
          <a:solidFill>
            <a:srgbClr val="C00000">
              <a:alpha val="27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 name="文本框 6">
            <a:extLst>
              <a:ext uri="{FF2B5EF4-FFF2-40B4-BE49-F238E27FC236}">
                <a16:creationId xmlns:a16="http://schemas.microsoft.com/office/drawing/2014/main" id="{9643C58A-825B-471E-97D2-3DEE0D629873}"/>
              </a:ext>
            </a:extLst>
          </p:cNvPr>
          <p:cNvSpPr txBox="1"/>
          <p:nvPr/>
        </p:nvSpPr>
        <p:spPr>
          <a:xfrm>
            <a:off x="4388219" y="2576232"/>
            <a:ext cx="415498" cy="400110"/>
          </a:xfrm>
          <a:prstGeom prst="rect">
            <a:avLst/>
          </a:prstGeom>
          <a:noFill/>
        </p:spPr>
        <p:txBody>
          <a:bodyPr wrap="none" rtlCol="0">
            <a:spAutoFit/>
          </a:bodyPr>
          <a:lstStyle/>
          <a:p>
            <a:r>
              <a:rPr lang="en-US" sz="2000" dirty="0"/>
              <a:t>s1</a:t>
            </a:r>
          </a:p>
        </p:txBody>
      </p:sp>
      <p:sp>
        <p:nvSpPr>
          <p:cNvPr id="8" name="椭圆 7">
            <a:extLst>
              <a:ext uri="{FF2B5EF4-FFF2-40B4-BE49-F238E27FC236}">
                <a16:creationId xmlns:a16="http://schemas.microsoft.com/office/drawing/2014/main" id="{EEDCDBCB-4031-4EAB-A17F-FC64B4B6487B}"/>
              </a:ext>
            </a:extLst>
          </p:cNvPr>
          <p:cNvSpPr/>
          <p:nvPr/>
        </p:nvSpPr>
        <p:spPr>
          <a:xfrm>
            <a:off x="4200378" y="3934561"/>
            <a:ext cx="548640" cy="58029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 name="文本框 8">
            <a:extLst>
              <a:ext uri="{FF2B5EF4-FFF2-40B4-BE49-F238E27FC236}">
                <a16:creationId xmlns:a16="http://schemas.microsoft.com/office/drawing/2014/main" id="{3EC09A5F-812D-4DFE-9105-2B7FA35C0A96}"/>
              </a:ext>
            </a:extLst>
          </p:cNvPr>
          <p:cNvSpPr txBox="1"/>
          <p:nvPr/>
        </p:nvSpPr>
        <p:spPr>
          <a:xfrm>
            <a:off x="4302055" y="4051581"/>
            <a:ext cx="415498" cy="400110"/>
          </a:xfrm>
          <a:prstGeom prst="rect">
            <a:avLst/>
          </a:prstGeom>
          <a:noFill/>
        </p:spPr>
        <p:txBody>
          <a:bodyPr wrap="none" rtlCol="0">
            <a:spAutoFit/>
          </a:bodyPr>
          <a:lstStyle/>
          <a:p>
            <a:r>
              <a:rPr lang="en-US" sz="2000" dirty="0"/>
              <a:t>s2</a:t>
            </a:r>
          </a:p>
        </p:txBody>
      </p:sp>
      <p:sp>
        <p:nvSpPr>
          <p:cNvPr id="10" name="椭圆 9">
            <a:extLst>
              <a:ext uri="{FF2B5EF4-FFF2-40B4-BE49-F238E27FC236}">
                <a16:creationId xmlns:a16="http://schemas.microsoft.com/office/drawing/2014/main" id="{9622C933-F7EE-4F75-AE54-4449C7DFEA8F}"/>
              </a:ext>
            </a:extLst>
          </p:cNvPr>
          <p:cNvSpPr/>
          <p:nvPr/>
        </p:nvSpPr>
        <p:spPr>
          <a:xfrm>
            <a:off x="5506915" y="3173147"/>
            <a:ext cx="548640" cy="580292"/>
          </a:xfrm>
          <a:prstGeom prst="ellipse">
            <a:avLst/>
          </a:prstGeom>
          <a:solidFill>
            <a:srgbClr val="C00000">
              <a:alpha val="27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1" name="文本框 10">
            <a:extLst>
              <a:ext uri="{FF2B5EF4-FFF2-40B4-BE49-F238E27FC236}">
                <a16:creationId xmlns:a16="http://schemas.microsoft.com/office/drawing/2014/main" id="{9FF41067-FCC2-4875-B36C-B8A4F58BB187}"/>
              </a:ext>
            </a:extLst>
          </p:cNvPr>
          <p:cNvSpPr txBox="1"/>
          <p:nvPr/>
        </p:nvSpPr>
        <p:spPr>
          <a:xfrm>
            <a:off x="5608591" y="3290168"/>
            <a:ext cx="415498" cy="400110"/>
          </a:xfrm>
          <a:prstGeom prst="rect">
            <a:avLst/>
          </a:prstGeom>
          <a:noFill/>
        </p:spPr>
        <p:txBody>
          <a:bodyPr wrap="none" rtlCol="0">
            <a:spAutoFit/>
          </a:bodyPr>
          <a:lstStyle/>
          <a:p>
            <a:r>
              <a:rPr lang="en-US" sz="2000" dirty="0"/>
              <a:t>s3</a:t>
            </a:r>
          </a:p>
        </p:txBody>
      </p:sp>
      <p:sp>
        <p:nvSpPr>
          <p:cNvPr id="12" name="椭圆 11">
            <a:extLst>
              <a:ext uri="{FF2B5EF4-FFF2-40B4-BE49-F238E27FC236}">
                <a16:creationId xmlns:a16="http://schemas.microsoft.com/office/drawing/2014/main" id="{FFFE80F0-808F-4024-B514-863D361DADE5}"/>
              </a:ext>
            </a:extLst>
          </p:cNvPr>
          <p:cNvSpPr/>
          <p:nvPr/>
        </p:nvSpPr>
        <p:spPr>
          <a:xfrm>
            <a:off x="6602436" y="2485585"/>
            <a:ext cx="548640" cy="58029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3" name="文本框 12">
            <a:extLst>
              <a:ext uri="{FF2B5EF4-FFF2-40B4-BE49-F238E27FC236}">
                <a16:creationId xmlns:a16="http://schemas.microsoft.com/office/drawing/2014/main" id="{B61C8E03-E76F-402E-A79D-0EB673B416E5}"/>
              </a:ext>
            </a:extLst>
          </p:cNvPr>
          <p:cNvSpPr txBox="1"/>
          <p:nvPr/>
        </p:nvSpPr>
        <p:spPr>
          <a:xfrm>
            <a:off x="6704113" y="2602605"/>
            <a:ext cx="415498" cy="400110"/>
          </a:xfrm>
          <a:prstGeom prst="rect">
            <a:avLst/>
          </a:prstGeom>
          <a:noFill/>
        </p:spPr>
        <p:txBody>
          <a:bodyPr wrap="none" rtlCol="0">
            <a:spAutoFit/>
          </a:bodyPr>
          <a:lstStyle/>
          <a:p>
            <a:r>
              <a:rPr lang="en-US" sz="2000" dirty="0"/>
              <a:t>s4</a:t>
            </a:r>
          </a:p>
        </p:txBody>
      </p:sp>
      <p:sp>
        <p:nvSpPr>
          <p:cNvPr id="14" name="椭圆 13">
            <a:extLst>
              <a:ext uri="{FF2B5EF4-FFF2-40B4-BE49-F238E27FC236}">
                <a16:creationId xmlns:a16="http://schemas.microsoft.com/office/drawing/2014/main" id="{5A0F47C6-8E83-4259-9D77-17801835BC04}"/>
              </a:ext>
            </a:extLst>
          </p:cNvPr>
          <p:cNvSpPr/>
          <p:nvPr/>
        </p:nvSpPr>
        <p:spPr>
          <a:xfrm>
            <a:off x="6695634" y="4003135"/>
            <a:ext cx="548640" cy="580292"/>
          </a:xfrm>
          <a:prstGeom prst="ellipse">
            <a:avLst/>
          </a:prstGeom>
          <a:solidFill>
            <a:srgbClr val="C00000">
              <a:alpha val="27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5" name="文本框 14">
            <a:extLst>
              <a:ext uri="{FF2B5EF4-FFF2-40B4-BE49-F238E27FC236}">
                <a16:creationId xmlns:a16="http://schemas.microsoft.com/office/drawing/2014/main" id="{EBE1E9BF-9083-4708-936B-497DB4578DB0}"/>
              </a:ext>
            </a:extLst>
          </p:cNvPr>
          <p:cNvSpPr txBox="1"/>
          <p:nvPr/>
        </p:nvSpPr>
        <p:spPr>
          <a:xfrm>
            <a:off x="6797311" y="4120155"/>
            <a:ext cx="415498" cy="400110"/>
          </a:xfrm>
          <a:prstGeom prst="rect">
            <a:avLst/>
          </a:prstGeom>
          <a:noFill/>
        </p:spPr>
        <p:txBody>
          <a:bodyPr wrap="none" rtlCol="0">
            <a:spAutoFit/>
          </a:bodyPr>
          <a:lstStyle/>
          <a:p>
            <a:r>
              <a:rPr lang="en-US" sz="2000" dirty="0"/>
              <a:t>s5</a:t>
            </a:r>
          </a:p>
        </p:txBody>
      </p:sp>
      <p:sp>
        <p:nvSpPr>
          <p:cNvPr id="16" name="椭圆 15">
            <a:extLst>
              <a:ext uri="{FF2B5EF4-FFF2-40B4-BE49-F238E27FC236}">
                <a16:creationId xmlns:a16="http://schemas.microsoft.com/office/drawing/2014/main" id="{BA98FFFB-569A-48C5-AF83-918589848B78}"/>
              </a:ext>
            </a:extLst>
          </p:cNvPr>
          <p:cNvSpPr/>
          <p:nvPr/>
        </p:nvSpPr>
        <p:spPr>
          <a:xfrm>
            <a:off x="7970517" y="3210069"/>
            <a:ext cx="548640" cy="580292"/>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7" name="文本框 16">
            <a:extLst>
              <a:ext uri="{FF2B5EF4-FFF2-40B4-BE49-F238E27FC236}">
                <a16:creationId xmlns:a16="http://schemas.microsoft.com/office/drawing/2014/main" id="{FFB35154-A37D-46BF-953C-C31D973A3EED}"/>
              </a:ext>
            </a:extLst>
          </p:cNvPr>
          <p:cNvSpPr txBox="1"/>
          <p:nvPr/>
        </p:nvSpPr>
        <p:spPr>
          <a:xfrm>
            <a:off x="8072194" y="3327089"/>
            <a:ext cx="415498" cy="400110"/>
          </a:xfrm>
          <a:prstGeom prst="rect">
            <a:avLst/>
          </a:prstGeom>
          <a:noFill/>
        </p:spPr>
        <p:txBody>
          <a:bodyPr wrap="none" rtlCol="0">
            <a:spAutoFit/>
          </a:bodyPr>
          <a:lstStyle/>
          <a:p>
            <a:r>
              <a:rPr lang="en-US" sz="2000" dirty="0"/>
              <a:t>s6</a:t>
            </a:r>
          </a:p>
        </p:txBody>
      </p:sp>
      <p:cxnSp>
        <p:nvCxnSpPr>
          <p:cNvPr id="19" name="直接箭头连接符 18">
            <a:extLst>
              <a:ext uri="{FF2B5EF4-FFF2-40B4-BE49-F238E27FC236}">
                <a16:creationId xmlns:a16="http://schemas.microsoft.com/office/drawing/2014/main" id="{CABFDEB3-0310-4015-AC12-383389B50B7A}"/>
              </a:ext>
            </a:extLst>
          </p:cNvPr>
          <p:cNvCxnSpPr/>
          <p:nvPr/>
        </p:nvCxnSpPr>
        <p:spPr>
          <a:xfrm>
            <a:off x="2663484" y="3542416"/>
            <a:ext cx="44313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4F4127A4-AC9E-457A-8857-6C52A020E03C}"/>
              </a:ext>
            </a:extLst>
          </p:cNvPr>
          <p:cNvCxnSpPr>
            <a:cxnSpLocks/>
          </p:cNvCxnSpPr>
          <p:nvPr/>
        </p:nvCxnSpPr>
        <p:spPr>
          <a:xfrm flipV="1">
            <a:off x="3639433" y="2875568"/>
            <a:ext cx="660301" cy="539102"/>
          </a:xfrm>
          <a:prstGeom prst="straightConnector1">
            <a:avLst/>
          </a:prstGeom>
          <a:ln>
            <a:solidFill>
              <a:srgbClr val="C00000">
                <a:alpha val="69000"/>
              </a:srgbClr>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764238CC-1D2A-4918-A610-E6A79923EE25}"/>
              </a:ext>
            </a:extLst>
          </p:cNvPr>
          <p:cNvCxnSpPr>
            <a:stCxn id="4" idx="5"/>
          </p:cNvCxnSpPr>
          <p:nvPr/>
        </p:nvCxnSpPr>
        <p:spPr>
          <a:xfrm>
            <a:off x="3585462" y="3747587"/>
            <a:ext cx="653606" cy="3148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334C574C-39E3-408A-83CE-1529412FA0A7}"/>
              </a:ext>
            </a:extLst>
          </p:cNvPr>
          <p:cNvCxnSpPr>
            <a:stCxn id="8" idx="6"/>
          </p:cNvCxnSpPr>
          <p:nvPr/>
        </p:nvCxnSpPr>
        <p:spPr>
          <a:xfrm flipV="1">
            <a:off x="4749021" y="3673337"/>
            <a:ext cx="757897" cy="5513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FF784CD0-8B64-4AB5-807B-8A40B3FB39C2}"/>
              </a:ext>
            </a:extLst>
          </p:cNvPr>
          <p:cNvCxnSpPr>
            <a:endCxn id="10" idx="1"/>
          </p:cNvCxnSpPr>
          <p:nvPr/>
        </p:nvCxnSpPr>
        <p:spPr>
          <a:xfrm>
            <a:off x="4833427" y="2846861"/>
            <a:ext cx="753836" cy="411267"/>
          </a:xfrm>
          <a:prstGeom prst="straightConnector1">
            <a:avLst/>
          </a:prstGeom>
          <a:ln>
            <a:solidFill>
              <a:srgbClr val="C00000">
                <a:alpha val="69000"/>
              </a:srgbClr>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FB577184-F1FE-40F5-98A4-9C8B64A95CEE}"/>
              </a:ext>
            </a:extLst>
          </p:cNvPr>
          <p:cNvCxnSpPr/>
          <p:nvPr/>
        </p:nvCxnSpPr>
        <p:spPr>
          <a:xfrm flipV="1">
            <a:off x="6053796" y="2994367"/>
            <a:ext cx="594672" cy="3749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DB5979A4-7245-4A31-B7BB-9CE0DC67D1CC}"/>
              </a:ext>
            </a:extLst>
          </p:cNvPr>
          <p:cNvCxnSpPr>
            <a:stCxn id="10" idx="5"/>
          </p:cNvCxnSpPr>
          <p:nvPr/>
        </p:nvCxnSpPr>
        <p:spPr>
          <a:xfrm>
            <a:off x="5975211" y="3668456"/>
            <a:ext cx="728905" cy="451698"/>
          </a:xfrm>
          <a:prstGeom prst="straightConnector1">
            <a:avLst/>
          </a:prstGeom>
          <a:ln>
            <a:solidFill>
              <a:srgbClr val="C00000">
                <a:alpha val="68000"/>
              </a:srgbClr>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a:extLst>
              <a:ext uri="{FF2B5EF4-FFF2-40B4-BE49-F238E27FC236}">
                <a16:creationId xmlns:a16="http://schemas.microsoft.com/office/drawing/2014/main" id="{E5829CBB-9C9F-4C93-AB8F-EDBC9F37F0A6}"/>
              </a:ext>
            </a:extLst>
          </p:cNvPr>
          <p:cNvCxnSpPr>
            <a:stCxn id="14" idx="6"/>
            <a:endCxn id="16" idx="3"/>
          </p:cNvCxnSpPr>
          <p:nvPr/>
        </p:nvCxnSpPr>
        <p:spPr>
          <a:xfrm flipV="1">
            <a:off x="7244276" y="3705379"/>
            <a:ext cx="806590" cy="587902"/>
          </a:xfrm>
          <a:prstGeom prst="straightConnector1">
            <a:avLst/>
          </a:prstGeom>
          <a:ln>
            <a:solidFill>
              <a:srgbClr val="C00000">
                <a:alpha val="68000"/>
              </a:srgbClr>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a:extLst>
              <a:ext uri="{FF2B5EF4-FFF2-40B4-BE49-F238E27FC236}">
                <a16:creationId xmlns:a16="http://schemas.microsoft.com/office/drawing/2014/main" id="{12F77A9F-3E36-470D-8593-0136FE32777A}"/>
              </a:ext>
            </a:extLst>
          </p:cNvPr>
          <p:cNvCxnSpPr/>
          <p:nvPr/>
        </p:nvCxnSpPr>
        <p:spPr>
          <a:xfrm>
            <a:off x="7142599" y="2865516"/>
            <a:ext cx="827920" cy="5037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文本框 27">
            <a:extLst>
              <a:ext uri="{FF2B5EF4-FFF2-40B4-BE49-F238E27FC236}">
                <a16:creationId xmlns:a16="http://schemas.microsoft.com/office/drawing/2014/main" id="{9AD5F37A-DC58-4BF4-BE04-FD8D275520AC}"/>
              </a:ext>
            </a:extLst>
          </p:cNvPr>
          <p:cNvSpPr txBox="1"/>
          <p:nvPr/>
        </p:nvSpPr>
        <p:spPr>
          <a:xfrm>
            <a:off x="7269209" y="4773960"/>
            <a:ext cx="2031325" cy="461665"/>
          </a:xfrm>
          <a:prstGeom prst="rect">
            <a:avLst/>
          </a:prstGeom>
          <a:noFill/>
        </p:spPr>
        <p:txBody>
          <a:bodyPr wrap="none" rtlCol="0">
            <a:spAutoFit/>
          </a:bodyPr>
          <a:lstStyle/>
          <a:p>
            <a:r>
              <a:rPr lang="zh-CN" altLang="en-US" sz="2400" dirty="0">
                <a:solidFill>
                  <a:srgbClr val="002060"/>
                </a:solidFill>
              </a:rPr>
              <a:t>深度优先搜索</a:t>
            </a:r>
            <a:endParaRPr lang="en-US" sz="2400" dirty="0">
              <a:solidFill>
                <a:srgbClr val="002060"/>
              </a:solidFill>
            </a:endParaRPr>
          </a:p>
        </p:txBody>
      </p:sp>
    </p:spTree>
    <p:extLst>
      <p:ext uri="{BB962C8B-B14F-4D97-AF65-F5344CB8AC3E}">
        <p14:creationId xmlns:p14="http://schemas.microsoft.com/office/powerpoint/2010/main" val="27247283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C26094E9-FDD9-4899-B824-44289F48EECA}"/>
              </a:ext>
            </a:extLst>
          </p:cNvPr>
          <p:cNvSpPr>
            <a:spLocks noGrp="1"/>
          </p:cNvSpPr>
          <p:nvPr>
            <p:ph type="sldNum" sz="quarter" idx="12"/>
          </p:nvPr>
        </p:nvSpPr>
        <p:spPr/>
        <p:txBody>
          <a:bodyPr/>
          <a:lstStyle/>
          <a:p>
            <a:fld id="{997BF33A-1886-435B-927C-A4263B34FE26}" type="slidenum">
              <a:rPr lang="en-US" smtClean="0"/>
              <a:t>37</a:t>
            </a:fld>
            <a:endParaRPr lang="en-US"/>
          </a:p>
        </p:txBody>
      </p:sp>
      <p:sp>
        <p:nvSpPr>
          <p:cNvPr id="5" name="矩形 4">
            <a:extLst>
              <a:ext uri="{FF2B5EF4-FFF2-40B4-BE49-F238E27FC236}">
                <a16:creationId xmlns:a16="http://schemas.microsoft.com/office/drawing/2014/main" id="{41858A0F-78AD-4FC8-9D32-734126EB2886}"/>
              </a:ext>
            </a:extLst>
          </p:cNvPr>
          <p:cNvSpPr/>
          <p:nvPr/>
        </p:nvSpPr>
        <p:spPr>
          <a:xfrm>
            <a:off x="3162923" y="2197129"/>
            <a:ext cx="1648920" cy="758343"/>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Model</a:t>
            </a:r>
          </a:p>
        </p:txBody>
      </p:sp>
      <p:sp>
        <p:nvSpPr>
          <p:cNvPr id="7" name="矩形 6">
            <a:extLst>
              <a:ext uri="{FF2B5EF4-FFF2-40B4-BE49-F238E27FC236}">
                <a16:creationId xmlns:a16="http://schemas.microsoft.com/office/drawing/2014/main" id="{CAF042D6-E4DC-4C6C-95D9-20A25F8E0590}"/>
              </a:ext>
            </a:extLst>
          </p:cNvPr>
          <p:cNvSpPr/>
          <p:nvPr/>
        </p:nvSpPr>
        <p:spPr>
          <a:xfrm>
            <a:off x="6418286" y="2197129"/>
            <a:ext cx="1855701" cy="757520"/>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solidFill>
              </a:rPr>
              <a:t>规范</a:t>
            </a:r>
            <a:endParaRPr lang="en-US" sz="2400" dirty="0">
              <a:solidFill>
                <a:schemeClr val="tx1"/>
              </a:solidFill>
            </a:endParaRPr>
          </a:p>
        </p:txBody>
      </p:sp>
      <p:sp>
        <p:nvSpPr>
          <p:cNvPr id="8" name="矩形 7">
            <a:extLst>
              <a:ext uri="{FF2B5EF4-FFF2-40B4-BE49-F238E27FC236}">
                <a16:creationId xmlns:a16="http://schemas.microsoft.com/office/drawing/2014/main" id="{D40903CC-B425-47B2-8CA1-69037D9EC99F}"/>
              </a:ext>
            </a:extLst>
          </p:cNvPr>
          <p:cNvSpPr/>
          <p:nvPr/>
        </p:nvSpPr>
        <p:spPr>
          <a:xfrm>
            <a:off x="3162924" y="3806681"/>
            <a:ext cx="4886794" cy="914400"/>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a:solidFill>
                  <a:schemeClr val="tx1"/>
                </a:solidFill>
              </a:rPr>
              <a:t>验证技术</a:t>
            </a:r>
            <a:endParaRPr lang="en-US" sz="2800" dirty="0">
              <a:solidFill>
                <a:schemeClr val="tx1"/>
              </a:solidFill>
            </a:endParaRPr>
          </a:p>
        </p:txBody>
      </p:sp>
      <p:cxnSp>
        <p:nvCxnSpPr>
          <p:cNvPr id="10" name="直接箭头连接符 9">
            <a:extLst>
              <a:ext uri="{FF2B5EF4-FFF2-40B4-BE49-F238E27FC236}">
                <a16:creationId xmlns:a16="http://schemas.microsoft.com/office/drawing/2014/main" id="{BB3D05ED-1EBC-48F0-94AB-8ABFDA7B517A}"/>
              </a:ext>
            </a:extLst>
          </p:cNvPr>
          <p:cNvCxnSpPr>
            <a:stCxn id="5" idx="2"/>
          </p:cNvCxnSpPr>
          <p:nvPr/>
        </p:nvCxnSpPr>
        <p:spPr>
          <a:xfrm>
            <a:off x="3987383" y="2955472"/>
            <a:ext cx="1" cy="85203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a:extLst>
              <a:ext uri="{FF2B5EF4-FFF2-40B4-BE49-F238E27FC236}">
                <a16:creationId xmlns:a16="http://schemas.microsoft.com/office/drawing/2014/main" id="{C5CCB195-36CC-496A-9074-2A1D7FC90B38}"/>
              </a:ext>
            </a:extLst>
          </p:cNvPr>
          <p:cNvCxnSpPr/>
          <p:nvPr/>
        </p:nvCxnSpPr>
        <p:spPr>
          <a:xfrm>
            <a:off x="7301456" y="2955471"/>
            <a:ext cx="1" cy="85203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0ED29E0C-1911-49C2-AF18-41C095D83DE4}"/>
              </a:ext>
            </a:extLst>
          </p:cNvPr>
          <p:cNvCxnSpPr/>
          <p:nvPr/>
        </p:nvCxnSpPr>
        <p:spPr>
          <a:xfrm>
            <a:off x="5428937" y="4721081"/>
            <a:ext cx="1" cy="85203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A31D40AC-E87D-4E8D-A5E6-D6B449BA82E7}"/>
              </a:ext>
            </a:extLst>
          </p:cNvPr>
          <p:cNvSpPr txBox="1"/>
          <p:nvPr/>
        </p:nvSpPr>
        <p:spPr>
          <a:xfrm>
            <a:off x="5606321" y="5034987"/>
            <a:ext cx="1066639" cy="461665"/>
          </a:xfrm>
          <a:prstGeom prst="rect">
            <a:avLst/>
          </a:prstGeom>
          <a:noFill/>
        </p:spPr>
        <p:txBody>
          <a:bodyPr wrap="none" rtlCol="0">
            <a:spAutoFit/>
          </a:bodyPr>
          <a:lstStyle/>
          <a:p>
            <a:r>
              <a:rPr lang="en-US" sz="2400" dirty="0"/>
              <a:t>Yes/No</a:t>
            </a:r>
          </a:p>
        </p:txBody>
      </p:sp>
      <p:pic>
        <p:nvPicPr>
          <p:cNvPr id="16" name="图片 15" descr="图示, 形状&#10;&#10;描述已自动生成">
            <a:extLst>
              <a:ext uri="{FF2B5EF4-FFF2-40B4-BE49-F238E27FC236}">
                <a16:creationId xmlns:a16="http://schemas.microsoft.com/office/drawing/2014/main" id="{8F53BE13-845C-4A8C-A1A8-09511948D8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20377" y="915110"/>
            <a:ext cx="2265166" cy="2136209"/>
          </a:xfrm>
          <a:prstGeom prst="rect">
            <a:avLst/>
          </a:prstGeom>
        </p:spPr>
      </p:pic>
    </p:spTree>
    <p:extLst>
      <p:ext uri="{BB962C8B-B14F-4D97-AF65-F5344CB8AC3E}">
        <p14:creationId xmlns:p14="http://schemas.microsoft.com/office/powerpoint/2010/main" val="26159713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C26094E9-FDD9-4899-B824-44289F48EECA}"/>
              </a:ext>
            </a:extLst>
          </p:cNvPr>
          <p:cNvSpPr>
            <a:spLocks noGrp="1"/>
          </p:cNvSpPr>
          <p:nvPr>
            <p:ph type="sldNum" sz="quarter" idx="12"/>
          </p:nvPr>
        </p:nvSpPr>
        <p:spPr/>
        <p:txBody>
          <a:bodyPr/>
          <a:lstStyle/>
          <a:p>
            <a:fld id="{997BF33A-1886-435B-927C-A4263B34FE26}" type="slidenum">
              <a:rPr lang="en-US" smtClean="0"/>
              <a:t>38</a:t>
            </a:fld>
            <a:endParaRPr lang="en-US"/>
          </a:p>
        </p:txBody>
      </p:sp>
      <p:sp>
        <p:nvSpPr>
          <p:cNvPr id="5" name="矩形 4">
            <a:extLst>
              <a:ext uri="{FF2B5EF4-FFF2-40B4-BE49-F238E27FC236}">
                <a16:creationId xmlns:a16="http://schemas.microsoft.com/office/drawing/2014/main" id="{41858A0F-78AD-4FC8-9D32-734126EB2886}"/>
              </a:ext>
            </a:extLst>
          </p:cNvPr>
          <p:cNvSpPr/>
          <p:nvPr/>
        </p:nvSpPr>
        <p:spPr>
          <a:xfrm>
            <a:off x="3162923" y="2197129"/>
            <a:ext cx="1648920" cy="758343"/>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Model</a:t>
            </a:r>
          </a:p>
        </p:txBody>
      </p:sp>
      <p:sp>
        <p:nvSpPr>
          <p:cNvPr id="7" name="矩形 6">
            <a:extLst>
              <a:ext uri="{FF2B5EF4-FFF2-40B4-BE49-F238E27FC236}">
                <a16:creationId xmlns:a16="http://schemas.microsoft.com/office/drawing/2014/main" id="{CAF042D6-E4DC-4C6C-95D9-20A25F8E0590}"/>
              </a:ext>
            </a:extLst>
          </p:cNvPr>
          <p:cNvSpPr/>
          <p:nvPr/>
        </p:nvSpPr>
        <p:spPr>
          <a:xfrm>
            <a:off x="6418286" y="2197129"/>
            <a:ext cx="1855701" cy="757520"/>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Specification</a:t>
            </a:r>
          </a:p>
        </p:txBody>
      </p:sp>
      <p:sp>
        <p:nvSpPr>
          <p:cNvPr id="8" name="矩形 7">
            <a:extLst>
              <a:ext uri="{FF2B5EF4-FFF2-40B4-BE49-F238E27FC236}">
                <a16:creationId xmlns:a16="http://schemas.microsoft.com/office/drawing/2014/main" id="{D40903CC-B425-47B2-8CA1-69037D9EC99F}"/>
              </a:ext>
            </a:extLst>
          </p:cNvPr>
          <p:cNvSpPr/>
          <p:nvPr/>
        </p:nvSpPr>
        <p:spPr>
          <a:xfrm>
            <a:off x="3162924" y="3806681"/>
            <a:ext cx="4886794" cy="914400"/>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a:solidFill>
                  <a:schemeClr val="tx1"/>
                </a:solidFill>
              </a:rPr>
              <a:t>验证技术</a:t>
            </a:r>
            <a:endParaRPr lang="en-US" sz="2800" dirty="0">
              <a:solidFill>
                <a:schemeClr val="tx1"/>
              </a:solidFill>
            </a:endParaRPr>
          </a:p>
        </p:txBody>
      </p:sp>
      <p:cxnSp>
        <p:nvCxnSpPr>
          <p:cNvPr id="10" name="直接箭头连接符 9">
            <a:extLst>
              <a:ext uri="{FF2B5EF4-FFF2-40B4-BE49-F238E27FC236}">
                <a16:creationId xmlns:a16="http://schemas.microsoft.com/office/drawing/2014/main" id="{BB3D05ED-1EBC-48F0-94AB-8ABFDA7B517A}"/>
              </a:ext>
            </a:extLst>
          </p:cNvPr>
          <p:cNvCxnSpPr>
            <a:stCxn id="5" idx="2"/>
          </p:cNvCxnSpPr>
          <p:nvPr/>
        </p:nvCxnSpPr>
        <p:spPr>
          <a:xfrm>
            <a:off x="3987383" y="2955472"/>
            <a:ext cx="1" cy="85203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a:extLst>
              <a:ext uri="{FF2B5EF4-FFF2-40B4-BE49-F238E27FC236}">
                <a16:creationId xmlns:a16="http://schemas.microsoft.com/office/drawing/2014/main" id="{C5CCB195-36CC-496A-9074-2A1D7FC90B38}"/>
              </a:ext>
            </a:extLst>
          </p:cNvPr>
          <p:cNvCxnSpPr/>
          <p:nvPr/>
        </p:nvCxnSpPr>
        <p:spPr>
          <a:xfrm>
            <a:off x="7301456" y="2955471"/>
            <a:ext cx="1" cy="85203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0ED29E0C-1911-49C2-AF18-41C095D83DE4}"/>
              </a:ext>
            </a:extLst>
          </p:cNvPr>
          <p:cNvCxnSpPr/>
          <p:nvPr/>
        </p:nvCxnSpPr>
        <p:spPr>
          <a:xfrm>
            <a:off x="5428937" y="4721081"/>
            <a:ext cx="1" cy="85203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A31D40AC-E87D-4E8D-A5E6-D6B449BA82E7}"/>
              </a:ext>
            </a:extLst>
          </p:cNvPr>
          <p:cNvSpPr txBox="1"/>
          <p:nvPr/>
        </p:nvSpPr>
        <p:spPr>
          <a:xfrm>
            <a:off x="5606321" y="5034987"/>
            <a:ext cx="1066639" cy="461665"/>
          </a:xfrm>
          <a:prstGeom prst="rect">
            <a:avLst/>
          </a:prstGeom>
          <a:noFill/>
        </p:spPr>
        <p:txBody>
          <a:bodyPr wrap="none" rtlCol="0">
            <a:spAutoFit/>
          </a:bodyPr>
          <a:lstStyle/>
          <a:p>
            <a:r>
              <a:rPr lang="en-US" sz="2400" dirty="0"/>
              <a:t>Yes/No</a:t>
            </a:r>
          </a:p>
        </p:txBody>
      </p:sp>
      <p:pic>
        <p:nvPicPr>
          <p:cNvPr id="16" name="图片 15" descr="图示, 形状&#10;&#10;描述已自动生成">
            <a:extLst>
              <a:ext uri="{FF2B5EF4-FFF2-40B4-BE49-F238E27FC236}">
                <a16:creationId xmlns:a16="http://schemas.microsoft.com/office/drawing/2014/main" id="{8F53BE13-845C-4A8C-A1A8-09511948D8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20377" y="915110"/>
            <a:ext cx="2265166" cy="2136209"/>
          </a:xfrm>
          <a:prstGeom prst="rect">
            <a:avLst/>
          </a:prstGeom>
        </p:spPr>
      </p:pic>
      <p:pic>
        <p:nvPicPr>
          <p:cNvPr id="20" name="图片 19" descr="文本&#10;&#10;描述已自动生成">
            <a:extLst>
              <a:ext uri="{FF2B5EF4-FFF2-40B4-BE49-F238E27FC236}">
                <a16:creationId xmlns:a16="http://schemas.microsoft.com/office/drawing/2014/main" id="{309DDB85-E4A7-4E97-A000-BB59AC3334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96049" y="1254107"/>
            <a:ext cx="2610814" cy="1797212"/>
          </a:xfrm>
          <a:prstGeom prst="rect">
            <a:avLst/>
          </a:prstGeom>
        </p:spPr>
      </p:pic>
    </p:spTree>
    <p:extLst>
      <p:ext uri="{BB962C8B-B14F-4D97-AF65-F5344CB8AC3E}">
        <p14:creationId xmlns:p14="http://schemas.microsoft.com/office/powerpoint/2010/main" val="31731941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C26094E9-FDD9-4899-B824-44289F48EECA}"/>
              </a:ext>
            </a:extLst>
          </p:cNvPr>
          <p:cNvSpPr>
            <a:spLocks noGrp="1"/>
          </p:cNvSpPr>
          <p:nvPr>
            <p:ph type="sldNum" sz="quarter" idx="12"/>
          </p:nvPr>
        </p:nvSpPr>
        <p:spPr/>
        <p:txBody>
          <a:bodyPr/>
          <a:lstStyle/>
          <a:p>
            <a:fld id="{997BF33A-1886-435B-927C-A4263B34FE26}" type="slidenum">
              <a:rPr lang="en-US" smtClean="0"/>
              <a:t>39</a:t>
            </a:fld>
            <a:endParaRPr lang="en-US"/>
          </a:p>
        </p:txBody>
      </p:sp>
      <p:sp>
        <p:nvSpPr>
          <p:cNvPr id="5" name="矩形 4">
            <a:extLst>
              <a:ext uri="{FF2B5EF4-FFF2-40B4-BE49-F238E27FC236}">
                <a16:creationId xmlns:a16="http://schemas.microsoft.com/office/drawing/2014/main" id="{41858A0F-78AD-4FC8-9D32-734126EB2886}"/>
              </a:ext>
            </a:extLst>
          </p:cNvPr>
          <p:cNvSpPr/>
          <p:nvPr/>
        </p:nvSpPr>
        <p:spPr>
          <a:xfrm>
            <a:off x="3162923" y="2197129"/>
            <a:ext cx="1648920" cy="758343"/>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Model</a:t>
            </a:r>
          </a:p>
        </p:txBody>
      </p:sp>
      <p:sp>
        <p:nvSpPr>
          <p:cNvPr id="7" name="矩形 6">
            <a:extLst>
              <a:ext uri="{FF2B5EF4-FFF2-40B4-BE49-F238E27FC236}">
                <a16:creationId xmlns:a16="http://schemas.microsoft.com/office/drawing/2014/main" id="{CAF042D6-E4DC-4C6C-95D9-20A25F8E0590}"/>
              </a:ext>
            </a:extLst>
          </p:cNvPr>
          <p:cNvSpPr/>
          <p:nvPr/>
        </p:nvSpPr>
        <p:spPr>
          <a:xfrm>
            <a:off x="6418286" y="2197129"/>
            <a:ext cx="1855701" cy="757520"/>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Specification</a:t>
            </a:r>
          </a:p>
        </p:txBody>
      </p:sp>
      <p:sp>
        <p:nvSpPr>
          <p:cNvPr id="8" name="矩形 7">
            <a:extLst>
              <a:ext uri="{FF2B5EF4-FFF2-40B4-BE49-F238E27FC236}">
                <a16:creationId xmlns:a16="http://schemas.microsoft.com/office/drawing/2014/main" id="{D40903CC-B425-47B2-8CA1-69037D9EC99F}"/>
              </a:ext>
            </a:extLst>
          </p:cNvPr>
          <p:cNvSpPr/>
          <p:nvPr/>
        </p:nvSpPr>
        <p:spPr>
          <a:xfrm>
            <a:off x="3162924" y="3806681"/>
            <a:ext cx="4886794" cy="914400"/>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a:solidFill>
                  <a:schemeClr val="tx1"/>
                </a:solidFill>
              </a:rPr>
              <a:t>验证技术</a:t>
            </a:r>
            <a:endParaRPr lang="en-US" sz="2800" dirty="0">
              <a:solidFill>
                <a:schemeClr val="tx1"/>
              </a:solidFill>
            </a:endParaRPr>
          </a:p>
        </p:txBody>
      </p:sp>
      <p:cxnSp>
        <p:nvCxnSpPr>
          <p:cNvPr id="10" name="直接箭头连接符 9">
            <a:extLst>
              <a:ext uri="{FF2B5EF4-FFF2-40B4-BE49-F238E27FC236}">
                <a16:creationId xmlns:a16="http://schemas.microsoft.com/office/drawing/2014/main" id="{BB3D05ED-1EBC-48F0-94AB-8ABFDA7B517A}"/>
              </a:ext>
            </a:extLst>
          </p:cNvPr>
          <p:cNvCxnSpPr>
            <a:stCxn id="5" idx="2"/>
          </p:cNvCxnSpPr>
          <p:nvPr/>
        </p:nvCxnSpPr>
        <p:spPr>
          <a:xfrm>
            <a:off x="3987383" y="2955472"/>
            <a:ext cx="1" cy="85203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a:extLst>
              <a:ext uri="{FF2B5EF4-FFF2-40B4-BE49-F238E27FC236}">
                <a16:creationId xmlns:a16="http://schemas.microsoft.com/office/drawing/2014/main" id="{C5CCB195-36CC-496A-9074-2A1D7FC90B38}"/>
              </a:ext>
            </a:extLst>
          </p:cNvPr>
          <p:cNvCxnSpPr/>
          <p:nvPr/>
        </p:nvCxnSpPr>
        <p:spPr>
          <a:xfrm>
            <a:off x="7301456" y="2955471"/>
            <a:ext cx="1" cy="85203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0ED29E0C-1911-49C2-AF18-41C095D83DE4}"/>
              </a:ext>
            </a:extLst>
          </p:cNvPr>
          <p:cNvCxnSpPr/>
          <p:nvPr/>
        </p:nvCxnSpPr>
        <p:spPr>
          <a:xfrm>
            <a:off x="5428937" y="4721081"/>
            <a:ext cx="1" cy="85203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A31D40AC-E87D-4E8D-A5E6-D6B449BA82E7}"/>
              </a:ext>
            </a:extLst>
          </p:cNvPr>
          <p:cNvSpPr txBox="1"/>
          <p:nvPr/>
        </p:nvSpPr>
        <p:spPr>
          <a:xfrm>
            <a:off x="5606321" y="5034987"/>
            <a:ext cx="1066639" cy="461665"/>
          </a:xfrm>
          <a:prstGeom prst="rect">
            <a:avLst/>
          </a:prstGeom>
          <a:noFill/>
        </p:spPr>
        <p:txBody>
          <a:bodyPr wrap="none" rtlCol="0">
            <a:spAutoFit/>
          </a:bodyPr>
          <a:lstStyle/>
          <a:p>
            <a:r>
              <a:rPr lang="en-US" sz="2400" dirty="0"/>
              <a:t>Yes/No</a:t>
            </a:r>
          </a:p>
        </p:txBody>
      </p:sp>
      <p:pic>
        <p:nvPicPr>
          <p:cNvPr id="16" name="图片 15" descr="图示, 形状&#10;&#10;描述已自动生成">
            <a:extLst>
              <a:ext uri="{FF2B5EF4-FFF2-40B4-BE49-F238E27FC236}">
                <a16:creationId xmlns:a16="http://schemas.microsoft.com/office/drawing/2014/main" id="{8F53BE13-845C-4A8C-A1A8-09511948D8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20377" y="915110"/>
            <a:ext cx="2265166" cy="2136209"/>
          </a:xfrm>
          <a:prstGeom prst="rect">
            <a:avLst/>
          </a:prstGeom>
        </p:spPr>
      </p:pic>
      <p:pic>
        <p:nvPicPr>
          <p:cNvPr id="18" name="图片 17" descr="图示, 形状, 箭头&#10;&#10;描述已自动生成">
            <a:extLst>
              <a:ext uri="{FF2B5EF4-FFF2-40B4-BE49-F238E27FC236}">
                <a16:creationId xmlns:a16="http://schemas.microsoft.com/office/drawing/2014/main" id="{51303F1A-82D3-4BC9-A8B5-86C1EEDA2A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20260" y="3537147"/>
            <a:ext cx="2648320" cy="3219899"/>
          </a:xfrm>
          <a:prstGeom prst="rect">
            <a:avLst/>
          </a:prstGeom>
        </p:spPr>
      </p:pic>
      <p:pic>
        <p:nvPicPr>
          <p:cNvPr id="20" name="图片 19" descr="文本&#10;&#10;描述已自动生成">
            <a:extLst>
              <a:ext uri="{FF2B5EF4-FFF2-40B4-BE49-F238E27FC236}">
                <a16:creationId xmlns:a16="http://schemas.microsoft.com/office/drawing/2014/main" id="{309DDB85-E4A7-4E97-A000-BB59AC3334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96049" y="1254107"/>
            <a:ext cx="2610814" cy="1797212"/>
          </a:xfrm>
          <a:prstGeom prst="rect">
            <a:avLst/>
          </a:prstGeom>
        </p:spPr>
      </p:pic>
    </p:spTree>
    <p:extLst>
      <p:ext uri="{BB962C8B-B14F-4D97-AF65-F5344CB8AC3E}">
        <p14:creationId xmlns:p14="http://schemas.microsoft.com/office/powerpoint/2010/main" val="83691650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E949DE-B546-461B-8557-ED24AC8DF223}"/>
              </a:ext>
            </a:extLst>
          </p:cNvPr>
          <p:cNvSpPr>
            <a:spLocks noGrp="1"/>
          </p:cNvSpPr>
          <p:nvPr>
            <p:ph type="title"/>
          </p:nvPr>
        </p:nvSpPr>
        <p:spPr/>
        <p:txBody>
          <a:bodyPr/>
          <a:lstStyle/>
          <a:p>
            <a:r>
              <a:rPr lang="zh-CN" altLang="en-US" dirty="0"/>
              <a:t>基于自动机的模型检查技术</a:t>
            </a:r>
          </a:p>
        </p:txBody>
      </p:sp>
      <p:sp>
        <p:nvSpPr>
          <p:cNvPr id="4" name="灯片编号占位符 3">
            <a:extLst>
              <a:ext uri="{FF2B5EF4-FFF2-40B4-BE49-F238E27FC236}">
                <a16:creationId xmlns:a16="http://schemas.microsoft.com/office/drawing/2014/main" id="{EF51594D-71AB-4CD0-8F6C-752E8E6E630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A0481EA-A5CC-4E5A-A0F7-AF97B322E728}"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pic>
        <p:nvPicPr>
          <p:cNvPr id="5" name="图片 4" descr="图示&#10;&#10;中度可信度描述已自动生成">
            <a:extLst>
              <a:ext uri="{FF2B5EF4-FFF2-40B4-BE49-F238E27FC236}">
                <a16:creationId xmlns:a16="http://schemas.microsoft.com/office/drawing/2014/main" id="{A19A5150-200D-4326-BA22-93788E9B98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1641" y="1466815"/>
            <a:ext cx="9420137" cy="5111267"/>
          </a:xfrm>
          <a:prstGeom prst="rect">
            <a:avLst/>
          </a:prstGeom>
        </p:spPr>
      </p:pic>
    </p:spTree>
    <p:extLst>
      <p:ext uri="{BB962C8B-B14F-4D97-AF65-F5344CB8AC3E}">
        <p14:creationId xmlns:p14="http://schemas.microsoft.com/office/powerpoint/2010/main" val="20174994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15315F2-9058-4AAB-BD37-6288699FBC0A}"/>
              </a:ext>
            </a:extLst>
          </p:cNvPr>
          <p:cNvSpPr>
            <a:spLocks noGrp="1"/>
          </p:cNvSpPr>
          <p:nvPr>
            <p:ph type="title"/>
          </p:nvPr>
        </p:nvSpPr>
        <p:spPr/>
        <p:txBody>
          <a:bodyPr/>
          <a:lstStyle/>
          <a:p>
            <a:r>
              <a:rPr lang="zh-CN" altLang="en-US" dirty="0"/>
              <a:t>模型</a:t>
            </a:r>
          </a:p>
        </p:txBody>
      </p:sp>
      <p:sp>
        <p:nvSpPr>
          <p:cNvPr id="3" name="内容占位符 2">
            <a:extLst>
              <a:ext uri="{FF2B5EF4-FFF2-40B4-BE49-F238E27FC236}">
                <a16:creationId xmlns:a16="http://schemas.microsoft.com/office/drawing/2014/main" id="{4DC5F210-5568-4DA5-A54A-89F22264C734}"/>
              </a:ext>
            </a:extLst>
          </p:cNvPr>
          <p:cNvSpPr>
            <a:spLocks noGrp="1"/>
          </p:cNvSpPr>
          <p:nvPr>
            <p:ph idx="1"/>
          </p:nvPr>
        </p:nvSpPr>
        <p:spPr/>
        <p:txBody>
          <a:bodyPr/>
          <a:lstStyle/>
          <a:p>
            <a:r>
              <a:rPr lang="en-US" altLang="zh-CN" dirty="0"/>
              <a:t>x := 0; y := 0;</a:t>
            </a:r>
          </a:p>
          <a:p>
            <a:r>
              <a:rPr lang="en-US" altLang="zh-CN" dirty="0"/>
              <a:t>x +=1; y += 2;</a:t>
            </a:r>
          </a:p>
          <a:p>
            <a:r>
              <a:rPr lang="en-US" altLang="zh-CN" dirty="0"/>
              <a:t>while (1){</a:t>
            </a:r>
          </a:p>
          <a:p>
            <a:pPr lvl="1"/>
            <a:r>
              <a:rPr lang="en-US" altLang="zh-CN" dirty="0"/>
              <a:t>if (x &lt;= 1)</a:t>
            </a:r>
          </a:p>
          <a:p>
            <a:pPr lvl="2"/>
            <a:r>
              <a:rPr lang="en-US" altLang="zh-CN" dirty="0"/>
              <a:t>x += 1, y += 1;</a:t>
            </a:r>
          </a:p>
          <a:p>
            <a:pPr lvl="1"/>
            <a:r>
              <a:rPr lang="en-US" altLang="zh-CN" dirty="0"/>
              <a:t>else</a:t>
            </a:r>
          </a:p>
          <a:p>
            <a:pPr lvl="2"/>
            <a:r>
              <a:rPr lang="en-US" altLang="zh-CN" dirty="0"/>
              <a:t>x -= 2, y -= 2;</a:t>
            </a:r>
          </a:p>
          <a:p>
            <a:r>
              <a:rPr lang="en-US" altLang="zh-CN" dirty="0"/>
              <a:t>}</a:t>
            </a:r>
            <a:endParaRPr lang="zh-CN" altLang="en-US" dirty="0"/>
          </a:p>
        </p:txBody>
      </p:sp>
      <p:sp>
        <p:nvSpPr>
          <p:cNvPr id="4" name="灯片编号占位符 3">
            <a:extLst>
              <a:ext uri="{FF2B5EF4-FFF2-40B4-BE49-F238E27FC236}">
                <a16:creationId xmlns:a16="http://schemas.microsoft.com/office/drawing/2014/main" id="{33170DE7-D5C4-423C-8A86-21E0DF3A9A0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A0481EA-A5CC-4E5A-A0F7-AF97B322E728}"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
        <p:nvSpPr>
          <p:cNvPr id="5" name="文本框 4">
            <a:extLst>
              <a:ext uri="{FF2B5EF4-FFF2-40B4-BE49-F238E27FC236}">
                <a16:creationId xmlns:a16="http://schemas.microsoft.com/office/drawing/2014/main" id="{0A6D9C86-680E-6A5F-18E3-49333E9BD433}"/>
              </a:ext>
            </a:extLst>
          </p:cNvPr>
          <p:cNvSpPr txBox="1"/>
          <p:nvPr/>
        </p:nvSpPr>
        <p:spPr>
          <a:xfrm>
            <a:off x="6096000" y="2834640"/>
            <a:ext cx="2794000" cy="461665"/>
          </a:xfrm>
          <a:prstGeom prst="rect">
            <a:avLst/>
          </a:prstGeom>
          <a:noFill/>
        </p:spPr>
        <p:txBody>
          <a:bodyPr wrap="square" rtlCol="0">
            <a:spAutoFit/>
          </a:bodyPr>
          <a:lstStyle/>
          <a:p>
            <a:r>
              <a:rPr lang="zh-CN" altLang="en-US" sz="2400" dirty="0">
                <a:solidFill>
                  <a:srgbClr val="FF0000"/>
                </a:solidFill>
              </a:rPr>
              <a:t>画出对应的自动机</a:t>
            </a:r>
          </a:p>
        </p:txBody>
      </p:sp>
      <p:sp>
        <p:nvSpPr>
          <p:cNvPr id="6" name="文本框 5">
            <a:extLst>
              <a:ext uri="{FF2B5EF4-FFF2-40B4-BE49-F238E27FC236}">
                <a16:creationId xmlns:a16="http://schemas.microsoft.com/office/drawing/2014/main" id="{9A183965-77B7-B755-E044-453780216C6E}"/>
              </a:ext>
            </a:extLst>
          </p:cNvPr>
          <p:cNvSpPr txBox="1"/>
          <p:nvPr/>
        </p:nvSpPr>
        <p:spPr>
          <a:xfrm>
            <a:off x="6112808" y="3666744"/>
            <a:ext cx="3416320" cy="369332"/>
          </a:xfrm>
          <a:prstGeom prst="rect">
            <a:avLst/>
          </a:prstGeom>
          <a:noFill/>
        </p:spPr>
        <p:txBody>
          <a:bodyPr wrap="none" rtlCol="0">
            <a:spAutoFit/>
          </a:bodyPr>
          <a:lstStyle/>
          <a:p>
            <a:r>
              <a:rPr lang="zh-CN" altLang="en-US" dirty="0"/>
              <a:t>提示：先画出对应的控制流程图</a:t>
            </a:r>
          </a:p>
        </p:txBody>
      </p:sp>
    </p:spTree>
    <p:extLst>
      <p:ext uri="{BB962C8B-B14F-4D97-AF65-F5344CB8AC3E}">
        <p14:creationId xmlns:p14="http://schemas.microsoft.com/office/powerpoint/2010/main" val="394850609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15315F2-9058-4AAB-BD37-6288699FBC0A}"/>
              </a:ext>
            </a:extLst>
          </p:cNvPr>
          <p:cNvSpPr>
            <a:spLocks noGrp="1"/>
          </p:cNvSpPr>
          <p:nvPr>
            <p:ph type="title"/>
          </p:nvPr>
        </p:nvSpPr>
        <p:spPr/>
        <p:txBody>
          <a:bodyPr/>
          <a:lstStyle/>
          <a:p>
            <a:r>
              <a:rPr lang="zh-CN" altLang="en-US" dirty="0"/>
              <a:t>模型</a:t>
            </a:r>
          </a:p>
        </p:txBody>
      </p:sp>
      <p:sp>
        <p:nvSpPr>
          <p:cNvPr id="3" name="内容占位符 2">
            <a:extLst>
              <a:ext uri="{FF2B5EF4-FFF2-40B4-BE49-F238E27FC236}">
                <a16:creationId xmlns:a16="http://schemas.microsoft.com/office/drawing/2014/main" id="{4DC5F210-5568-4DA5-A54A-89F22264C734}"/>
              </a:ext>
            </a:extLst>
          </p:cNvPr>
          <p:cNvSpPr>
            <a:spLocks noGrp="1"/>
          </p:cNvSpPr>
          <p:nvPr>
            <p:ph idx="1"/>
          </p:nvPr>
        </p:nvSpPr>
        <p:spPr/>
        <p:txBody>
          <a:bodyPr/>
          <a:lstStyle/>
          <a:p>
            <a:r>
              <a:rPr lang="en-US" altLang="zh-CN" dirty="0"/>
              <a:t>x := 0; y := 0;</a:t>
            </a:r>
          </a:p>
          <a:p>
            <a:r>
              <a:rPr lang="en-US" altLang="zh-CN" dirty="0"/>
              <a:t>x +=1; y += 2;</a:t>
            </a:r>
          </a:p>
          <a:p>
            <a:r>
              <a:rPr lang="en-US" altLang="zh-CN" dirty="0"/>
              <a:t>while (1){</a:t>
            </a:r>
          </a:p>
          <a:p>
            <a:pPr lvl="1"/>
            <a:r>
              <a:rPr lang="en-US" altLang="zh-CN" dirty="0"/>
              <a:t>if (x &lt;= 1)</a:t>
            </a:r>
          </a:p>
          <a:p>
            <a:pPr lvl="2"/>
            <a:r>
              <a:rPr lang="en-US" altLang="zh-CN" dirty="0"/>
              <a:t>x += 1, y += 1;</a:t>
            </a:r>
          </a:p>
          <a:p>
            <a:pPr lvl="1"/>
            <a:r>
              <a:rPr lang="en-US" altLang="zh-CN" dirty="0"/>
              <a:t>else</a:t>
            </a:r>
          </a:p>
          <a:p>
            <a:pPr lvl="2"/>
            <a:r>
              <a:rPr lang="en-US" altLang="zh-CN" dirty="0"/>
              <a:t>x -= 2, y -= 2;</a:t>
            </a:r>
          </a:p>
          <a:p>
            <a:r>
              <a:rPr lang="en-US" altLang="zh-CN" dirty="0"/>
              <a:t>}</a:t>
            </a:r>
            <a:endParaRPr lang="zh-CN" altLang="en-US" dirty="0"/>
          </a:p>
        </p:txBody>
      </p:sp>
      <p:sp>
        <p:nvSpPr>
          <p:cNvPr id="4" name="灯片编号占位符 3">
            <a:extLst>
              <a:ext uri="{FF2B5EF4-FFF2-40B4-BE49-F238E27FC236}">
                <a16:creationId xmlns:a16="http://schemas.microsoft.com/office/drawing/2014/main" id="{33170DE7-D5C4-423C-8A86-21E0DF3A9A0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A0481EA-A5CC-4E5A-A0F7-AF97B322E728}"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pic>
        <p:nvPicPr>
          <p:cNvPr id="6" name="图片 5" descr="形状&#10;&#10;描述已自动生成">
            <a:extLst>
              <a:ext uri="{FF2B5EF4-FFF2-40B4-BE49-F238E27FC236}">
                <a16:creationId xmlns:a16="http://schemas.microsoft.com/office/drawing/2014/main" id="{9F05E860-609A-4286-B611-8976FD860C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70320" y="1486206"/>
            <a:ext cx="2935941" cy="3767122"/>
          </a:xfrm>
          <a:prstGeom prst="rect">
            <a:avLst/>
          </a:prstGeom>
        </p:spPr>
      </p:pic>
    </p:spTree>
    <p:extLst>
      <p:ext uri="{BB962C8B-B14F-4D97-AF65-F5344CB8AC3E}">
        <p14:creationId xmlns:p14="http://schemas.microsoft.com/office/powerpoint/2010/main" val="164057158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F531C3-57BF-44BF-A8CE-2657139656A5}"/>
              </a:ext>
            </a:extLst>
          </p:cNvPr>
          <p:cNvSpPr>
            <a:spLocks noGrp="1"/>
          </p:cNvSpPr>
          <p:nvPr>
            <p:ph type="title"/>
          </p:nvPr>
        </p:nvSpPr>
        <p:spPr/>
        <p:txBody>
          <a:bodyPr/>
          <a:lstStyle/>
          <a:p>
            <a:r>
              <a:rPr lang="zh-CN" altLang="en-US" dirty="0"/>
              <a:t>性质规范</a:t>
            </a:r>
          </a:p>
        </p:txBody>
      </p:sp>
      <p:sp>
        <p:nvSpPr>
          <p:cNvPr id="4" name="灯片编号占位符 3">
            <a:extLst>
              <a:ext uri="{FF2B5EF4-FFF2-40B4-BE49-F238E27FC236}">
                <a16:creationId xmlns:a16="http://schemas.microsoft.com/office/drawing/2014/main" id="{20DE3E7E-57E1-4D17-8BF9-F79433F9E11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A0481EA-A5CC-4E5A-A0F7-AF97B322E728}"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
        <p:nvSpPr>
          <p:cNvPr id="5" name="文本框 4">
            <a:extLst>
              <a:ext uri="{FF2B5EF4-FFF2-40B4-BE49-F238E27FC236}">
                <a16:creationId xmlns:a16="http://schemas.microsoft.com/office/drawing/2014/main" id="{528C10AC-E7F3-4C9D-8789-620C9C4B7936}"/>
              </a:ext>
            </a:extLst>
          </p:cNvPr>
          <p:cNvSpPr txBox="1"/>
          <p:nvPr/>
        </p:nvSpPr>
        <p:spPr>
          <a:xfrm>
            <a:off x="4178808" y="2048256"/>
            <a:ext cx="2351926" cy="461665"/>
          </a:xfrm>
          <a:prstGeom prst="rect">
            <a:avLst/>
          </a:prstGeom>
          <a:noFill/>
        </p:spPr>
        <p:txBody>
          <a:bodyPr wrap="none" rtlCol="0">
            <a:spAutoFit/>
          </a:bodyPr>
          <a:lstStyle/>
          <a:p>
            <a:r>
              <a:rPr lang="en-US" altLang="zh-CN" sz="2400" dirty="0"/>
              <a:t>F (x = 3 &amp; y = 3)</a:t>
            </a:r>
            <a:endParaRPr lang="zh-CN" altLang="en-US" sz="2400" dirty="0"/>
          </a:p>
        </p:txBody>
      </p:sp>
    </p:spTree>
    <p:extLst>
      <p:ext uri="{BB962C8B-B14F-4D97-AF65-F5344CB8AC3E}">
        <p14:creationId xmlns:p14="http://schemas.microsoft.com/office/powerpoint/2010/main" val="77575375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F531C3-57BF-44BF-A8CE-2657139656A5}"/>
              </a:ext>
            </a:extLst>
          </p:cNvPr>
          <p:cNvSpPr>
            <a:spLocks noGrp="1"/>
          </p:cNvSpPr>
          <p:nvPr>
            <p:ph type="title"/>
          </p:nvPr>
        </p:nvSpPr>
        <p:spPr/>
        <p:txBody>
          <a:bodyPr/>
          <a:lstStyle/>
          <a:p>
            <a:r>
              <a:rPr lang="zh-CN" altLang="en-US" dirty="0"/>
              <a:t>性质规范</a:t>
            </a:r>
          </a:p>
        </p:txBody>
      </p:sp>
      <p:sp>
        <p:nvSpPr>
          <p:cNvPr id="4" name="灯片编号占位符 3">
            <a:extLst>
              <a:ext uri="{FF2B5EF4-FFF2-40B4-BE49-F238E27FC236}">
                <a16:creationId xmlns:a16="http://schemas.microsoft.com/office/drawing/2014/main" id="{20DE3E7E-57E1-4D17-8BF9-F79433F9E11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A0481EA-A5CC-4E5A-A0F7-AF97B322E728}"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
        <p:nvSpPr>
          <p:cNvPr id="5" name="文本框 4">
            <a:extLst>
              <a:ext uri="{FF2B5EF4-FFF2-40B4-BE49-F238E27FC236}">
                <a16:creationId xmlns:a16="http://schemas.microsoft.com/office/drawing/2014/main" id="{528C10AC-E7F3-4C9D-8789-620C9C4B7936}"/>
              </a:ext>
            </a:extLst>
          </p:cNvPr>
          <p:cNvSpPr txBox="1"/>
          <p:nvPr/>
        </p:nvSpPr>
        <p:spPr>
          <a:xfrm>
            <a:off x="4178808" y="2048256"/>
            <a:ext cx="2351926" cy="461665"/>
          </a:xfrm>
          <a:prstGeom prst="rect">
            <a:avLst/>
          </a:prstGeom>
          <a:noFill/>
        </p:spPr>
        <p:txBody>
          <a:bodyPr wrap="none" rtlCol="0">
            <a:spAutoFit/>
          </a:bodyPr>
          <a:lstStyle/>
          <a:p>
            <a:r>
              <a:rPr lang="en-US" altLang="zh-CN" sz="2400" dirty="0"/>
              <a:t>F (x = 3 &amp; y = 3)</a:t>
            </a:r>
            <a:endParaRPr lang="zh-CN" altLang="en-US" sz="2400" dirty="0"/>
          </a:p>
        </p:txBody>
      </p:sp>
      <p:sp>
        <p:nvSpPr>
          <p:cNvPr id="6" name="箭头: 下 5">
            <a:extLst>
              <a:ext uri="{FF2B5EF4-FFF2-40B4-BE49-F238E27FC236}">
                <a16:creationId xmlns:a16="http://schemas.microsoft.com/office/drawing/2014/main" id="{C2D8D1AD-4FFA-40B3-A88E-42B87B5D5627}"/>
              </a:ext>
            </a:extLst>
          </p:cNvPr>
          <p:cNvSpPr/>
          <p:nvPr/>
        </p:nvSpPr>
        <p:spPr>
          <a:xfrm>
            <a:off x="5038344" y="2642723"/>
            <a:ext cx="448056" cy="64922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9BD06546-81E1-4F7D-991C-3D6807D50BBB}"/>
              </a:ext>
            </a:extLst>
          </p:cNvPr>
          <p:cNvSpPr txBox="1"/>
          <p:nvPr/>
        </p:nvSpPr>
        <p:spPr>
          <a:xfrm>
            <a:off x="4178808" y="3424749"/>
            <a:ext cx="2440092" cy="461665"/>
          </a:xfrm>
          <a:prstGeom prst="rect">
            <a:avLst/>
          </a:prstGeom>
          <a:noFill/>
        </p:spPr>
        <p:txBody>
          <a:bodyPr wrap="none" rtlCol="0">
            <a:spAutoFit/>
          </a:bodyPr>
          <a:lstStyle/>
          <a:p>
            <a:r>
              <a:rPr lang="en-US" altLang="zh-CN" sz="2400" dirty="0">
                <a:solidFill>
                  <a:srgbClr val="FF0000"/>
                </a:solidFill>
              </a:rPr>
              <a:t>!F (x = 3 &amp; y = 3)</a:t>
            </a:r>
            <a:endParaRPr lang="zh-CN" altLang="en-US" sz="2400" dirty="0">
              <a:solidFill>
                <a:srgbClr val="FF0000"/>
              </a:solidFill>
            </a:endParaRPr>
          </a:p>
        </p:txBody>
      </p:sp>
      <p:pic>
        <p:nvPicPr>
          <p:cNvPr id="11" name="Picture 2" descr="What is a Question Mark? - Answered - Twinkl Teaching Wiki">
            <a:extLst>
              <a:ext uri="{FF2B5EF4-FFF2-40B4-BE49-F238E27FC236}">
                <a16:creationId xmlns:a16="http://schemas.microsoft.com/office/drawing/2014/main" id="{F392D782-A3EA-447D-99C3-F06197EC6F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69474" y="3379135"/>
            <a:ext cx="457012" cy="649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857219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F531C3-57BF-44BF-A8CE-2657139656A5}"/>
              </a:ext>
            </a:extLst>
          </p:cNvPr>
          <p:cNvSpPr>
            <a:spLocks noGrp="1"/>
          </p:cNvSpPr>
          <p:nvPr>
            <p:ph type="title"/>
          </p:nvPr>
        </p:nvSpPr>
        <p:spPr/>
        <p:txBody>
          <a:bodyPr/>
          <a:lstStyle/>
          <a:p>
            <a:r>
              <a:rPr lang="zh-CN" altLang="en-US" dirty="0"/>
              <a:t>性质规范</a:t>
            </a:r>
          </a:p>
        </p:txBody>
      </p:sp>
      <p:sp>
        <p:nvSpPr>
          <p:cNvPr id="4" name="灯片编号占位符 3">
            <a:extLst>
              <a:ext uri="{FF2B5EF4-FFF2-40B4-BE49-F238E27FC236}">
                <a16:creationId xmlns:a16="http://schemas.microsoft.com/office/drawing/2014/main" id="{20DE3E7E-57E1-4D17-8BF9-F79433F9E11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A0481EA-A5CC-4E5A-A0F7-AF97B322E728}"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
        <p:nvSpPr>
          <p:cNvPr id="5" name="文本框 4">
            <a:extLst>
              <a:ext uri="{FF2B5EF4-FFF2-40B4-BE49-F238E27FC236}">
                <a16:creationId xmlns:a16="http://schemas.microsoft.com/office/drawing/2014/main" id="{528C10AC-E7F3-4C9D-8789-620C9C4B7936}"/>
              </a:ext>
            </a:extLst>
          </p:cNvPr>
          <p:cNvSpPr txBox="1"/>
          <p:nvPr/>
        </p:nvSpPr>
        <p:spPr>
          <a:xfrm>
            <a:off x="4178808" y="2048256"/>
            <a:ext cx="2351926" cy="461665"/>
          </a:xfrm>
          <a:prstGeom prst="rect">
            <a:avLst/>
          </a:prstGeom>
          <a:noFill/>
        </p:spPr>
        <p:txBody>
          <a:bodyPr wrap="none" rtlCol="0">
            <a:spAutoFit/>
          </a:bodyPr>
          <a:lstStyle/>
          <a:p>
            <a:r>
              <a:rPr lang="en-US" altLang="zh-CN" sz="2400" dirty="0"/>
              <a:t>F (x = 3 &amp; y = 3)</a:t>
            </a:r>
            <a:endParaRPr lang="zh-CN" altLang="en-US" sz="2400" dirty="0"/>
          </a:p>
        </p:txBody>
      </p:sp>
      <p:sp>
        <p:nvSpPr>
          <p:cNvPr id="6" name="箭头: 下 5">
            <a:extLst>
              <a:ext uri="{FF2B5EF4-FFF2-40B4-BE49-F238E27FC236}">
                <a16:creationId xmlns:a16="http://schemas.microsoft.com/office/drawing/2014/main" id="{C2D8D1AD-4FFA-40B3-A88E-42B87B5D5627}"/>
              </a:ext>
            </a:extLst>
          </p:cNvPr>
          <p:cNvSpPr/>
          <p:nvPr/>
        </p:nvSpPr>
        <p:spPr>
          <a:xfrm>
            <a:off x="5038344" y="2642723"/>
            <a:ext cx="448056" cy="64922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9BD06546-81E1-4F7D-991C-3D6807D50BBB}"/>
              </a:ext>
            </a:extLst>
          </p:cNvPr>
          <p:cNvSpPr txBox="1"/>
          <p:nvPr/>
        </p:nvSpPr>
        <p:spPr>
          <a:xfrm>
            <a:off x="4178808" y="3424749"/>
            <a:ext cx="2440092" cy="461665"/>
          </a:xfrm>
          <a:prstGeom prst="rect">
            <a:avLst/>
          </a:prstGeom>
          <a:noFill/>
        </p:spPr>
        <p:txBody>
          <a:bodyPr wrap="none" rtlCol="0">
            <a:spAutoFit/>
          </a:bodyPr>
          <a:lstStyle/>
          <a:p>
            <a:r>
              <a:rPr lang="en-US" altLang="zh-CN" sz="2400" dirty="0">
                <a:solidFill>
                  <a:srgbClr val="FF0000"/>
                </a:solidFill>
              </a:rPr>
              <a:t>!F (x = 3 &amp; y = 3)</a:t>
            </a:r>
            <a:endParaRPr lang="zh-CN" altLang="en-US" sz="2400" dirty="0">
              <a:solidFill>
                <a:srgbClr val="FF0000"/>
              </a:solidFill>
            </a:endParaRPr>
          </a:p>
        </p:txBody>
      </p:sp>
      <p:pic>
        <p:nvPicPr>
          <p:cNvPr id="11" name="Picture 2" descr="What is a Question Mark? - Answered - Twinkl Teaching Wiki">
            <a:extLst>
              <a:ext uri="{FF2B5EF4-FFF2-40B4-BE49-F238E27FC236}">
                <a16:creationId xmlns:a16="http://schemas.microsoft.com/office/drawing/2014/main" id="{F392D782-A3EA-447D-99C3-F06197EC6F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69474" y="3379135"/>
            <a:ext cx="457012" cy="649225"/>
          </a:xfrm>
          <a:prstGeom prst="rect">
            <a:avLst/>
          </a:prstGeom>
          <a:noFill/>
          <a:extLst>
            <a:ext uri="{909E8E84-426E-40DD-AFC4-6F175D3DCCD1}">
              <a14:hiddenFill xmlns:a14="http://schemas.microsoft.com/office/drawing/2010/main">
                <a:solidFill>
                  <a:srgbClr val="FFFFFF"/>
                </a:solidFill>
              </a14:hiddenFill>
            </a:ext>
          </a:extLst>
        </p:spPr>
      </p:pic>
      <p:sp>
        <p:nvSpPr>
          <p:cNvPr id="12" name="箭头: 右 11">
            <a:extLst>
              <a:ext uri="{FF2B5EF4-FFF2-40B4-BE49-F238E27FC236}">
                <a16:creationId xmlns:a16="http://schemas.microsoft.com/office/drawing/2014/main" id="{34A9940D-5565-476E-B175-E8DFEDA67A99}"/>
              </a:ext>
            </a:extLst>
          </p:cNvPr>
          <p:cNvSpPr/>
          <p:nvPr/>
        </p:nvSpPr>
        <p:spPr>
          <a:xfrm>
            <a:off x="7254596" y="3534584"/>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0C3AC938-6654-485E-B652-4673D483BFA3}"/>
              </a:ext>
            </a:extLst>
          </p:cNvPr>
          <p:cNvSpPr txBox="1"/>
          <p:nvPr/>
        </p:nvSpPr>
        <p:spPr>
          <a:xfrm>
            <a:off x="9009566" y="2884825"/>
            <a:ext cx="989373" cy="461665"/>
          </a:xfrm>
          <a:prstGeom prst="rect">
            <a:avLst/>
          </a:prstGeom>
          <a:noFill/>
        </p:spPr>
        <p:txBody>
          <a:bodyPr wrap="none" rtlCol="0">
            <a:spAutoFit/>
          </a:bodyPr>
          <a:lstStyle/>
          <a:p>
            <a:r>
              <a:rPr lang="en-US" altLang="zh-CN" sz="2400" dirty="0"/>
              <a:t>M |= f</a:t>
            </a:r>
            <a:endParaRPr lang="zh-CN" altLang="en-US" sz="2400" dirty="0"/>
          </a:p>
        </p:txBody>
      </p:sp>
      <p:sp>
        <p:nvSpPr>
          <p:cNvPr id="14" name="箭头: 上下 13">
            <a:extLst>
              <a:ext uri="{FF2B5EF4-FFF2-40B4-BE49-F238E27FC236}">
                <a16:creationId xmlns:a16="http://schemas.microsoft.com/office/drawing/2014/main" id="{FAF56B8C-A930-4FE2-A722-04E0685BC577}"/>
              </a:ext>
            </a:extLst>
          </p:cNvPr>
          <p:cNvSpPr/>
          <p:nvPr/>
        </p:nvSpPr>
        <p:spPr>
          <a:xfrm>
            <a:off x="9261936" y="3425389"/>
            <a:ext cx="484632" cy="845392"/>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899C94BE-7CFA-47C2-808B-1417CCA6CF28}"/>
              </a:ext>
            </a:extLst>
          </p:cNvPr>
          <p:cNvSpPr txBox="1"/>
          <p:nvPr/>
        </p:nvSpPr>
        <p:spPr>
          <a:xfrm>
            <a:off x="8233004" y="4389754"/>
            <a:ext cx="2929007" cy="461665"/>
          </a:xfrm>
          <a:prstGeom prst="rect">
            <a:avLst/>
          </a:prstGeom>
          <a:noFill/>
        </p:spPr>
        <p:txBody>
          <a:bodyPr wrap="none" rtlCol="0">
            <a:spAutoFit/>
          </a:bodyPr>
          <a:lstStyle/>
          <a:p>
            <a:r>
              <a:rPr lang="en-US" altLang="zh-CN" sz="2400" dirty="0"/>
              <a:t>A(M) X A(!f) is empty</a:t>
            </a:r>
            <a:endParaRPr lang="zh-CN" altLang="en-US" sz="2400" dirty="0"/>
          </a:p>
        </p:txBody>
      </p:sp>
    </p:spTree>
    <p:extLst>
      <p:ext uri="{BB962C8B-B14F-4D97-AF65-F5344CB8AC3E}">
        <p14:creationId xmlns:p14="http://schemas.microsoft.com/office/powerpoint/2010/main" val="244039639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F531C3-57BF-44BF-A8CE-2657139656A5}"/>
              </a:ext>
            </a:extLst>
          </p:cNvPr>
          <p:cNvSpPr>
            <a:spLocks noGrp="1"/>
          </p:cNvSpPr>
          <p:nvPr>
            <p:ph type="title"/>
          </p:nvPr>
        </p:nvSpPr>
        <p:spPr/>
        <p:txBody>
          <a:bodyPr/>
          <a:lstStyle/>
          <a:p>
            <a:r>
              <a:rPr lang="zh-CN" altLang="en-US" dirty="0"/>
              <a:t>性质规范</a:t>
            </a:r>
          </a:p>
        </p:txBody>
      </p:sp>
      <p:sp>
        <p:nvSpPr>
          <p:cNvPr id="4" name="灯片编号占位符 3">
            <a:extLst>
              <a:ext uri="{FF2B5EF4-FFF2-40B4-BE49-F238E27FC236}">
                <a16:creationId xmlns:a16="http://schemas.microsoft.com/office/drawing/2014/main" id="{20DE3E7E-57E1-4D17-8BF9-F79433F9E11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A0481EA-A5CC-4E5A-A0F7-AF97B322E728}"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
        <p:nvSpPr>
          <p:cNvPr id="5" name="文本框 4">
            <a:extLst>
              <a:ext uri="{FF2B5EF4-FFF2-40B4-BE49-F238E27FC236}">
                <a16:creationId xmlns:a16="http://schemas.microsoft.com/office/drawing/2014/main" id="{528C10AC-E7F3-4C9D-8789-620C9C4B7936}"/>
              </a:ext>
            </a:extLst>
          </p:cNvPr>
          <p:cNvSpPr txBox="1"/>
          <p:nvPr/>
        </p:nvSpPr>
        <p:spPr>
          <a:xfrm>
            <a:off x="4178808" y="2048256"/>
            <a:ext cx="2351926" cy="461665"/>
          </a:xfrm>
          <a:prstGeom prst="rect">
            <a:avLst/>
          </a:prstGeom>
          <a:noFill/>
        </p:spPr>
        <p:txBody>
          <a:bodyPr wrap="none" rtlCol="0">
            <a:spAutoFit/>
          </a:bodyPr>
          <a:lstStyle/>
          <a:p>
            <a:r>
              <a:rPr lang="en-US" altLang="zh-CN" sz="2400" dirty="0"/>
              <a:t>F (x = 3 &amp; y = 3)</a:t>
            </a:r>
            <a:endParaRPr lang="zh-CN" altLang="en-US" sz="2400" dirty="0"/>
          </a:p>
        </p:txBody>
      </p:sp>
      <p:sp>
        <p:nvSpPr>
          <p:cNvPr id="6" name="箭头: 下 5">
            <a:extLst>
              <a:ext uri="{FF2B5EF4-FFF2-40B4-BE49-F238E27FC236}">
                <a16:creationId xmlns:a16="http://schemas.microsoft.com/office/drawing/2014/main" id="{C2D8D1AD-4FFA-40B3-A88E-42B87B5D5627}"/>
              </a:ext>
            </a:extLst>
          </p:cNvPr>
          <p:cNvSpPr/>
          <p:nvPr/>
        </p:nvSpPr>
        <p:spPr>
          <a:xfrm>
            <a:off x="5038344" y="2642723"/>
            <a:ext cx="448056" cy="64922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9BD06546-81E1-4F7D-991C-3D6807D50BBB}"/>
              </a:ext>
            </a:extLst>
          </p:cNvPr>
          <p:cNvSpPr txBox="1"/>
          <p:nvPr/>
        </p:nvSpPr>
        <p:spPr>
          <a:xfrm>
            <a:off x="4178808" y="3424749"/>
            <a:ext cx="2440092" cy="461665"/>
          </a:xfrm>
          <a:prstGeom prst="rect">
            <a:avLst/>
          </a:prstGeom>
          <a:noFill/>
        </p:spPr>
        <p:txBody>
          <a:bodyPr wrap="none" rtlCol="0">
            <a:spAutoFit/>
          </a:bodyPr>
          <a:lstStyle/>
          <a:p>
            <a:r>
              <a:rPr lang="en-US" altLang="zh-CN" sz="2400" dirty="0">
                <a:solidFill>
                  <a:srgbClr val="FF0000"/>
                </a:solidFill>
              </a:rPr>
              <a:t>!F (x = 3 &amp; y = 3)</a:t>
            </a:r>
            <a:endParaRPr lang="zh-CN" altLang="en-US" sz="2400" dirty="0">
              <a:solidFill>
                <a:srgbClr val="FF0000"/>
              </a:solidFill>
            </a:endParaRPr>
          </a:p>
        </p:txBody>
      </p:sp>
      <p:sp>
        <p:nvSpPr>
          <p:cNvPr id="8" name="箭头: 下 7">
            <a:extLst>
              <a:ext uri="{FF2B5EF4-FFF2-40B4-BE49-F238E27FC236}">
                <a16:creationId xmlns:a16="http://schemas.microsoft.com/office/drawing/2014/main" id="{589B7C9B-FF10-4AE3-A640-3B34188187F7}"/>
              </a:ext>
            </a:extLst>
          </p:cNvPr>
          <p:cNvSpPr/>
          <p:nvPr/>
        </p:nvSpPr>
        <p:spPr>
          <a:xfrm>
            <a:off x="4996518" y="4019216"/>
            <a:ext cx="448056" cy="64922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descr="图示&#10;&#10;描述已自动生成">
            <a:extLst>
              <a:ext uri="{FF2B5EF4-FFF2-40B4-BE49-F238E27FC236}">
                <a16:creationId xmlns:a16="http://schemas.microsoft.com/office/drawing/2014/main" id="{C5819E56-1CAF-4FB0-AA18-EA5590E913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58492" y="4801242"/>
            <a:ext cx="1124107" cy="1162212"/>
          </a:xfrm>
          <a:prstGeom prst="rect">
            <a:avLst/>
          </a:prstGeom>
        </p:spPr>
      </p:pic>
      <p:pic>
        <p:nvPicPr>
          <p:cNvPr id="11" name="Picture 2" descr="What is a Question Mark? - Answered - Twinkl Teaching Wiki">
            <a:extLst>
              <a:ext uri="{FF2B5EF4-FFF2-40B4-BE49-F238E27FC236}">
                <a16:creationId xmlns:a16="http://schemas.microsoft.com/office/drawing/2014/main" id="{F392D782-A3EA-447D-99C3-F06197EC6F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69474" y="3379135"/>
            <a:ext cx="457012" cy="649225"/>
          </a:xfrm>
          <a:prstGeom prst="rect">
            <a:avLst/>
          </a:prstGeom>
          <a:noFill/>
          <a:extLst>
            <a:ext uri="{909E8E84-426E-40DD-AFC4-6F175D3DCCD1}">
              <a14:hiddenFill xmlns:a14="http://schemas.microsoft.com/office/drawing/2010/main">
                <a:solidFill>
                  <a:srgbClr val="FFFFFF"/>
                </a:solidFill>
              </a14:hiddenFill>
            </a:ext>
          </a:extLst>
        </p:spPr>
      </p:pic>
      <p:sp>
        <p:nvSpPr>
          <p:cNvPr id="12" name="箭头: 右 11">
            <a:extLst>
              <a:ext uri="{FF2B5EF4-FFF2-40B4-BE49-F238E27FC236}">
                <a16:creationId xmlns:a16="http://schemas.microsoft.com/office/drawing/2014/main" id="{34A9940D-5565-476E-B175-E8DFEDA67A99}"/>
              </a:ext>
            </a:extLst>
          </p:cNvPr>
          <p:cNvSpPr/>
          <p:nvPr/>
        </p:nvSpPr>
        <p:spPr>
          <a:xfrm>
            <a:off x="7254596" y="3534584"/>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0C3AC938-6654-485E-B652-4673D483BFA3}"/>
              </a:ext>
            </a:extLst>
          </p:cNvPr>
          <p:cNvSpPr txBox="1"/>
          <p:nvPr/>
        </p:nvSpPr>
        <p:spPr>
          <a:xfrm>
            <a:off x="9009566" y="2884825"/>
            <a:ext cx="989373" cy="461665"/>
          </a:xfrm>
          <a:prstGeom prst="rect">
            <a:avLst/>
          </a:prstGeom>
          <a:noFill/>
        </p:spPr>
        <p:txBody>
          <a:bodyPr wrap="none" rtlCol="0">
            <a:spAutoFit/>
          </a:bodyPr>
          <a:lstStyle/>
          <a:p>
            <a:r>
              <a:rPr lang="en-US" altLang="zh-CN" sz="2400" dirty="0"/>
              <a:t>M |= f</a:t>
            </a:r>
            <a:endParaRPr lang="zh-CN" altLang="en-US" sz="2400" dirty="0"/>
          </a:p>
        </p:txBody>
      </p:sp>
      <p:sp>
        <p:nvSpPr>
          <p:cNvPr id="14" name="箭头: 上下 13">
            <a:extLst>
              <a:ext uri="{FF2B5EF4-FFF2-40B4-BE49-F238E27FC236}">
                <a16:creationId xmlns:a16="http://schemas.microsoft.com/office/drawing/2014/main" id="{FAF56B8C-A930-4FE2-A722-04E0685BC577}"/>
              </a:ext>
            </a:extLst>
          </p:cNvPr>
          <p:cNvSpPr/>
          <p:nvPr/>
        </p:nvSpPr>
        <p:spPr>
          <a:xfrm>
            <a:off x="9261936" y="3425389"/>
            <a:ext cx="484632" cy="845392"/>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899C94BE-7CFA-47C2-808B-1417CCA6CF28}"/>
              </a:ext>
            </a:extLst>
          </p:cNvPr>
          <p:cNvSpPr txBox="1"/>
          <p:nvPr/>
        </p:nvSpPr>
        <p:spPr>
          <a:xfrm>
            <a:off x="8233004" y="4389754"/>
            <a:ext cx="2929007" cy="461665"/>
          </a:xfrm>
          <a:prstGeom prst="rect">
            <a:avLst/>
          </a:prstGeom>
          <a:noFill/>
        </p:spPr>
        <p:txBody>
          <a:bodyPr wrap="none" rtlCol="0">
            <a:spAutoFit/>
          </a:bodyPr>
          <a:lstStyle/>
          <a:p>
            <a:r>
              <a:rPr lang="en-US" altLang="zh-CN" sz="2400" dirty="0"/>
              <a:t>A(M) X A(!f) is empty</a:t>
            </a:r>
            <a:endParaRPr lang="zh-CN" altLang="en-US" sz="2400" dirty="0"/>
          </a:p>
        </p:txBody>
      </p:sp>
    </p:spTree>
    <p:extLst>
      <p:ext uri="{BB962C8B-B14F-4D97-AF65-F5344CB8AC3E}">
        <p14:creationId xmlns:p14="http://schemas.microsoft.com/office/powerpoint/2010/main" val="274947993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D14FA51-7B43-45B6-B4BA-07C281790264}"/>
              </a:ext>
            </a:extLst>
          </p:cNvPr>
          <p:cNvSpPr>
            <a:spLocks noGrp="1"/>
          </p:cNvSpPr>
          <p:nvPr>
            <p:ph type="title"/>
          </p:nvPr>
        </p:nvSpPr>
        <p:spPr/>
        <p:txBody>
          <a:bodyPr/>
          <a:lstStyle/>
          <a:p>
            <a:r>
              <a:rPr lang="zh-CN" altLang="en-US" dirty="0"/>
              <a:t>自动机交集</a:t>
            </a:r>
          </a:p>
        </p:txBody>
      </p:sp>
      <p:sp>
        <p:nvSpPr>
          <p:cNvPr id="4" name="灯片编号占位符 3">
            <a:extLst>
              <a:ext uri="{FF2B5EF4-FFF2-40B4-BE49-F238E27FC236}">
                <a16:creationId xmlns:a16="http://schemas.microsoft.com/office/drawing/2014/main" id="{4830068C-A3BF-4CE4-96CA-C7D51F9BA41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A0481EA-A5CC-4E5A-A0F7-AF97B322E728}"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pic>
        <p:nvPicPr>
          <p:cNvPr id="5" name="图片 4" descr="形状&#10;&#10;描述已自动生成">
            <a:extLst>
              <a:ext uri="{FF2B5EF4-FFF2-40B4-BE49-F238E27FC236}">
                <a16:creationId xmlns:a16="http://schemas.microsoft.com/office/drawing/2014/main" id="{DFF19F9B-D035-4BC9-9944-91B4B79DAF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2327" y="1848972"/>
            <a:ext cx="2086266" cy="2676899"/>
          </a:xfrm>
          <a:prstGeom prst="rect">
            <a:avLst/>
          </a:prstGeom>
        </p:spPr>
      </p:pic>
      <p:pic>
        <p:nvPicPr>
          <p:cNvPr id="6" name="图片 5" descr="图示&#10;&#10;描述已自动生成">
            <a:extLst>
              <a:ext uri="{FF2B5EF4-FFF2-40B4-BE49-F238E27FC236}">
                <a16:creationId xmlns:a16="http://schemas.microsoft.com/office/drawing/2014/main" id="{7C95430A-4ED1-4987-B45F-B44335013C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08353" y="2606315"/>
            <a:ext cx="1124107" cy="1162212"/>
          </a:xfrm>
          <a:prstGeom prst="rect">
            <a:avLst/>
          </a:prstGeom>
        </p:spPr>
      </p:pic>
      <p:sp>
        <p:nvSpPr>
          <p:cNvPr id="7" name="乘号 6">
            <a:extLst>
              <a:ext uri="{FF2B5EF4-FFF2-40B4-BE49-F238E27FC236}">
                <a16:creationId xmlns:a16="http://schemas.microsoft.com/office/drawing/2014/main" id="{6610C00C-5A10-4EFA-AEEC-1896CABAA31D}"/>
              </a:ext>
            </a:extLst>
          </p:cNvPr>
          <p:cNvSpPr/>
          <p:nvPr/>
        </p:nvSpPr>
        <p:spPr>
          <a:xfrm>
            <a:off x="2904236" y="2760212"/>
            <a:ext cx="870788" cy="854417"/>
          </a:xfrm>
          <a:prstGeom prst="mathMultiply">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箭头: 右 7">
            <a:extLst>
              <a:ext uri="{FF2B5EF4-FFF2-40B4-BE49-F238E27FC236}">
                <a16:creationId xmlns:a16="http://schemas.microsoft.com/office/drawing/2014/main" id="{A50D953C-5943-41D1-A505-17F035E8FB08}"/>
              </a:ext>
            </a:extLst>
          </p:cNvPr>
          <p:cNvSpPr/>
          <p:nvPr/>
        </p:nvSpPr>
        <p:spPr>
          <a:xfrm>
            <a:off x="5943812" y="3039999"/>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Picture 2" descr="What is a Question Mark? - Answered - Twinkl Teaching Wiki">
            <a:extLst>
              <a:ext uri="{FF2B5EF4-FFF2-40B4-BE49-F238E27FC236}">
                <a16:creationId xmlns:a16="http://schemas.microsoft.com/office/drawing/2014/main" id="{B8D586EE-98B0-4E2B-9D36-E2998B59F36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29528" y="2257476"/>
            <a:ext cx="491120" cy="6976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934960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D14FA51-7B43-45B6-B4BA-07C281790264}"/>
              </a:ext>
            </a:extLst>
          </p:cNvPr>
          <p:cNvSpPr>
            <a:spLocks noGrp="1"/>
          </p:cNvSpPr>
          <p:nvPr>
            <p:ph type="title"/>
          </p:nvPr>
        </p:nvSpPr>
        <p:spPr/>
        <p:txBody>
          <a:bodyPr/>
          <a:lstStyle/>
          <a:p>
            <a:r>
              <a:rPr lang="zh-CN" altLang="en-US" dirty="0"/>
              <a:t>自动机交集</a:t>
            </a:r>
          </a:p>
        </p:txBody>
      </p:sp>
      <p:sp>
        <p:nvSpPr>
          <p:cNvPr id="4" name="灯片编号占位符 3">
            <a:extLst>
              <a:ext uri="{FF2B5EF4-FFF2-40B4-BE49-F238E27FC236}">
                <a16:creationId xmlns:a16="http://schemas.microsoft.com/office/drawing/2014/main" id="{4830068C-A3BF-4CE4-96CA-C7D51F9BA41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A0481EA-A5CC-4E5A-A0F7-AF97B322E728}"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pic>
        <p:nvPicPr>
          <p:cNvPr id="5" name="图片 4" descr="形状&#10;&#10;描述已自动生成">
            <a:extLst>
              <a:ext uri="{FF2B5EF4-FFF2-40B4-BE49-F238E27FC236}">
                <a16:creationId xmlns:a16="http://schemas.microsoft.com/office/drawing/2014/main" id="{DFF19F9B-D035-4BC9-9944-91B4B79DAF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2327" y="1848972"/>
            <a:ext cx="2086266" cy="2676899"/>
          </a:xfrm>
          <a:prstGeom prst="rect">
            <a:avLst/>
          </a:prstGeom>
        </p:spPr>
      </p:pic>
      <p:pic>
        <p:nvPicPr>
          <p:cNvPr id="6" name="图片 5" descr="图示&#10;&#10;描述已自动生成">
            <a:extLst>
              <a:ext uri="{FF2B5EF4-FFF2-40B4-BE49-F238E27FC236}">
                <a16:creationId xmlns:a16="http://schemas.microsoft.com/office/drawing/2014/main" id="{7C95430A-4ED1-4987-B45F-B44335013C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08353" y="2606315"/>
            <a:ext cx="1124107" cy="1162212"/>
          </a:xfrm>
          <a:prstGeom prst="rect">
            <a:avLst/>
          </a:prstGeom>
        </p:spPr>
      </p:pic>
      <p:sp>
        <p:nvSpPr>
          <p:cNvPr id="7" name="乘号 6">
            <a:extLst>
              <a:ext uri="{FF2B5EF4-FFF2-40B4-BE49-F238E27FC236}">
                <a16:creationId xmlns:a16="http://schemas.microsoft.com/office/drawing/2014/main" id="{6610C00C-5A10-4EFA-AEEC-1896CABAA31D}"/>
              </a:ext>
            </a:extLst>
          </p:cNvPr>
          <p:cNvSpPr/>
          <p:nvPr/>
        </p:nvSpPr>
        <p:spPr>
          <a:xfrm>
            <a:off x="2904236" y="2760212"/>
            <a:ext cx="870788" cy="854417"/>
          </a:xfrm>
          <a:prstGeom prst="mathMultiply">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箭头: 右 7">
            <a:extLst>
              <a:ext uri="{FF2B5EF4-FFF2-40B4-BE49-F238E27FC236}">
                <a16:creationId xmlns:a16="http://schemas.microsoft.com/office/drawing/2014/main" id="{A50D953C-5943-41D1-A505-17F035E8FB08}"/>
              </a:ext>
            </a:extLst>
          </p:cNvPr>
          <p:cNvSpPr/>
          <p:nvPr/>
        </p:nvSpPr>
        <p:spPr>
          <a:xfrm>
            <a:off x="5943812" y="3039999"/>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descr="图示, 形状&#10;&#10;描述已自动生成">
            <a:extLst>
              <a:ext uri="{FF2B5EF4-FFF2-40B4-BE49-F238E27FC236}">
                <a16:creationId xmlns:a16="http://schemas.microsoft.com/office/drawing/2014/main" id="{652A59EC-8716-4679-BF76-8A3E5AD23A8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62651" y="2038156"/>
            <a:ext cx="2495898" cy="2781688"/>
          </a:xfrm>
          <a:prstGeom prst="rect">
            <a:avLst/>
          </a:prstGeom>
        </p:spPr>
      </p:pic>
      <p:pic>
        <p:nvPicPr>
          <p:cNvPr id="11" name="Picture 2" descr="What is a Question Mark? - Answered - Twinkl Teaching Wiki">
            <a:extLst>
              <a:ext uri="{FF2B5EF4-FFF2-40B4-BE49-F238E27FC236}">
                <a16:creationId xmlns:a16="http://schemas.microsoft.com/office/drawing/2014/main" id="{B8D586EE-98B0-4E2B-9D36-E2998B59F36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29528" y="2257476"/>
            <a:ext cx="491120" cy="6976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266648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F531C3-57BF-44BF-A8CE-2657139656A5}"/>
              </a:ext>
            </a:extLst>
          </p:cNvPr>
          <p:cNvSpPr>
            <a:spLocks noGrp="1"/>
          </p:cNvSpPr>
          <p:nvPr>
            <p:ph type="title"/>
          </p:nvPr>
        </p:nvSpPr>
        <p:spPr/>
        <p:txBody>
          <a:bodyPr/>
          <a:lstStyle/>
          <a:p>
            <a:r>
              <a:rPr lang="zh-CN" altLang="en-US" dirty="0"/>
              <a:t>性质规范</a:t>
            </a:r>
          </a:p>
        </p:txBody>
      </p:sp>
      <p:sp>
        <p:nvSpPr>
          <p:cNvPr id="4" name="灯片编号占位符 3">
            <a:extLst>
              <a:ext uri="{FF2B5EF4-FFF2-40B4-BE49-F238E27FC236}">
                <a16:creationId xmlns:a16="http://schemas.microsoft.com/office/drawing/2014/main" id="{20DE3E7E-57E1-4D17-8BF9-F79433F9E11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A0481EA-A5CC-4E5A-A0F7-AF97B322E728}"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
        <p:nvSpPr>
          <p:cNvPr id="5" name="文本框 4">
            <a:extLst>
              <a:ext uri="{FF2B5EF4-FFF2-40B4-BE49-F238E27FC236}">
                <a16:creationId xmlns:a16="http://schemas.microsoft.com/office/drawing/2014/main" id="{528C10AC-E7F3-4C9D-8789-620C9C4B7936}"/>
              </a:ext>
            </a:extLst>
          </p:cNvPr>
          <p:cNvSpPr txBox="1"/>
          <p:nvPr/>
        </p:nvSpPr>
        <p:spPr>
          <a:xfrm>
            <a:off x="4523227" y="2039112"/>
            <a:ext cx="1566454" cy="461665"/>
          </a:xfrm>
          <a:prstGeom prst="rect">
            <a:avLst/>
          </a:prstGeom>
          <a:noFill/>
        </p:spPr>
        <p:txBody>
          <a:bodyPr wrap="none" rtlCol="0">
            <a:spAutoFit/>
          </a:bodyPr>
          <a:lstStyle/>
          <a:p>
            <a:r>
              <a:rPr lang="en-US" altLang="zh-CN" sz="2400" dirty="0"/>
              <a:t>GF !(x = 0)</a:t>
            </a:r>
            <a:endParaRPr lang="zh-CN" altLang="en-US" sz="2400" dirty="0"/>
          </a:p>
        </p:txBody>
      </p:sp>
    </p:spTree>
    <p:extLst>
      <p:ext uri="{BB962C8B-B14F-4D97-AF65-F5344CB8AC3E}">
        <p14:creationId xmlns:p14="http://schemas.microsoft.com/office/powerpoint/2010/main" val="413377096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F531C3-57BF-44BF-A8CE-2657139656A5}"/>
              </a:ext>
            </a:extLst>
          </p:cNvPr>
          <p:cNvSpPr>
            <a:spLocks noGrp="1"/>
          </p:cNvSpPr>
          <p:nvPr>
            <p:ph type="title"/>
          </p:nvPr>
        </p:nvSpPr>
        <p:spPr/>
        <p:txBody>
          <a:bodyPr/>
          <a:lstStyle/>
          <a:p>
            <a:r>
              <a:rPr lang="zh-CN" altLang="en-US" dirty="0"/>
              <a:t>性质规范</a:t>
            </a:r>
          </a:p>
        </p:txBody>
      </p:sp>
      <p:sp>
        <p:nvSpPr>
          <p:cNvPr id="4" name="灯片编号占位符 3">
            <a:extLst>
              <a:ext uri="{FF2B5EF4-FFF2-40B4-BE49-F238E27FC236}">
                <a16:creationId xmlns:a16="http://schemas.microsoft.com/office/drawing/2014/main" id="{20DE3E7E-57E1-4D17-8BF9-F79433F9E11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A0481EA-A5CC-4E5A-A0F7-AF97B322E728}"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
        <p:nvSpPr>
          <p:cNvPr id="5" name="文本框 4">
            <a:extLst>
              <a:ext uri="{FF2B5EF4-FFF2-40B4-BE49-F238E27FC236}">
                <a16:creationId xmlns:a16="http://schemas.microsoft.com/office/drawing/2014/main" id="{528C10AC-E7F3-4C9D-8789-620C9C4B7936}"/>
              </a:ext>
            </a:extLst>
          </p:cNvPr>
          <p:cNvSpPr txBox="1"/>
          <p:nvPr/>
        </p:nvSpPr>
        <p:spPr>
          <a:xfrm>
            <a:off x="4523227" y="2039112"/>
            <a:ext cx="1566454" cy="461665"/>
          </a:xfrm>
          <a:prstGeom prst="rect">
            <a:avLst/>
          </a:prstGeom>
          <a:noFill/>
        </p:spPr>
        <p:txBody>
          <a:bodyPr wrap="none" rtlCol="0">
            <a:spAutoFit/>
          </a:bodyPr>
          <a:lstStyle/>
          <a:p>
            <a:r>
              <a:rPr lang="en-US" altLang="zh-CN" sz="2400" dirty="0"/>
              <a:t>GF !(x = 0)</a:t>
            </a:r>
            <a:endParaRPr lang="zh-CN" altLang="en-US" sz="2400" dirty="0"/>
          </a:p>
        </p:txBody>
      </p:sp>
      <p:sp>
        <p:nvSpPr>
          <p:cNvPr id="6" name="箭头: 下 5">
            <a:extLst>
              <a:ext uri="{FF2B5EF4-FFF2-40B4-BE49-F238E27FC236}">
                <a16:creationId xmlns:a16="http://schemas.microsoft.com/office/drawing/2014/main" id="{C2D8D1AD-4FFA-40B3-A88E-42B87B5D5627}"/>
              </a:ext>
            </a:extLst>
          </p:cNvPr>
          <p:cNvSpPr/>
          <p:nvPr/>
        </p:nvSpPr>
        <p:spPr>
          <a:xfrm>
            <a:off x="5038344" y="2642723"/>
            <a:ext cx="448056" cy="64922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9BD06546-81E1-4F7D-991C-3D6807D50BBB}"/>
              </a:ext>
            </a:extLst>
          </p:cNvPr>
          <p:cNvSpPr txBox="1"/>
          <p:nvPr/>
        </p:nvSpPr>
        <p:spPr>
          <a:xfrm>
            <a:off x="4435063" y="3411994"/>
            <a:ext cx="1478290" cy="461665"/>
          </a:xfrm>
          <a:prstGeom prst="rect">
            <a:avLst/>
          </a:prstGeom>
          <a:noFill/>
        </p:spPr>
        <p:txBody>
          <a:bodyPr wrap="none" rtlCol="0">
            <a:spAutoFit/>
          </a:bodyPr>
          <a:lstStyle/>
          <a:p>
            <a:r>
              <a:rPr lang="en-US" altLang="zh-CN" sz="2400" dirty="0">
                <a:solidFill>
                  <a:srgbClr val="FF0000"/>
                </a:solidFill>
              </a:rPr>
              <a:t>FG (x = 0)</a:t>
            </a:r>
            <a:endParaRPr lang="zh-CN" altLang="en-US" sz="2400" dirty="0">
              <a:solidFill>
                <a:srgbClr val="FF0000"/>
              </a:solidFill>
            </a:endParaRPr>
          </a:p>
        </p:txBody>
      </p:sp>
    </p:spTree>
    <p:extLst>
      <p:ext uri="{BB962C8B-B14F-4D97-AF65-F5344CB8AC3E}">
        <p14:creationId xmlns:p14="http://schemas.microsoft.com/office/powerpoint/2010/main" val="34645674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F531C3-57BF-44BF-A8CE-2657139656A5}"/>
              </a:ext>
            </a:extLst>
          </p:cNvPr>
          <p:cNvSpPr>
            <a:spLocks noGrp="1"/>
          </p:cNvSpPr>
          <p:nvPr>
            <p:ph type="title"/>
          </p:nvPr>
        </p:nvSpPr>
        <p:spPr/>
        <p:txBody>
          <a:bodyPr/>
          <a:lstStyle/>
          <a:p>
            <a:r>
              <a:rPr lang="zh-CN" altLang="en-US" dirty="0"/>
              <a:t>性质规范</a:t>
            </a:r>
          </a:p>
        </p:txBody>
      </p:sp>
      <p:sp>
        <p:nvSpPr>
          <p:cNvPr id="4" name="灯片编号占位符 3">
            <a:extLst>
              <a:ext uri="{FF2B5EF4-FFF2-40B4-BE49-F238E27FC236}">
                <a16:creationId xmlns:a16="http://schemas.microsoft.com/office/drawing/2014/main" id="{20DE3E7E-57E1-4D17-8BF9-F79433F9E11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A0481EA-A5CC-4E5A-A0F7-AF97B322E728}"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
        <p:nvSpPr>
          <p:cNvPr id="5" name="文本框 4">
            <a:extLst>
              <a:ext uri="{FF2B5EF4-FFF2-40B4-BE49-F238E27FC236}">
                <a16:creationId xmlns:a16="http://schemas.microsoft.com/office/drawing/2014/main" id="{528C10AC-E7F3-4C9D-8789-620C9C4B7936}"/>
              </a:ext>
            </a:extLst>
          </p:cNvPr>
          <p:cNvSpPr txBox="1"/>
          <p:nvPr/>
        </p:nvSpPr>
        <p:spPr>
          <a:xfrm>
            <a:off x="4523227" y="2039112"/>
            <a:ext cx="1566454" cy="461665"/>
          </a:xfrm>
          <a:prstGeom prst="rect">
            <a:avLst/>
          </a:prstGeom>
          <a:noFill/>
        </p:spPr>
        <p:txBody>
          <a:bodyPr wrap="none" rtlCol="0">
            <a:spAutoFit/>
          </a:bodyPr>
          <a:lstStyle/>
          <a:p>
            <a:r>
              <a:rPr lang="en-US" altLang="zh-CN" sz="2400" dirty="0"/>
              <a:t>GF !(x = 0)</a:t>
            </a:r>
            <a:endParaRPr lang="zh-CN" altLang="en-US" sz="2400" dirty="0"/>
          </a:p>
        </p:txBody>
      </p:sp>
      <p:sp>
        <p:nvSpPr>
          <p:cNvPr id="6" name="箭头: 下 5">
            <a:extLst>
              <a:ext uri="{FF2B5EF4-FFF2-40B4-BE49-F238E27FC236}">
                <a16:creationId xmlns:a16="http://schemas.microsoft.com/office/drawing/2014/main" id="{C2D8D1AD-4FFA-40B3-A88E-42B87B5D5627}"/>
              </a:ext>
            </a:extLst>
          </p:cNvPr>
          <p:cNvSpPr/>
          <p:nvPr/>
        </p:nvSpPr>
        <p:spPr>
          <a:xfrm>
            <a:off x="5038344" y="2642723"/>
            <a:ext cx="448056" cy="64922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9BD06546-81E1-4F7D-991C-3D6807D50BBB}"/>
              </a:ext>
            </a:extLst>
          </p:cNvPr>
          <p:cNvSpPr txBox="1"/>
          <p:nvPr/>
        </p:nvSpPr>
        <p:spPr>
          <a:xfrm>
            <a:off x="4435063" y="3411994"/>
            <a:ext cx="1478290" cy="461665"/>
          </a:xfrm>
          <a:prstGeom prst="rect">
            <a:avLst/>
          </a:prstGeom>
          <a:noFill/>
        </p:spPr>
        <p:txBody>
          <a:bodyPr wrap="none" rtlCol="0">
            <a:spAutoFit/>
          </a:bodyPr>
          <a:lstStyle/>
          <a:p>
            <a:r>
              <a:rPr lang="en-US" altLang="zh-CN" sz="2400" dirty="0">
                <a:solidFill>
                  <a:srgbClr val="FF0000"/>
                </a:solidFill>
              </a:rPr>
              <a:t>FG (x = 0)</a:t>
            </a:r>
            <a:endParaRPr lang="zh-CN" altLang="en-US" sz="2400" dirty="0">
              <a:solidFill>
                <a:srgbClr val="FF0000"/>
              </a:solidFill>
            </a:endParaRPr>
          </a:p>
        </p:txBody>
      </p:sp>
      <p:sp>
        <p:nvSpPr>
          <p:cNvPr id="3" name="椭圆 2">
            <a:extLst>
              <a:ext uri="{FF2B5EF4-FFF2-40B4-BE49-F238E27FC236}">
                <a16:creationId xmlns:a16="http://schemas.microsoft.com/office/drawing/2014/main" id="{A3DFDEBC-CD76-445F-883D-EDA1CBE03432}"/>
              </a:ext>
            </a:extLst>
          </p:cNvPr>
          <p:cNvSpPr/>
          <p:nvPr/>
        </p:nvSpPr>
        <p:spPr>
          <a:xfrm>
            <a:off x="4741164" y="4784876"/>
            <a:ext cx="594360" cy="57607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CE90AEDB-C8A4-44F2-B916-FC4CDC8F6D09}"/>
              </a:ext>
            </a:extLst>
          </p:cNvPr>
          <p:cNvSpPr/>
          <p:nvPr/>
        </p:nvSpPr>
        <p:spPr>
          <a:xfrm>
            <a:off x="5616173" y="5575451"/>
            <a:ext cx="594360" cy="57607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弧形 8">
            <a:extLst>
              <a:ext uri="{FF2B5EF4-FFF2-40B4-BE49-F238E27FC236}">
                <a16:creationId xmlns:a16="http://schemas.microsoft.com/office/drawing/2014/main" id="{7FA3A0DE-12FA-42B7-AECA-156C1F5790B2}"/>
              </a:ext>
            </a:extLst>
          </p:cNvPr>
          <p:cNvSpPr/>
          <p:nvPr/>
        </p:nvSpPr>
        <p:spPr>
          <a:xfrm rot="19382093">
            <a:off x="4741984" y="4739944"/>
            <a:ext cx="770117" cy="508517"/>
          </a:xfrm>
          <a:prstGeom prst="arc">
            <a:avLst>
              <a:gd name="adj1" fmla="val 16605450"/>
              <a:gd name="adj2" fmla="val 4701982"/>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7" name="弧形 16">
            <a:extLst>
              <a:ext uri="{FF2B5EF4-FFF2-40B4-BE49-F238E27FC236}">
                <a16:creationId xmlns:a16="http://schemas.microsoft.com/office/drawing/2014/main" id="{19413539-4160-4D04-B9D9-F69E95D4CE3F}"/>
              </a:ext>
            </a:extLst>
          </p:cNvPr>
          <p:cNvSpPr/>
          <p:nvPr/>
        </p:nvSpPr>
        <p:spPr>
          <a:xfrm rot="19382093">
            <a:off x="5624995" y="5528938"/>
            <a:ext cx="770117" cy="508517"/>
          </a:xfrm>
          <a:prstGeom prst="arc">
            <a:avLst>
              <a:gd name="adj1" fmla="val 16605450"/>
              <a:gd name="adj2" fmla="val 4701982"/>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椭圆 17">
            <a:extLst>
              <a:ext uri="{FF2B5EF4-FFF2-40B4-BE49-F238E27FC236}">
                <a16:creationId xmlns:a16="http://schemas.microsoft.com/office/drawing/2014/main" id="{2FA7F153-B629-4DA9-A5A7-88CE5CDBD35D}"/>
              </a:ext>
            </a:extLst>
          </p:cNvPr>
          <p:cNvSpPr/>
          <p:nvPr/>
        </p:nvSpPr>
        <p:spPr>
          <a:xfrm>
            <a:off x="5659035" y="5618464"/>
            <a:ext cx="508635" cy="49004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3" name="直接箭头连接符 22">
            <a:extLst>
              <a:ext uri="{FF2B5EF4-FFF2-40B4-BE49-F238E27FC236}">
                <a16:creationId xmlns:a16="http://schemas.microsoft.com/office/drawing/2014/main" id="{9964FD19-87F6-4475-9480-0DE4C015C1A2}"/>
              </a:ext>
            </a:extLst>
          </p:cNvPr>
          <p:cNvCxnSpPr>
            <a:stCxn id="3" idx="5"/>
            <a:endCxn id="18" idx="1"/>
          </p:cNvCxnSpPr>
          <p:nvPr/>
        </p:nvCxnSpPr>
        <p:spPr>
          <a:xfrm>
            <a:off x="5248482" y="5276584"/>
            <a:ext cx="485041" cy="41364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172F45FC-F264-4199-BA77-18F0CEDA4C1E}"/>
              </a:ext>
            </a:extLst>
          </p:cNvPr>
          <p:cNvCxnSpPr>
            <a:cxnSpLocks/>
          </p:cNvCxnSpPr>
          <p:nvPr/>
        </p:nvCxnSpPr>
        <p:spPr>
          <a:xfrm>
            <a:off x="4666487" y="4716921"/>
            <a:ext cx="171272" cy="16361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文本框 25">
            <a:extLst>
              <a:ext uri="{FF2B5EF4-FFF2-40B4-BE49-F238E27FC236}">
                <a16:creationId xmlns:a16="http://schemas.microsoft.com/office/drawing/2014/main" id="{A73C900D-5D07-4FC3-BA12-0FEEDC58FE5F}"/>
              </a:ext>
            </a:extLst>
          </p:cNvPr>
          <p:cNvSpPr txBox="1"/>
          <p:nvPr/>
        </p:nvSpPr>
        <p:spPr>
          <a:xfrm>
            <a:off x="4818572" y="4879399"/>
            <a:ext cx="439544" cy="369332"/>
          </a:xfrm>
          <a:prstGeom prst="rect">
            <a:avLst/>
          </a:prstGeom>
          <a:noFill/>
        </p:spPr>
        <p:txBody>
          <a:bodyPr wrap="none" rtlCol="0">
            <a:spAutoFit/>
          </a:bodyPr>
          <a:lstStyle/>
          <a:p>
            <a:r>
              <a:rPr lang="en-US" altLang="zh-CN" dirty="0"/>
              <a:t>q0</a:t>
            </a:r>
            <a:endParaRPr lang="zh-CN" altLang="en-US" dirty="0"/>
          </a:p>
        </p:txBody>
      </p:sp>
      <p:sp>
        <p:nvSpPr>
          <p:cNvPr id="27" name="文本框 26">
            <a:extLst>
              <a:ext uri="{FF2B5EF4-FFF2-40B4-BE49-F238E27FC236}">
                <a16:creationId xmlns:a16="http://schemas.microsoft.com/office/drawing/2014/main" id="{EBB9F987-3A1D-43DB-8B12-5D29B8D8B3C9}"/>
              </a:ext>
            </a:extLst>
          </p:cNvPr>
          <p:cNvSpPr txBox="1"/>
          <p:nvPr/>
        </p:nvSpPr>
        <p:spPr>
          <a:xfrm>
            <a:off x="5679551" y="5633815"/>
            <a:ext cx="439544" cy="369332"/>
          </a:xfrm>
          <a:prstGeom prst="rect">
            <a:avLst/>
          </a:prstGeom>
          <a:noFill/>
        </p:spPr>
        <p:txBody>
          <a:bodyPr wrap="none" rtlCol="0">
            <a:spAutoFit/>
          </a:bodyPr>
          <a:lstStyle/>
          <a:p>
            <a:r>
              <a:rPr lang="en-US" altLang="zh-CN" dirty="0"/>
              <a:t>q1</a:t>
            </a:r>
            <a:endParaRPr lang="zh-CN" altLang="en-US" dirty="0"/>
          </a:p>
        </p:txBody>
      </p:sp>
      <p:sp>
        <p:nvSpPr>
          <p:cNvPr id="28" name="文本框 27">
            <a:extLst>
              <a:ext uri="{FF2B5EF4-FFF2-40B4-BE49-F238E27FC236}">
                <a16:creationId xmlns:a16="http://schemas.microsoft.com/office/drawing/2014/main" id="{29AB3C6B-8B44-49D1-8E2B-338B96D4ADBD}"/>
              </a:ext>
            </a:extLst>
          </p:cNvPr>
          <p:cNvSpPr txBox="1"/>
          <p:nvPr/>
        </p:nvSpPr>
        <p:spPr>
          <a:xfrm>
            <a:off x="5344934" y="4510067"/>
            <a:ext cx="582211" cy="369332"/>
          </a:xfrm>
          <a:prstGeom prst="rect">
            <a:avLst/>
          </a:prstGeom>
          <a:noFill/>
        </p:spPr>
        <p:txBody>
          <a:bodyPr wrap="none" rtlCol="0">
            <a:spAutoFit/>
          </a:bodyPr>
          <a:lstStyle/>
          <a:p>
            <a:r>
              <a:rPr lang="en-US" altLang="zh-CN" dirty="0"/>
              <a:t>true</a:t>
            </a:r>
            <a:endParaRPr lang="zh-CN" altLang="en-US" dirty="0"/>
          </a:p>
        </p:txBody>
      </p:sp>
      <p:sp>
        <p:nvSpPr>
          <p:cNvPr id="29" name="文本框 28">
            <a:extLst>
              <a:ext uri="{FF2B5EF4-FFF2-40B4-BE49-F238E27FC236}">
                <a16:creationId xmlns:a16="http://schemas.microsoft.com/office/drawing/2014/main" id="{0B52FC7B-45CA-47D4-A74D-4100E9703AFC}"/>
              </a:ext>
            </a:extLst>
          </p:cNvPr>
          <p:cNvSpPr txBox="1"/>
          <p:nvPr/>
        </p:nvSpPr>
        <p:spPr>
          <a:xfrm>
            <a:off x="6238707" y="5163830"/>
            <a:ext cx="686406" cy="369332"/>
          </a:xfrm>
          <a:prstGeom prst="rect">
            <a:avLst/>
          </a:prstGeom>
          <a:noFill/>
        </p:spPr>
        <p:txBody>
          <a:bodyPr wrap="none" rtlCol="0">
            <a:spAutoFit/>
          </a:bodyPr>
          <a:lstStyle/>
          <a:p>
            <a:r>
              <a:rPr lang="en-US" altLang="zh-CN" dirty="0"/>
              <a:t>x = 0</a:t>
            </a:r>
            <a:endParaRPr lang="zh-CN" altLang="en-US" dirty="0"/>
          </a:p>
        </p:txBody>
      </p:sp>
      <p:sp>
        <p:nvSpPr>
          <p:cNvPr id="30" name="箭头: 下 29">
            <a:extLst>
              <a:ext uri="{FF2B5EF4-FFF2-40B4-BE49-F238E27FC236}">
                <a16:creationId xmlns:a16="http://schemas.microsoft.com/office/drawing/2014/main" id="{113E1B9D-D683-46BE-A6CB-E5DDDDD30572}"/>
              </a:ext>
            </a:extLst>
          </p:cNvPr>
          <p:cNvSpPr/>
          <p:nvPr/>
        </p:nvSpPr>
        <p:spPr>
          <a:xfrm>
            <a:off x="5024454" y="3900378"/>
            <a:ext cx="448056" cy="64922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a:extLst>
              <a:ext uri="{FF2B5EF4-FFF2-40B4-BE49-F238E27FC236}">
                <a16:creationId xmlns:a16="http://schemas.microsoft.com/office/drawing/2014/main" id="{303C8465-D275-41D9-8C1B-8C17D5F59E60}"/>
              </a:ext>
            </a:extLst>
          </p:cNvPr>
          <p:cNvSpPr txBox="1"/>
          <p:nvPr/>
        </p:nvSpPr>
        <p:spPr>
          <a:xfrm>
            <a:off x="5351382" y="5118083"/>
            <a:ext cx="686406" cy="369332"/>
          </a:xfrm>
          <a:prstGeom prst="rect">
            <a:avLst/>
          </a:prstGeom>
          <a:noFill/>
        </p:spPr>
        <p:txBody>
          <a:bodyPr wrap="none" rtlCol="0">
            <a:spAutoFit/>
          </a:bodyPr>
          <a:lstStyle/>
          <a:p>
            <a:r>
              <a:rPr lang="en-US" altLang="zh-CN" dirty="0"/>
              <a:t>x = 0</a:t>
            </a:r>
            <a:endParaRPr lang="zh-CN" altLang="en-US" dirty="0"/>
          </a:p>
        </p:txBody>
      </p:sp>
    </p:spTree>
    <p:extLst>
      <p:ext uri="{BB962C8B-B14F-4D97-AF65-F5344CB8AC3E}">
        <p14:creationId xmlns:p14="http://schemas.microsoft.com/office/powerpoint/2010/main" val="104916684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D14FA51-7B43-45B6-B4BA-07C281790264}"/>
              </a:ext>
            </a:extLst>
          </p:cNvPr>
          <p:cNvSpPr>
            <a:spLocks noGrp="1"/>
          </p:cNvSpPr>
          <p:nvPr>
            <p:ph type="title"/>
          </p:nvPr>
        </p:nvSpPr>
        <p:spPr/>
        <p:txBody>
          <a:bodyPr/>
          <a:lstStyle/>
          <a:p>
            <a:r>
              <a:rPr lang="zh-CN" altLang="en-US" dirty="0"/>
              <a:t>自动机交集</a:t>
            </a:r>
          </a:p>
        </p:txBody>
      </p:sp>
      <p:sp>
        <p:nvSpPr>
          <p:cNvPr id="4" name="灯片编号占位符 3">
            <a:extLst>
              <a:ext uri="{FF2B5EF4-FFF2-40B4-BE49-F238E27FC236}">
                <a16:creationId xmlns:a16="http://schemas.microsoft.com/office/drawing/2014/main" id="{4830068C-A3BF-4CE4-96CA-C7D51F9BA41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A0481EA-A5CC-4E5A-A0F7-AF97B322E728}"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pic>
        <p:nvPicPr>
          <p:cNvPr id="5" name="图片 4" descr="形状&#10;&#10;描述已自动生成">
            <a:extLst>
              <a:ext uri="{FF2B5EF4-FFF2-40B4-BE49-F238E27FC236}">
                <a16:creationId xmlns:a16="http://schemas.microsoft.com/office/drawing/2014/main" id="{DFF19F9B-D035-4BC9-9944-91B4B79DAF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2327" y="1848972"/>
            <a:ext cx="2086266" cy="2676899"/>
          </a:xfrm>
          <a:prstGeom prst="rect">
            <a:avLst/>
          </a:prstGeom>
        </p:spPr>
      </p:pic>
      <p:sp>
        <p:nvSpPr>
          <p:cNvPr id="7" name="乘号 6">
            <a:extLst>
              <a:ext uri="{FF2B5EF4-FFF2-40B4-BE49-F238E27FC236}">
                <a16:creationId xmlns:a16="http://schemas.microsoft.com/office/drawing/2014/main" id="{6610C00C-5A10-4EFA-AEEC-1896CABAA31D}"/>
              </a:ext>
            </a:extLst>
          </p:cNvPr>
          <p:cNvSpPr/>
          <p:nvPr/>
        </p:nvSpPr>
        <p:spPr>
          <a:xfrm>
            <a:off x="2904236" y="2760212"/>
            <a:ext cx="870788" cy="854417"/>
          </a:xfrm>
          <a:prstGeom prst="mathMultiply">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箭头: 右 7">
            <a:extLst>
              <a:ext uri="{FF2B5EF4-FFF2-40B4-BE49-F238E27FC236}">
                <a16:creationId xmlns:a16="http://schemas.microsoft.com/office/drawing/2014/main" id="{A50D953C-5943-41D1-A505-17F035E8FB08}"/>
              </a:ext>
            </a:extLst>
          </p:cNvPr>
          <p:cNvSpPr/>
          <p:nvPr/>
        </p:nvSpPr>
        <p:spPr>
          <a:xfrm>
            <a:off x="6375088" y="3037310"/>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Picture 2" descr="What is a Question Mark? - Answered - Twinkl Teaching Wiki">
            <a:extLst>
              <a:ext uri="{FF2B5EF4-FFF2-40B4-BE49-F238E27FC236}">
                <a16:creationId xmlns:a16="http://schemas.microsoft.com/office/drawing/2014/main" id="{B8D586EE-98B0-4E2B-9D36-E2998B59F3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53378" y="2339632"/>
            <a:ext cx="491120" cy="697678"/>
          </a:xfrm>
          <a:prstGeom prst="rect">
            <a:avLst/>
          </a:prstGeom>
          <a:noFill/>
          <a:extLst>
            <a:ext uri="{909E8E84-426E-40DD-AFC4-6F175D3DCCD1}">
              <a14:hiddenFill xmlns:a14="http://schemas.microsoft.com/office/drawing/2010/main">
                <a:solidFill>
                  <a:srgbClr val="FFFFFF"/>
                </a:solidFill>
              </a14:hiddenFill>
            </a:ext>
          </a:extLst>
        </p:spPr>
      </p:pic>
      <p:pic>
        <p:nvPicPr>
          <p:cNvPr id="10" name="图片 9">
            <a:extLst>
              <a:ext uri="{FF2B5EF4-FFF2-40B4-BE49-F238E27FC236}">
                <a16:creationId xmlns:a16="http://schemas.microsoft.com/office/drawing/2014/main" id="{2A4B9E57-1B89-9D5E-44D3-AF1B75E3753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88380" y="2728578"/>
            <a:ext cx="2177710" cy="1325563"/>
          </a:xfrm>
          <a:prstGeom prst="rect">
            <a:avLst/>
          </a:prstGeom>
        </p:spPr>
      </p:pic>
    </p:spTree>
    <p:extLst>
      <p:ext uri="{BB962C8B-B14F-4D97-AF65-F5344CB8AC3E}">
        <p14:creationId xmlns:p14="http://schemas.microsoft.com/office/powerpoint/2010/main" val="61839128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D14FA51-7B43-45B6-B4BA-07C281790264}"/>
              </a:ext>
            </a:extLst>
          </p:cNvPr>
          <p:cNvSpPr>
            <a:spLocks noGrp="1"/>
          </p:cNvSpPr>
          <p:nvPr>
            <p:ph type="title"/>
          </p:nvPr>
        </p:nvSpPr>
        <p:spPr/>
        <p:txBody>
          <a:bodyPr/>
          <a:lstStyle/>
          <a:p>
            <a:r>
              <a:rPr lang="zh-CN" altLang="en-US" dirty="0"/>
              <a:t>自动机交集</a:t>
            </a:r>
          </a:p>
        </p:txBody>
      </p:sp>
      <p:sp>
        <p:nvSpPr>
          <p:cNvPr id="4" name="灯片编号占位符 3">
            <a:extLst>
              <a:ext uri="{FF2B5EF4-FFF2-40B4-BE49-F238E27FC236}">
                <a16:creationId xmlns:a16="http://schemas.microsoft.com/office/drawing/2014/main" id="{4830068C-A3BF-4CE4-96CA-C7D51F9BA41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A0481EA-A5CC-4E5A-A0F7-AF97B322E728}"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pic>
        <p:nvPicPr>
          <p:cNvPr id="5" name="图片 4" descr="形状&#10;&#10;描述已自动生成">
            <a:extLst>
              <a:ext uri="{FF2B5EF4-FFF2-40B4-BE49-F238E27FC236}">
                <a16:creationId xmlns:a16="http://schemas.microsoft.com/office/drawing/2014/main" id="{DFF19F9B-D035-4BC9-9944-91B4B79DAF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2327" y="1848972"/>
            <a:ext cx="2086266" cy="2676899"/>
          </a:xfrm>
          <a:prstGeom prst="rect">
            <a:avLst/>
          </a:prstGeom>
        </p:spPr>
      </p:pic>
      <p:sp>
        <p:nvSpPr>
          <p:cNvPr id="7" name="乘号 6">
            <a:extLst>
              <a:ext uri="{FF2B5EF4-FFF2-40B4-BE49-F238E27FC236}">
                <a16:creationId xmlns:a16="http://schemas.microsoft.com/office/drawing/2014/main" id="{6610C00C-5A10-4EFA-AEEC-1896CABAA31D}"/>
              </a:ext>
            </a:extLst>
          </p:cNvPr>
          <p:cNvSpPr/>
          <p:nvPr/>
        </p:nvSpPr>
        <p:spPr>
          <a:xfrm>
            <a:off x="2904236" y="2760212"/>
            <a:ext cx="870788" cy="854417"/>
          </a:xfrm>
          <a:prstGeom prst="mathMultiply">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箭头: 右 7">
            <a:extLst>
              <a:ext uri="{FF2B5EF4-FFF2-40B4-BE49-F238E27FC236}">
                <a16:creationId xmlns:a16="http://schemas.microsoft.com/office/drawing/2014/main" id="{A50D953C-5943-41D1-A505-17F035E8FB08}"/>
              </a:ext>
            </a:extLst>
          </p:cNvPr>
          <p:cNvSpPr/>
          <p:nvPr/>
        </p:nvSpPr>
        <p:spPr>
          <a:xfrm>
            <a:off x="6375088" y="3037310"/>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Picture 2" descr="What is a Question Mark? - Answered - Twinkl Teaching Wiki">
            <a:extLst>
              <a:ext uri="{FF2B5EF4-FFF2-40B4-BE49-F238E27FC236}">
                <a16:creationId xmlns:a16="http://schemas.microsoft.com/office/drawing/2014/main" id="{B8D586EE-98B0-4E2B-9D36-E2998B59F3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53378" y="2339632"/>
            <a:ext cx="491120" cy="697678"/>
          </a:xfrm>
          <a:prstGeom prst="rect">
            <a:avLst/>
          </a:prstGeom>
          <a:noFill/>
          <a:extLst>
            <a:ext uri="{909E8E84-426E-40DD-AFC4-6F175D3DCCD1}">
              <a14:hiddenFill xmlns:a14="http://schemas.microsoft.com/office/drawing/2010/main">
                <a:solidFill>
                  <a:srgbClr val="FFFFFF"/>
                </a:solidFill>
              </a14:hiddenFill>
            </a:ext>
          </a:extLst>
        </p:spPr>
      </p:pic>
      <p:pic>
        <p:nvPicPr>
          <p:cNvPr id="12" name="图片 11" descr="图示&#10;&#10;描述已自动生成">
            <a:extLst>
              <a:ext uri="{FF2B5EF4-FFF2-40B4-BE49-F238E27FC236}">
                <a16:creationId xmlns:a16="http://schemas.microsoft.com/office/drawing/2014/main" id="{76E3799A-2653-4EE4-A450-C8DECA37C72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94499" y="2697955"/>
            <a:ext cx="2023228" cy="1325563"/>
          </a:xfrm>
          <a:prstGeom prst="rect">
            <a:avLst/>
          </a:prstGeom>
        </p:spPr>
      </p:pic>
    </p:spTree>
    <p:extLst>
      <p:ext uri="{BB962C8B-B14F-4D97-AF65-F5344CB8AC3E}">
        <p14:creationId xmlns:p14="http://schemas.microsoft.com/office/powerpoint/2010/main" val="93227773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D14FA51-7B43-45B6-B4BA-07C281790264}"/>
              </a:ext>
            </a:extLst>
          </p:cNvPr>
          <p:cNvSpPr>
            <a:spLocks noGrp="1"/>
          </p:cNvSpPr>
          <p:nvPr>
            <p:ph type="title"/>
          </p:nvPr>
        </p:nvSpPr>
        <p:spPr/>
        <p:txBody>
          <a:bodyPr/>
          <a:lstStyle/>
          <a:p>
            <a:r>
              <a:rPr lang="zh-CN" altLang="en-US" dirty="0"/>
              <a:t>自动机交集</a:t>
            </a:r>
          </a:p>
        </p:txBody>
      </p:sp>
      <p:sp>
        <p:nvSpPr>
          <p:cNvPr id="4" name="灯片编号占位符 3">
            <a:extLst>
              <a:ext uri="{FF2B5EF4-FFF2-40B4-BE49-F238E27FC236}">
                <a16:creationId xmlns:a16="http://schemas.microsoft.com/office/drawing/2014/main" id="{4830068C-A3BF-4CE4-96CA-C7D51F9BA41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A0481EA-A5CC-4E5A-A0F7-AF97B322E728}"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pic>
        <p:nvPicPr>
          <p:cNvPr id="5" name="图片 4" descr="形状&#10;&#10;描述已自动生成">
            <a:extLst>
              <a:ext uri="{FF2B5EF4-FFF2-40B4-BE49-F238E27FC236}">
                <a16:creationId xmlns:a16="http://schemas.microsoft.com/office/drawing/2014/main" id="{DFF19F9B-D035-4BC9-9944-91B4B79DAF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2327" y="1848972"/>
            <a:ext cx="2086266" cy="2676899"/>
          </a:xfrm>
          <a:prstGeom prst="rect">
            <a:avLst/>
          </a:prstGeom>
        </p:spPr>
      </p:pic>
      <p:sp>
        <p:nvSpPr>
          <p:cNvPr id="7" name="乘号 6">
            <a:extLst>
              <a:ext uri="{FF2B5EF4-FFF2-40B4-BE49-F238E27FC236}">
                <a16:creationId xmlns:a16="http://schemas.microsoft.com/office/drawing/2014/main" id="{6610C00C-5A10-4EFA-AEEC-1896CABAA31D}"/>
              </a:ext>
            </a:extLst>
          </p:cNvPr>
          <p:cNvSpPr/>
          <p:nvPr/>
        </p:nvSpPr>
        <p:spPr>
          <a:xfrm>
            <a:off x="2904236" y="2760212"/>
            <a:ext cx="870788" cy="854417"/>
          </a:xfrm>
          <a:prstGeom prst="mathMultiply">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箭头: 右 7">
            <a:extLst>
              <a:ext uri="{FF2B5EF4-FFF2-40B4-BE49-F238E27FC236}">
                <a16:creationId xmlns:a16="http://schemas.microsoft.com/office/drawing/2014/main" id="{A50D953C-5943-41D1-A505-17F035E8FB08}"/>
              </a:ext>
            </a:extLst>
          </p:cNvPr>
          <p:cNvSpPr/>
          <p:nvPr/>
        </p:nvSpPr>
        <p:spPr>
          <a:xfrm>
            <a:off x="6375088" y="3037310"/>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Picture 2" descr="What is a Question Mark? - Answered - Twinkl Teaching Wiki">
            <a:extLst>
              <a:ext uri="{FF2B5EF4-FFF2-40B4-BE49-F238E27FC236}">
                <a16:creationId xmlns:a16="http://schemas.microsoft.com/office/drawing/2014/main" id="{B8D586EE-98B0-4E2B-9D36-E2998B59F3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53378" y="2339632"/>
            <a:ext cx="491120" cy="697678"/>
          </a:xfrm>
          <a:prstGeom prst="rect">
            <a:avLst/>
          </a:prstGeom>
          <a:noFill/>
          <a:extLst>
            <a:ext uri="{909E8E84-426E-40DD-AFC4-6F175D3DCCD1}">
              <a14:hiddenFill xmlns:a14="http://schemas.microsoft.com/office/drawing/2010/main">
                <a:solidFill>
                  <a:srgbClr val="FFFFFF"/>
                </a:solidFill>
              </a14:hiddenFill>
            </a:ext>
          </a:extLst>
        </p:spPr>
      </p:pic>
      <p:pic>
        <p:nvPicPr>
          <p:cNvPr id="12" name="图片 11" descr="图示&#10;&#10;描述已自动生成">
            <a:extLst>
              <a:ext uri="{FF2B5EF4-FFF2-40B4-BE49-F238E27FC236}">
                <a16:creationId xmlns:a16="http://schemas.microsoft.com/office/drawing/2014/main" id="{76E3799A-2653-4EE4-A450-C8DECA37C72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94499" y="2697955"/>
            <a:ext cx="2023228" cy="1325563"/>
          </a:xfrm>
          <a:prstGeom prst="rect">
            <a:avLst/>
          </a:prstGeom>
        </p:spPr>
      </p:pic>
      <p:graphicFrame>
        <p:nvGraphicFramePr>
          <p:cNvPr id="3" name="表格 5">
            <a:extLst>
              <a:ext uri="{FF2B5EF4-FFF2-40B4-BE49-F238E27FC236}">
                <a16:creationId xmlns:a16="http://schemas.microsoft.com/office/drawing/2014/main" id="{AB6E7DAD-F945-4A8C-A12B-23B1E1214B9E}"/>
              </a:ext>
            </a:extLst>
          </p:cNvPr>
          <p:cNvGraphicFramePr>
            <a:graphicFrameLocks noGrp="1"/>
          </p:cNvGraphicFramePr>
          <p:nvPr/>
        </p:nvGraphicFramePr>
        <p:xfrm>
          <a:off x="4427245" y="1623376"/>
          <a:ext cx="7764755" cy="3474720"/>
        </p:xfrm>
        <a:graphic>
          <a:graphicData uri="http://schemas.openxmlformats.org/drawingml/2006/table">
            <a:tbl>
              <a:tblPr firstRow="1" bandRow="1">
                <a:tableStyleId>{5C22544A-7EE6-4342-B048-85BDC9FD1C3A}</a:tableStyleId>
              </a:tblPr>
              <a:tblGrid>
                <a:gridCol w="1552951">
                  <a:extLst>
                    <a:ext uri="{9D8B030D-6E8A-4147-A177-3AD203B41FA5}">
                      <a16:colId xmlns:a16="http://schemas.microsoft.com/office/drawing/2014/main" val="1661196337"/>
                    </a:ext>
                  </a:extLst>
                </a:gridCol>
                <a:gridCol w="1552951">
                  <a:extLst>
                    <a:ext uri="{9D8B030D-6E8A-4147-A177-3AD203B41FA5}">
                      <a16:colId xmlns:a16="http://schemas.microsoft.com/office/drawing/2014/main" val="2655271659"/>
                    </a:ext>
                  </a:extLst>
                </a:gridCol>
                <a:gridCol w="1552951">
                  <a:extLst>
                    <a:ext uri="{9D8B030D-6E8A-4147-A177-3AD203B41FA5}">
                      <a16:colId xmlns:a16="http://schemas.microsoft.com/office/drawing/2014/main" val="2697929873"/>
                    </a:ext>
                  </a:extLst>
                </a:gridCol>
                <a:gridCol w="1552951">
                  <a:extLst>
                    <a:ext uri="{9D8B030D-6E8A-4147-A177-3AD203B41FA5}">
                      <a16:colId xmlns:a16="http://schemas.microsoft.com/office/drawing/2014/main" val="243631540"/>
                    </a:ext>
                  </a:extLst>
                </a:gridCol>
                <a:gridCol w="1552951">
                  <a:extLst>
                    <a:ext uri="{9D8B030D-6E8A-4147-A177-3AD203B41FA5}">
                      <a16:colId xmlns:a16="http://schemas.microsoft.com/office/drawing/2014/main" val="199728605"/>
                    </a:ext>
                  </a:extLst>
                </a:gridCol>
              </a:tblGrid>
              <a:tr h="275198">
                <a:tc>
                  <a:txBody>
                    <a:bodyPr/>
                    <a:lstStyle/>
                    <a:p>
                      <a:endParaRPr lang="zh-CN" altLang="en-US"/>
                    </a:p>
                  </a:txBody>
                  <a:tcPr/>
                </a:tc>
                <a:tc>
                  <a:txBody>
                    <a:bodyPr/>
                    <a:lstStyle/>
                    <a:p>
                      <a:r>
                        <a:rPr lang="en-US" altLang="zh-CN" dirty="0"/>
                        <a:t>x=0,y=0</a:t>
                      </a:r>
                      <a:endParaRPr lang="zh-CN" altLang="en-US" dirty="0"/>
                    </a:p>
                  </a:txBody>
                  <a:tcPr/>
                </a:tc>
                <a:tc>
                  <a:txBody>
                    <a:bodyPr/>
                    <a:lstStyle/>
                    <a:p>
                      <a:r>
                        <a:rPr lang="en-US" altLang="zh-CN" dirty="0"/>
                        <a:t>x=1,y=2</a:t>
                      </a:r>
                      <a:endParaRPr lang="zh-CN" altLang="en-US" dirty="0"/>
                    </a:p>
                  </a:txBody>
                  <a:tcPr/>
                </a:tc>
                <a:tc>
                  <a:txBody>
                    <a:bodyPr/>
                    <a:lstStyle/>
                    <a:p>
                      <a:r>
                        <a:rPr lang="en-US" altLang="zh-CN" dirty="0"/>
                        <a:t>x=0,y=1</a:t>
                      </a:r>
                      <a:endParaRPr lang="zh-CN" altLang="en-US" dirty="0"/>
                    </a:p>
                  </a:txBody>
                  <a:tcPr/>
                </a:tc>
                <a:tc>
                  <a:txBody>
                    <a:bodyPr/>
                    <a:lstStyle/>
                    <a:p>
                      <a:r>
                        <a:rPr lang="en-US" altLang="zh-CN" dirty="0"/>
                        <a:t>x=2,y=3</a:t>
                      </a:r>
                      <a:endParaRPr lang="zh-CN" altLang="en-US" dirty="0"/>
                    </a:p>
                  </a:txBody>
                  <a:tcPr/>
                </a:tc>
                <a:extLst>
                  <a:ext uri="{0D108BD9-81ED-4DB2-BD59-A6C34878D82A}">
                    <a16:rowId xmlns:a16="http://schemas.microsoft.com/office/drawing/2014/main" val="2311767870"/>
                  </a:ext>
                </a:extLst>
              </a:tr>
              <a:tr h="371018">
                <a:tc>
                  <a:txBody>
                    <a:bodyPr/>
                    <a:lstStyle/>
                    <a:p>
                      <a:r>
                        <a:rPr lang="en-US" altLang="zh-CN" dirty="0"/>
                        <a:t>(l,q0)</a:t>
                      </a:r>
                      <a:endParaRPr lang="zh-CN" altLang="en-US" dirty="0"/>
                    </a:p>
                  </a:txBody>
                  <a:tcPr/>
                </a:tc>
                <a:tc>
                  <a:txBody>
                    <a:bodyPr/>
                    <a:lstStyle/>
                    <a:p>
                      <a:r>
                        <a:rPr lang="en-US" altLang="zh-CN" dirty="0"/>
                        <a:t>(s0, q0) (s0, q1)</a:t>
                      </a:r>
                      <a:endParaRPr lang="zh-CN" altLang="en-US" dirty="0"/>
                    </a:p>
                  </a:txBody>
                  <a:tcPr/>
                </a:tc>
                <a:tc>
                  <a:txBody>
                    <a:bodyPr/>
                    <a:lstStyle/>
                    <a:p>
                      <a:r>
                        <a:rPr lang="en-US" altLang="zh-CN" dirty="0"/>
                        <a:t>-</a:t>
                      </a:r>
                      <a:endParaRPr lang="zh-CN" altLang="en-US" dirty="0"/>
                    </a:p>
                  </a:txBody>
                  <a:tcPr/>
                </a:tc>
                <a:tc>
                  <a:txBody>
                    <a:bodyPr/>
                    <a:lstStyle/>
                    <a:p>
                      <a:r>
                        <a:rPr lang="en-US" altLang="zh-CN" dirty="0"/>
                        <a:t>-</a:t>
                      </a:r>
                      <a:endParaRPr lang="zh-CN" altLang="en-US" dirty="0"/>
                    </a:p>
                  </a:txBody>
                  <a:tcPr/>
                </a:tc>
                <a:tc>
                  <a:txBody>
                    <a:bodyPr/>
                    <a:lstStyle/>
                    <a:p>
                      <a:r>
                        <a:rPr lang="en-US" altLang="zh-CN" dirty="0"/>
                        <a:t>-</a:t>
                      </a:r>
                      <a:endParaRPr lang="zh-CN" altLang="en-US" dirty="0"/>
                    </a:p>
                  </a:txBody>
                  <a:tcPr/>
                </a:tc>
                <a:extLst>
                  <a:ext uri="{0D108BD9-81ED-4DB2-BD59-A6C34878D82A}">
                    <a16:rowId xmlns:a16="http://schemas.microsoft.com/office/drawing/2014/main" val="2902171827"/>
                  </a:ext>
                </a:extLst>
              </a:tr>
              <a:tr h="275198">
                <a:tc>
                  <a:txBody>
                    <a:bodyPr/>
                    <a:lstStyle/>
                    <a:p>
                      <a:r>
                        <a:rPr lang="en-US" altLang="zh-CN" dirty="0"/>
                        <a:t>(s0, q0)</a:t>
                      </a:r>
                      <a:endParaRPr lang="zh-CN" altLang="en-US" dirty="0"/>
                    </a:p>
                  </a:txBody>
                  <a:tcPr/>
                </a:tc>
                <a:tc>
                  <a:txBody>
                    <a:bodyPr/>
                    <a:lstStyle/>
                    <a:p>
                      <a:r>
                        <a:rPr lang="en-US" altLang="zh-CN" dirty="0"/>
                        <a:t>-</a:t>
                      </a:r>
                      <a:endParaRPr lang="zh-CN" altLang="en-US" dirty="0"/>
                    </a:p>
                  </a:txBody>
                  <a:tcPr/>
                </a:tc>
                <a:tc>
                  <a:txBody>
                    <a:bodyPr/>
                    <a:lstStyle/>
                    <a:p>
                      <a:r>
                        <a:rPr lang="en-US" altLang="zh-CN" dirty="0"/>
                        <a:t>(s1,q0)</a:t>
                      </a:r>
                      <a:endParaRPr lang="zh-CN" altLang="en-US" dirty="0"/>
                    </a:p>
                  </a:txBody>
                  <a:tcPr/>
                </a:tc>
                <a:tc>
                  <a:txBody>
                    <a:bodyPr/>
                    <a:lstStyle/>
                    <a:p>
                      <a:r>
                        <a:rPr lang="en-US" altLang="zh-CN" dirty="0"/>
                        <a:t>-</a:t>
                      </a:r>
                      <a:endParaRPr lang="zh-CN" altLang="en-US" dirty="0"/>
                    </a:p>
                  </a:txBody>
                  <a:tcPr/>
                </a:tc>
                <a:tc>
                  <a:txBody>
                    <a:bodyPr/>
                    <a:lstStyle/>
                    <a:p>
                      <a:r>
                        <a:rPr lang="en-US" altLang="zh-CN" dirty="0"/>
                        <a:t>-</a:t>
                      </a:r>
                      <a:endParaRPr lang="zh-CN" altLang="en-US" dirty="0"/>
                    </a:p>
                  </a:txBody>
                  <a:tcPr/>
                </a:tc>
                <a:extLst>
                  <a:ext uri="{0D108BD9-81ED-4DB2-BD59-A6C34878D82A}">
                    <a16:rowId xmlns:a16="http://schemas.microsoft.com/office/drawing/2014/main" val="701845404"/>
                  </a:ext>
                </a:extLst>
              </a:tr>
              <a:tr h="275198">
                <a:tc>
                  <a:txBody>
                    <a:bodyPr/>
                    <a:lstStyle/>
                    <a:p>
                      <a:r>
                        <a:rPr lang="en-US" altLang="zh-CN" dirty="0">
                          <a:solidFill>
                            <a:srgbClr val="FF0000"/>
                          </a:solidFill>
                        </a:rPr>
                        <a:t>(s0, q1)</a:t>
                      </a:r>
                      <a:endParaRPr lang="zh-CN" altLang="en-US" dirty="0">
                        <a:solidFill>
                          <a:srgbClr val="FF0000"/>
                        </a:solidFill>
                      </a:endParaRPr>
                    </a:p>
                  </a:txBody>
                  <a:tcPr/>
                </a:tc>
                <a:tc>
                  <a:txBody>
                    <a:bodyPr/>
                    <a:lstStyle/>
                    <a:p>
                      <a:r>
                        <a:rPr lang="en-US" altLang="zh-CN" dirty="0"/>
                        <a:t>-</a:t>
                      </a:r>
                      <a:endParaRPr lang="zh-CN" altLang="en-US" dirty="0"/>
                    </a:p>
                  </a:txBody>
                  <a:tcPr/>
                </a:tc>
                <a:tc>
                  <a:txBody>
                    <a:bodyPr/>
                    <a:lstStyle/>
                    <a:p>
                      <a:r>
                        <a:rPr lang="en-US" altLang="zh-CN" dirty="0"/>
                        <a:t>-</a:t>
                      </a:r>
                      <a:endParaRPr lang="zh-CN" altLang="en-US" dirty="0"/>
                    </a:p>
                  </a:txBody>
                  <a:tcPr/>
                </a:tc>
                <a:tc>
                  <a:txBody>
                    <a:bodyPr/>
                    <a:lstStyle/>
                    <a:p>
                      <a:r>
                        <a:rPr lang="en-US" altLang="zh-CN" dirty="0"/>
                        <a:t>-</a:t>
                      </a:r>
                      <a:endParaRPr lang="zh-CN" altLang="en-US" dirty="0"/>
                    </a:p>
                  </a:txBody>
                  <a:tcPr/>
                </a:tc>
                <a:tc>
                  <a:txBody>
                    <a:bodyPr/>
                    <a:lstStyle/>
                    <a:p>
                      <a:r>
                        <a:rPr lang="en-US" altLang="zh-CN" dirty="0"/>
                        <a:t>-</a:t>
                      </a:r>
                      <a:endParaRPr lang="zh-CN" altLang="en-US" dirty="0"/>
                    </a:p>
                  </a:txBody>
                  <a:tcPr/>
                </a:tc>
                <a:extLst>
                  <a:ext uri="{0D108BD9-81ED-4DB2-BD59-A6C34878D82A}">
                    <a16:rowId xmlns:a16="http://schemas.microsoft.com/office/drawing/2014/main" val="3277085101"/>
                  </a:ext>
                </a:extLst>
              </a:tr>
              <a:tr h="275198">
                <a:tc>
                  <a:txBody>
                    <a:bodyPr/>
                    <a:lstStyle/>
                    <a:p>
                      <a:r>
                        <a:rPr lang="en-US" altLang="zh-CN" dirty="0"/>
                        <a:t>(s1, q0)</a:t>
                      </a:r>
                      <a:endParaRPr lang="zh-CN" altLang="en-US" dirty="0"/>
                    </a:p>
                  </a:txBody>
                  <a:tcPr/>
                </a:tc>
                <a:tc>
                  <a:txBody>
                    <a:bodyPr/>
                    <a:lstStyle/>
                    <a:p>
                      <a:r>
                        <a:rPr lang="en-US" altLang="zh-CN" dirty="0"/>
                        <a:t>-</a:t>
                      </a:r>
                      <a:endParaRPr lang="zh-CN" altLang="en-US" dirty="0"/>
                    </a:p>
                  </a:txBody>
                  <a:tcPr/>
                </a:tc>
                <a:tc>
                  <a:txBody>
                    <a:bodyPr/>
                    <a:lstStyle/>
                    <a:p>
                      <a:r>
                        <a:rPr lang="en-US" altLang="zh-CN" dirty="0"/>
                        <a:t>-</a:t>
                      </a:r>
                      <a:endParaRPr lang="zh-CN" altLang="en-US" dirty="0"/>
                    </a:p>
                  </a:txBody>
                  <a:tcPr/>
                </a:tc>
                <a:tc>
                  <a:txBody>
                    <a:bodyPr/>
                    <a:lstStyle/>
                    <a:p>
                      <a:r>
                        <a:rPr lang="en-US" altLang="zh-CN" dirty="0"/>
                        <a:t>-</a:t>
                      </a:r>
                      <a:endParaRPr lang="zh-CN" altLang="en-US" dirty="0"/>
                    </a:p>
                  </a:txBody>
                  <a:tcPr/>
                </a:tc>
                <a:tc>
                  <a:txBody>
                    <a:bodyPr/>
                    <a:lstStyle/>
                    <a:p>
                      <a:r>
                        <a:rPr lang="en-US" altLang="zh-CN" dirty="0"/>
                        <a:t>(s2, q0)</a:t>
                      </a:r>
                      <a:endParaRPr lang="zh-CN" altLang="en-US" dirty="0"/>
                    </a:p>
                  </a:txBody>
                  <a:tcPr/>
                </a:tc>
                <a:extLst>
                  <a:ext uri="{0D108BD9-81ED-4DB2-BD59-A6C34878D82A}">
                    <a16:rowId xmlns:a16="http://schemas.microsoft.com/office/drawing/2014/main" val="3624778329"/>
                  </a:ext>
                </a:extLst>
              </a:tr>
              <a:tr h="371018">
                <a:tc>
                  <a:txBody>
                    <a:bodyPr/>
                    <a:lstStyle/>
                    <a:p>
                      <a:r>
                        <a:rPr lang="en-US" altLang="zh-CN" dirty="0"/>
                        <a:t>(s2, q0)</a:t>
                      </a:r>
                      <a:endParaRPr lang="zh-CN" altLang="en-US" dirty="0"/>
                    </a:p>
                  </a:txBody>
                  <a:tcPr/>
                </a:tc>
                <a:tc>
                  <a:txBody>
                    <a:bodyPr/>
                    <a:lstStyle/>
                    <a:p>
                      <a:r>
                        <a:rPr lang="en-US" altLang="zh-CN" dirty="0"/>
                        <a:t>-</a:t>
                      </a:r>
                      <a:endParaRPr lang="zh-CN" altLang="en-US" dirty="0"/>
                    </a:p>
                  </a:txBody>
                  <a:tcPr/>
                </a:tc>
                <a:tc>
                  <a:txBody>
                    <a:bodyPr/>
                    <a:lstStyle/>
                    <a:p>
                      <a:r>
                        <a:rPr lang="en-US" altLang="zh-CN" dirty="0"/>
                        <a:t>-</a:t>
                      </a:r>
                      <a:endParaRPr lang="zh-CN" altLang="en-US" dirty="0"/>
                    </a:p>
                  </a:txBody>
                  <a:tcPr/>
                </a:tc>
                <a:tc>
                  <a:txBody>
                    <a:bodyPr/>
                    <a:lstStyle/>
                    <a:p>
                      <a:r>
                        <a:rPr lang="en-US" altLang="zh-CN" dirty="0"/>
                        <a:t>(s3, q0) (s3, q1)</a:t>
                      </a:r>
                      <a:endParaRPr lang="zh-CN" altLang="en-US" dirty="0"/>
                    </a:p>
                  </a:txBody>
                  <a:tcPr/>
                </a:tc>
                <a:tc>
                  <a:txBody>
                    <a:bodyPr/>
                    <a:lstStyle/>
                    <a:p>
                      <a:r>
                        <a:rPr lang="en-US" altLang="zh-CN" dirty="0"/>
                        <a:t>-</a:t>
                      </a:r>
                      <a:endParaRPr lang="zh-CN" altLang="en-US" dirty="0"/>
                    </a:p>
                  </a:txBody>
                  <a:tcPr/>
                </a:tc>
                <a:extLst>
                  <a:ext uri="{0D108BD9-81ED-4DB2-BD59-A6C34878D82A}">
                    <a16:rowId xmlns:a16="http://schemas.microsoft.com/office/drawing/2014/main" val="3330850921"/>
                  </a:ext>
                </a:extLst>
              </a:tr>
              <a:tr h="275198">
                <a:tc>
                  <a:txBody>
                    <a:bodyPr/>
                    <a:lstStyle/>
                    <a:p>
                      <a:r>
                        <a:rPr lang="en-US" altLang="zh-CN" dirty="0"/>
                        <a:t>(s3, q0)</a:t>
                      </a:r>
                      <a:endParaRPr lang="zh-CN" altLang="en-US" dirty="0"/>
                    </a:p>
                  </a:txBody>
                  <a:tcPr/>
                </a:tc>
                <a:tc>
                  <a:txBody>
                    <a:bodyPr/>
                    <a:lstStyle/>
                    <a:p>
                      <a:r>
                        <a:rPr lang="en-US" altLang="zh-CN" dirty="0"/>
                        <a:t>-</a:t>
                      </a:r>
                      <a:endParaRPr lang="zh-CN" altLang="en-US" dirty="0"/>
                    </a:p>
                  </a:txBody>
                  <a:tcPr/>
                </a:tc>
                <a:tc>
                  <a:txBody>
                    <a:bodyPr/>
                    <a:lstStyle/>
                    <a:p>
                      <a:r>
                        <a:rPr lang="en-US" altLang="zh-CN" dirty="0"/>
                        <a:t>(s1, q0)</a:t>
                      </a:r>
                      <a:endParaRPr lang="zh-CN" altLang="en-US" dirty="0"/>
                    </a:p>
                  </a:txBody>
                  <a:tcPr/>
                </a:tc>
                <a:tc>
                  <a:txBody>
                    <a:bodyPr/>
                    <a:lstStyle/>
                    <a:p>
                      <a:r>
                        <a:rPr lang="en-US" altLang="zh-CN" dirty="0"/>
                        <a:t>-</a:t>
                      </a:r>
                      <a:endParaRPr lang="zh-CN" altLang="en-US" dirty="0"/>
                    </a:p>
                  </a:txBody>
                  <a:tcPr/>
                </a:tc>
                <a:tc>
                  <a:txBody>
                    <a:bodyPr/>
                    <a:lstStyle/>
                    <a:p>
                      <a:r>
                        <a:rPr lang="en-US" altLang="zh-CN" dirty="0"/>
                        <a:t>-</a:t>
                      </a:r>
                      <a:endParaRPr lang="zh-CN" altLang="en-US" dirty="0"/>
                    </a:p>
                  </a:txBody>
                  <a:tcPr/>
                </a:tc>
                <a:extLst>
                  <a:ext uri="{0D108BD9-81ED-4DB2-BD59-A6C34878D82A}">
                    <a16:rowId xmlns:a16="http://schemas.microsoft.com/office/drawing/2014/main" val="3909904981"/>
                  </a:ext>
                </a:extLst>
              </a:tr>
              <a:tr h="275198">
                <a:tc>
                  <a:txBody>
                    <a:bodyPr/>
                    <a:lstStyle/>
                    <a:p>
                      <a:r>
                        <a:rPr lang="en-US" altLang="zh-CN" dirty="0">
                          <a:solidFill>
                            <a:srgbClr val="FF0000"/>
                          </a:solidFill>
                        </a:rPr>
                        <a:t>(s3, q1)</a:t>
                      </a:r>
                      <a:endParaRPr lang="zh-CN" altLang="en-US" dirty="0">
                        <a:solidFill>
                          <a:srgbClr val="FF0000"/>
                        </a:solidFill>
                      </a:endParaRPr>
                    </a:p>
                  </a:txBody>
                  <a:tcPr/>
                </a:tc>
                <a:tc>
                  <a:txBody>
                    <a:bodyPr/>
                    <a:lstStyle/>
                    <a:p>
                      <a:r>
                        <a:rPr lang="en-US" altLang="zh-CN" dirty="0"/>
                        <a:t>-</a:t>
                      </a:r>
                      <a:endParaRPr lang="zh-CN" altLang="en-US" dirty="0"/>
                    </a:p>
                  </a:txBody>
                  <a:tcPr/>
                </a:tc>
                <a:tc>
                  <a:txBody>
                    <a:bodyPr/>
                    <a:lstStyle/>
                    <a:p>
                      <a:r>
                        <a:rPr lang="en-US" altLang="zh-CN" dirty="0"/>
                        <a:t>-</a:t>
                      </a:r>
                      <a:endParaRPr lang="zh-CN" altLang="en-US" dirty="0"/>
                    </a:p>
                  </a:txBody>
                  <a:tcPr/>
                </a:tc>
                <a:tc>
                  <a:txBody>
                    <a:bodyPr/>
                    <a:lstStyle/>
                    <a:p>
                      <a:r>
                        <a:rPr lang="en-US" altLang="zh-CN" dirty="0"/>
                        <a:t>-</a:t>
                      </a:r>
                      <a:endParaRPr lang="zh-CN" altLang="en-US" dirty="0"/>
                    </a:p>
                  </a:txBody>
                  <a:tcPr/>
                </a:tc>
                <a:tc>
                  <a:txBody>
                    <a:bodyPr/>
                    <a:lstStyle/>
                    <a:p>
                      <a:r>
                        <a:rPr lang="en-US" altLang="zh-CN" dirty="0"/>
                        <a:t>-</a:t>
                      </a:r>
                      <a:endParaRPr lang="zh-CN" altLang="en-US" dirty="0"/>
                    </a:p>
                  </a:txBody>
                  <a:tcPr/>
                </a:tc>
                <a:extLst>
                  <a:ext uri="{0D108BD9-81ED-4DB2-BD59-A6C34878D82A}">
                    <a16:rowId xmlns:a16="http://schemas.microsoft.com/office/drawing/2014/main" val="2875244734"/>
                  </a:ext>
                </a:extLst>
              </a:tr>
            </a:tbl>
          </a:graphicData>
        </a:graphic>
      </p:graphicFrame>
    </p:spTree>
    <p:extLst>
      <p:ext uri="{BB962C8B-B14F-4D97-AF65-F5344CB8AC3E}">
        <p14:creationId xmlns:p14="http://schemas.microsoft.com/office/powerpoint/2010/main" val="384503309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D14FA51-7B43-45B6-B4BA-07C281790264}"/>
              </a:ext>
            </a:extLst>
          </p:cNvPr>
          <p:cNvSpPr>
            <a:spLocks noGrp="1"/>
          </p:cNvSpPr>
          <p:nvPr>
            <p:ph type="title"/>
          </p:nvPr>
        </p:nvSpPr>
        <p:spPr/>
        <p:txBody>
          <a:bodyPr/>
          <a:lstStyle/>
          <a:p>
            <a:r>
              <a:rPr lang="zh-CN" altLang="en-US" dirty="0"/>
              <a:t>自动机交集</a:t>
            </a:r>
          </a:p>
        </p:txBody>
      </p:sp>
      <p:sp>
        <p:nvSpPr>
          <p:cNvPr id="4" name="灯片编号占位符 3">
            <a:extLst>
              <a:ext uri="{FF2B5EF4-FFF2-40B4-BE49-F238E27FC236}">
                <a16:creationId xmlns:a16="http://schemas.microsoft.com/office/drawing/2014/main" id="{4830068C-A3BF-4CE4-96CA-C7D51F9BA41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A0481EA-A5CC-4E5A-A0F7-AF97B322E728}"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pic>
        <p:nvPicPr>
          <p:cNvPr id="5" name="图片 4" descr="形状&#10;&#10;描述已自动生成">
            <a:extLst>
              <a:ext uri="{FF2B5EF4-FFF2-40B4-BE49-F238E27FC236}">
                <a16:creationId xmlns:a16="http://schemas.microsoft.com/office/drawing/2014/main" id="{DFF19F9B-D035-4BC9-9944-91B4B79DAF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2327" y="1848972"/>
            <a:ext cx="2086266" cy="2676899"/>
          </a:xfrm>
          <a:prstGeom prst="rect">
            <a:avLst/>
          </a:prstGeom>
        </p:spPr>
      </p:pic>
      <p:sp>
        <p:nvSpPr>
          <p:cNvPr id="7" name="乘号 6">
            <a:extLst>
              <a:ext uri="{FF2B5EF4-FFF2-40B4-BE49-F238E27FC236}">
                <a16:creationId xmlns:a16="http://schemas.microsoft.com/office/drawing/2014/main" id="{6610C00C-5A10-4EFA-AEEC-1896CABAA31D}"/>
              </a:ext>
            </a:extLst>
          </p:cNvPr>
          <p:cNvSpPr/>
          <p:nvPr/>
        </p:nvSpPr>
        <p:spPr>
          <a:xfrm>
            <a:off x="2904236" y="2760212"/>
            <a:ext cx="870788" cy="854417"/>
          </a:xfrm>
          <a:prstGeom prst="mathMultiply">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箭头: 右 7">
            <a:extLst>
              <a:ext uri="{FF2B5EF4-FFF2-40B4-BE49-F238E27FC236}">
                <a16:creationId xmlns:a16="http://schemas.microsoft.com/office/drawing/2014/main" id="{A50D953C-5943-41D1-A505-17F035E8FB08}"/>
              </a:ext>
            </a:extLst>
          </p:cNvPr>
          <p:cNvSpPr/>
          <p:nvPr/>
        </p:nvSpPr>
        <p:spPr>
          <a:xfrm>
            <a:off x="6375088" y="3037310"/>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Picture 2" descr="What is a Question Mark? - Answered - Twinkl Teaching Wiki">
            <a:extLst>
              <a:ext uri="{FF2B5EF4-FFF2-40B4-BE49-F238E27FC236}">
                <a16:creationId xmlns:a16="http://schemas.microsoft.com/office/drawing/2014/main" id="{B8D586EE-98B0-4E2B-9D36-E2998B59F3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53378" y="2339632"/>
            <a:ext cx="491120" cy="697678"/>
          </a:xfrm>
          <a:prstGeom prst="rect">
            <a:avLst/>
          </a:prstGeom>
          <a:noFill/>
          <a:extLst>
            <a:ext uri="{909E8E84-426E-40DD-AFC4-6F175D3DCCD1}">
              <a14:hiddenFill xmlns:a14="http://schemas.microsoft.com/office/drawing/2010/main">
                <a:solidFill>
                  <a:srgbClr val="FFFFFF"/>
                </a:solidFill>
              </a14:hiddenFill>
            </a:ext>
          </a:extLst>
        </p:spPr>
      </p:pic>
      <p:pic>
        <p:nvPicPr>
          <p:cNvPr id="12" name="图片 11" descr="图示&#10;&#10;描述已自动生成">
            <a:extLst>
              <a:ext uri="{FF2B5EF4-FFF2-40B4-BE49-F238E27FC236}">
                <a16:creationId xmlns:a16="http://schemas.microsoft.com/office/drawing/2014/main" id="{76E3799A-2653-4EE4-A450-C8DECA37C72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94499" y="2697955"/>
            <a:ext cx="2023228" cy="1325563"/>
          </a:xfrm>
          <a:prstGeom prst="rect">
            <a:avLst/>
          </a:prstGeom>
        </p:spPr>
      </p:pic>
      <p:pic>
        <p:nvPicPr>
          <p:cNvPr id="9" name="图片 8">
            <a:extLst>
              <a:ext uri="{FF2B5EF4-FFF2-40B4-BE49-F238E27FC236}">
                <a16:creationId xmlns:a16="http://schemas.microsoft.com/office/drawing/2014/main" id="{DDC6A13A-1E2B-49F3-9C18-BF5C586F01A0}"/>
              </a:ext>
            </a:extLst>
          </p:cNvPr>
          <p:cNvPicPr>
            <a:picLocks noChangeAspect="1"/>
          </p:cNvPicPr>
          <p:nvPr/>
        </p:nvPicPr>
        <p:blipFill>
          <a:blip r:embed="rId5"/>
          <a:stretch>
            <a:fillRect/>
          </a:stretch>
        </p:blipFill>
        <p:spPr>
          <a:xfrm rot="16200000">
            <a:off x="8080675" y="1244954"/>
            <a:ext cx="3143673" cy="4368091"/>
          </a:xfrm>
          <a:prstGeom prst="rect">
            <a:avLst/>
          </a:prstGeom>
        </p:spPr>
      </p:pic>
    </p:spTree>
    <p:extLst>
      <p:ext uri="{BB962C8B-B14F-4D97-AF65-F5344CB8AC3E}">
        <p14:creationId xmlns:p14="http://schemas.microsoft.com/office/powerpoint/2010/main" val="341123678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59B678-AEB8-4F20-8A50-7ED7A705C656}"/>
              </a:ext>
            </a:extLst>
          </p:cNvPr>
          <p:cNvSpPr>
            <a:spLocks noGrp="1"/>
          </p:cNvSpPr>
          <p:nvPr>
            <p:ph type="title"/>
          </p:nvPr>
        </p:nvSpPr>
        <p:spPr/>
        <p:txBody>
          <a:bodyPr/>
          <a:lstStyle/>
          <a:p>
            <a:r>
              <a:rPr lang="zh-CN" altLang="en-US" dirty="0"/>
              <a:t>测试的局限性</a:t>
            </a:r>
            <a:endParaRPr lang="en-US" dirty="0"/>
          </a:p>
        </p:txBody>
      </p:sp>
      <p:sp>
        <p:nvSpPr>
          <p:cNvPr id="3" name="内容占位符 2">
            <a:extLst>
              <a:ext uri="{FF2B5EF4-FFF2-40B4-BE49-F238E27FC236}">
                <a16:creationId xmlns:a16="http://schemas.microsoft.com/office/drawing/2014/main" id="{EC426E20-FB04-4DE0-B783-E545A0BC47F3}"/>
              </a:ext>
            </a:extLst>
          </p:cNvPr>
          <p:cNvSpPr>
            <a:spLocks noGrp="1"/>
          </p:cNvSpPr>
          <p:nvPr>
            <p:ph idx="1"/>
          </p:nvPr>
        </p:nvSpPr>
        <p:spPr/>
        <p:txBody>
          <a:bodyPr/>
          <a:lstStyle/>
          <a:p>
            <a:r>
              <a:rPr lang="zh-CN" altLang="en-US" dirty="0"/>
              <a:t>黑盒测试</a:t>
            </a:r>
            <a:endParaRPr lang="en-US" altLang="zh-CN" dirty="0"/>
          </a:p>
          <a:p>
            <a:pPr lvl="1"/>
            <a:r>
              <a:rPr lang="zh-CN" altLang="en-US" dirty="0"/>
              <a:t>不可能穷举所有的输入（测试用例）</a:t>
            </a:r>
            <a:endParaRPr lang="en-US" altLang="zh-CN" dirty="0"/>
          </a:p>
          <a:p>
            <a:endParaRPr lang="en-US" altLang="zh-CN" dirty="0"/>
          </a:p>
        </p:txBody>
      </p:sp>
      <p:sp>
        <p:nvSpPr>
          <p:cNvPr id="4" name="灯片编号占位符 3">
            <a:extLst>
              <a:ext uri="{FF2B5EF4-FFF2-40B4-BE49-F238E27FC236}">
                <a16:creationId xmlns:a16="http://schemas.microsoft.com/office/drawing/2014/main" id="{2C430438-D8FB-45CA-8B50-6E066D17E88C}"/>
              </a:ext>
            </a:extLst>
          </p:cNvPr>
          <p:cNvSpPr>
            <a:spLocks noGrp="1"/>
          </p:cNvSpPr>
          <p:nvPr>
            <p:ph type="sldNum" sz="quarter" idx="12"/>
          </p:nvPr>
        </p:nvSpPr>
        <p:spPr/>
        <p:txBody>
          <a:bodyPr/>
          <a:lstStyle/>
          <a:p>
            <a:fld id="{D601B896-082D-45BD-88CF-A240D299455E}" type="slidenum">
              <a:rPr lang="en-US" smtClean="0"/>
              <a:t>56</a:t>
            </a:fld>
            <a:endParaRPr lang="en-US"/>
          </a:p>
        </p:txBody>
      </p:sp>
      <p:sp>
        <p:nvSpPr>
          <p:cNvPr id="5" name="矩形: 圆角 4">
            <a:extLst>
              <a:ext uri="{FF2B5EF4-FFF2-40B4-BE49-F238E27FC236}">
                <a16:creationId xmlns:a16="http://schemas.microsoft.com/office/drawing/2014/main" id="{4FE43BDB-E4E0-4BD6-8E69-5ABD308D6573}"/>
              </a:ext>
            </a:extLst>
          </p:cNvPr>
          <p:cNvSpPr/>
          <p:nvPr/>
        </p:nvSpPr>
        <p:spPr>
          <a:xfrm>
            <a:off x="1678897" y="3282846"/>
            <a:ext cx="7644985" cy="914400"/>
          </a:xfrm>
          <a:prstGeom prst="round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dirty="0">
                <a:solidFill>
                  <a:schemeClr val="tx1"/>
                </a:solidFill>
              </a:rPr>
              <a:t>如果一个程序</a:t>
            </a:r>
            <a:r>
              <a:rPr lang="en-US" altLang="zh-CN" sz="2400" dirty="0">
                <a:solidFill>
                  <a:schemeClr val="tx1"/>
                </a:solidFill>
              </a:rPr>
              <a:t>P</a:t>
            </a:r>
            <a:r>
              <a:rPr lang="zh-CN" altLang="en-US" sz="2400" dirty="0">
                <a:solidFill>
                  <a:schemeClr val="tx1"/>
                </a:solidFill>
              </a:rPr>
              <a:t>的输入变量有</a:t>
            </a:r>
            <a:r>
              <a:rPr lang="en-US" altLang="zh-CN" sz="2400" dirty="0">
                <a:solidFill>
                  <a:schemeClr val="tx1"/>
                </a:solidFill>
              </a:rPr>
              <a:t>10</a:t>
            </a:r>
            <a:r>
              <a:rPr lang="zh-CN" altLang="en-US" sz="2400" dirty="0">
                <a:solidFill>
                  <a:schemeClr val="tx1"/>
                </a:solidFill>
              </a:rPr>
              <a:t>个，均为整型变量，那么在</a:t>
            </a:r>
            <a:r>
              <a:rPr lang="en-US" altLang="zh-CN" sz="2400" dirty="0">
                <a:solidFill>
                  <a:schemeClr val="tx1"/>
                </a:solidFill>
              </a:rPr>
              <a:t>64</a:t>
            </a:r>
            <a:r>
              <a:rPr lang="zh-CN" altLang="en-US" sz="2400" dirty="0">
                <a:solidFill>
                  <a:schemeClr val="tx1"/>
                </a:solidFill>
              </a:rPr>
              <a:t>位机器上测试用例约有多少组？</a:t>
            </a:r>
            <a:endParaRPr lang="en-US" sz="2400" dirty="0">
              <a:solidFill>
                <a:schemeClr val="tx1"/>
              </a:solidFill>
            </a:endParaRPr>
          </a:p>
        </p:txBody>
      </p:sp>
    </p:spTree>
    <p:extLst>
      <p:ext uri="{BB962C8B-B14F-4D97-AF65-F5344CB8AC3E}">
        <p14:creationId xmlns:p14="http://schemas.microsoft.com/office/powerpoint/2010/main" val="284582535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59B678-AEB8-4F20-8A50-7ED7A705C656}"/>
              </a:ext>
            </a:extLst>
          </p:cNvPr>
          <p:cNvSpPr>
            <a:spLocks noGrp="1"/>
          </p:cNvSpPr>
          <p:nvPr>
            <p:ph type="title"/>
          </p:nvPr>
        </p:nvSpPr>
        <p:spPr/>
        <p:txBody>
          <a:bodyPr/>
          <a:lstStyle/>
          <a:p>
            <a:r>
              <a:rPr lang="zh-CN" altLang="en-US" dirty="0"/>
              <a:t>测试的局限性</a:t>
            </a:r>
            <a:endParaRPr lang="en-US" dirty="0"/>
          </a:p>
        </p:txBody>
      </p:sp>
      <p:sp>
        <p:nvSpPr>
          <p:cNvPr id="3" name="内容占位符 2">
            <a:extLst>
              <a:ext uri="{FF2B5EF4-FFF2-40B4-BE49-F238E27FC236}">
                <a16:creationId xmlns:a16="http://schemas.microsoft.com/office/drawing/2014/main" id="{EC426E20-FB04-4DE0-B783-E545A0BC47F3}"/>
              </a:ext>
            </a:extLst>
          </p:cNvPr>
          <p:cNvSpPr>
            <a:spLocks noGrp="1"/>
          </p:cNvSpPr>
          <p:nvPr>
            <p:ph idx="1"/>
          </p:nvPr>
        </p:nvSpPr>
        <p:spPr/>
        <p:txBody>
          <a:bodyPr/>
          <a:lstStyle/>
          <a:p>
            <a:r>
              <a:rPr lang="zh-CN" altLang="en-US" dirty="0"/>
              <a:t>黑盒测试</a:t>
            </a:r>
            <a:endParaRPr lang="en-US" altLang="zh-CN" dirty="0"/>
          </a:p>
          <a:p>
            <a:pPr lvl="1"/>
            <a:r>
              <a:rPr lang="zh-CN" altLang="en-US" dirty="0"/>
              <a:t>不可能穷举所有的输入（测试用例）</a:t>
            </a:r>
            <a:endParaRPr lang="en-US" altLang="zh-CN" dirty="0"/>
          </a:p>
          <a:p>
            <a:endParaRPr lang="en-US" altLang="zh-CN" dirty="0"/>
          </a:p>
        </p:txBody>
      </p:sp>
      <p:sp>
        <p:nvSpPr>
          <p:cNvPr id="4" name="灯片编号占位符 3">
            <a:extLst>
              <a:ext uri="{FF2B5EF4-FFF2-40B4-BE49-F238E27FC236}">
                <a16:creationId xmlns:a16="http://schemas.microsoft.com/office/drawing/2014/main" id="{2C430438-D8FB-45CA-8B50-6E066D17E88C}"/>
              </a:ext>
            </a:extLst>
          </p:cNvPr>
          <p:cNvSpPr>
            <a:spLocks noGrp="1"/>
          </p:cNvSpPr>
          <p:nvPr>
            <p:ph type="sldNum" sz="quarter" idx="12"/>
          </p:nvPr>
        </p:nvSpPr>
        <p:spPr/>
        <p:txBody>
          <a:bodyPr/>
          <a:lstStyle/>
          <a:p>
            <a:fld id="{D601B896-082D-45BD-88CF-A240D299455E}" type="slidenum">
              <a:rPr lang="en-US" smtClean="0"/>
              <a:t>57</a:t>
            </a:fld>
            <a:endParaRPr lang="en-US"/>
          </a:p>
        </p:txBody>
      </p:sp>
      <p:sp>
        <p:nvSpPr>
          <p:cNvPr id="5" name="矩形: 圆角 4">
            <a:extLst>
              <a:ext uri="{FF2B5EF4-FFF2-40B4-BE49-F238E27FC236}">
                <a16:creationId xmlns:a16="http://schemas.microsoft.com/office/drawing/2014/main" id="{4FE43BDB-E4E0-4BD6-8E69-5ABD308D6573}"/>
              </a:ext>
            </a:extLst>
          </p:cNvPr>
          <p:cNvSpPr/>
          <p:nvPr/>
        </p:nvSpPr>
        <p:spPr>
          <a:xfrm>
            <a:off x="1678897" y="3282846"/>
            <a:ext cx="7644985" cy="914400"/>
          </a:xfrm>
          <a:prstGeom prst="round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dirty="0">
                <a:solidFill>
                  <a:schemeClr val="tx1"/>
                </a:solidFill>
              </a:rPr>
              <a:t>如果一个程序</a:t>
            </a:r>
            <a:r>
              <a:rPr lang="en-US" altLang="zh-CN" sz="2400" dirty="0">
                <a:solidFill>
                  <a:schemeClr val="tx1"/>
                </a:solidFill>
              </a:rPr>
              <a:t>P</a:t>
            </a:r>
            <a:r>
              <a:rPr lang="zh-CN" altLang="en-US" sz="2400" dirty="0">
                <a:solidFill>
                  <a:schemeClr val="tx1"/>
                </a:solidFill>
              </a:rPr>
              <a:t>的输入变量有</a:t>
            </a:r>
            <a:r>
              <a:rPr lang="en-US" altLang="zh-CN" sz="2400" dirty="0">
                <a:solidFill>
                  <a:schemeClr val="tx1"/>
                </a:solidFill>
              </a:rPr>
              <a:t>10</a:t>
            </a:r>
            <a:r>
              <a:rPr lang="zh-CN" altLang="en-US" sz="2400" dirty="0">
                <a:solidFill>
                  <a:schemeClr val="tx1"/>
                </a:solidFill>
              </a:rPr>
              <a:t>个，均为整型变量，那么在</a:t>
            </a:r>
            <a:r>
              <a:rPr lang="en-US" altLang="zh-CN" sz="2400" dirty="0">
                <a:solidFill>
                  <a:schemeClr val="tx1"/>
                </a:solidFill>
              </a:rPr>
              <a:t>64</a:t>
            </a:r>
            <a:r>
              <a:rPr lang="zh-CN" altLang="en-US" sz="2400" dirty="0">
                <a:solidFill>
                  <a:schemeClr val="tx1"/>
                </a:solidFill>
              </a:rPr>
              <a:t>位机器上测试用例约有多少组？</a:t>
            </a:r>
            <a:endParaRPr lang="en-US" sz="2400" dirty="0">
              <a:solidFill>
                <a:schemeClr val="tx1"/>
              </a:solidFill>
            </a:endParaRP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05AE2585-B6FB-4D39-B843-B763DA944F84}"/>
                  </a:ext>
                </a:extLst>
              </p:cNvPr>
              <p:cNvSpPr txBox="1"/>
              <p:nvPr/>
            </p:nvSpPr>
            <p:spPr>
              <a:xfrm>
                <a:off x="3117980" y="4935012"/>
                <a:ext cx="4766818"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3200" i="1" smtClean="0">
                              <a:latin typeface="Cambria Math" panose="02040503050406030204" pitchFamily="18" charset="0"/>
                            </a:rPr>
                          </m:ctrlPr>
                        </m:sSupPr>
                        <m:e>
                          <m:d>
                            <m:dPr>
                              <m:ctrlPr>
                                <a:rPr lang="en-US" sz="3200" i="1">
                                  <a:latin typeface="Cambria Math" panose="02040503050406030204" pitchFamily="18" charset="0"/>
                                </a:rPr>
                              </m:ctrlPr>
                            </m:dPr>
                            <m:e>
                              <m:sSup>
                                <m:sSupPr>
                                  <m:ctrlPr>
                                    <a:rPr lang="en-US" sz="3200" i="1">
                                      <a:latin typeface="Cambria Math" panose="02040503050406030204" pitchFamily="18" charset="0"/>
                                    </a:rPr>
                                  </m:ctrlPr>
                                </m:sSupPr>
                                <m:e>
                                  <m:r>
                                    <a:rPr lang="en-US" sz="3200">
                                      <a:latin typeface="Cambria Math" panose="02040503050406030204" pitchFamily="18" charset="0"/>
                                    </a:rPr>
                                    <m:t>2</m:t>
                                  </m:r>
                                </m:e>
                                <m:sup>
                                  <m:r>
                                    <a:rPr lang="en-US" sz="3200" i="0">
                                      <a:latin typeface="Cambria Math" panose="02040503050406030204" pitchFamily="18" charset="0"/>
                                    </a:rPr>
                                    <m:t>64</m:t>
                                  </m:r>
                                </m:sup>
                              </m:sSup>
                            </m:e>
                          </m:d>
                        </m:e>
                        <m:sup>
                          <m:r>
                            <a:rPr lang="en-US" sz="3200" i="0">
                              <a:latin typeface="Cambria Math" panose="02040503050406030204" pitchFamily="18" charset="0"/>
                            </a:rPr>
                            <m:t>10</m:t>
                          </m:r>
                        </m:sup>
                      </m:sSup>
                      <m:r>
                        <a:rPr lang="en-US" sz="3200" i="0">
                          <a:latin typeface="Cambria Math" panose="02040503050406030204" pitchFamily="18" charset="0"/>
                        </a:rPr>
                        <m:t>≈</m:t>
                      </m:r>
                      <m:sSup>
                        <m:sSupPr>
                          <m:ctrlPr>
                            <a:rPr lang="en-US" sz="3200" i="1">
                              <a:latin typeface="Cambria Math" panose="02040503050406030204" pitchFamily="18" charset="0"/>
                            </a:rPr>
                          </m:ctrlPr>
                        </m:sSupPr>
                        <m:e>
                          <m:d>
                            <m:dPr>
                              <m:ctrlPr>
                                <a:rPr lang="en-US" sz="3200" i="1">
                                  <a:latin typeface="Cambria Math" panose="02040503050406030204" pitchFamily="18" charset="0"/>
                                </a:rPr>
                              </m:ctrlPr>
                            </m:dPr>
                            <m:e>
                              <m:sSup>
                                <m:sSupPr>
                                  <m:ctrlPr>
                                    <a:rPr lang="en-US" sz="3200" i="1">
                                      <a:latin typeface="Cambria Math" panose="02040503050406030204" pitchFamily="18" charset="0"/>
                                    </a:rPr>
                                  </m:ctrlPr>
                                </m:sSupPr>
                                <m:e>
                                  <m:r>
                                    <a:rPr lang="en-US" sz="3200" i="0">
                                      <a:latin typeface="Cambria Math" panose="02040503050406030204" pitchFamily="18" charset="0"/>
                                    </a:rPr>
                                    <m:t>10</m:t>
                                  </m:r>
                                </m:e>
                                <m:sup>
                                  <m:r>
                                    <a:rPr lang="en-US" sz="3200" i="0">
                                      <a:latin typeface="Cambria Math" panose="02040503050406030204" pitchFamily="18" charset="0"/>
                                    </a:rPr>
                                    <m:t>3</m:t>
                                  </m:r>
                                </m:sup>
                              </m:sSup>
                            </m:e>
                          </m:d>
                        </m:e>
                        <m:sup>
                          <m:r>
                            <a:rPr lang="en-US" sz="3200" i="0">
                              <a:latin typeface="Cambria Math" panose="02040503050406030204" pitchFamily="18" charset="0"/>
                            </a:rPr>
                            <m:t>64</m:t>
                          </m:r>
                        </m:sup>
                      </m:sSup>
                      <m:r>
                        <a:rPr lang="en-US" sz="3200" i="0">
                          <a:latin typeface="Cambria Math" panose="02040503050406030204" pitchFamily="18" charset="0"/>
                        </a:rPr>
                        <m:t>=</m:t>
                      </m:r>
                      <m:sSup>
                        <m:sSupPr>
                          <m:ctrlPr>
                            <a:rPr lang="en-US" sz="3200" i="1">
                              <a:latin typeface="Cambria Math" panose="02040503050406030204" pitchFamily="18" charset="0"/>
                            </a:rPr>
                          </m:ctrlPr>
                        </m:sSupPr>
                        <m:e>
                          <m:r>
                            <a:rPr lang="en-US" sz="3200" i="0">
                              <a:latin typeface="Cambria Math" panose="02040503050406030204" pitchFamily="18" charset="0"/>
                            </a:rPr>
                            <m:t>10</m:t>
                          </m:r>
                        </m:e>
                        <m:sup>
                          <m:r>
                            <a:rPr lang="en-US" sz="3200" i="0">
                              <a:latin typeface="Cambria Math" panose="02040503050406030204" pitchFamily="18" charset="0"/>
                            </a:rPr>
                            <m:t>192</m:t>
                          </m:r>
                        </m:sup>
                      </m:sSup>
                    </m:oMath>
                  </m:oMathPara>
                </a14:m>
                <a:endParaRPr lang="en-US" sz="3200" dirty="0"/>
              </a:p>
            </p:txBody>
          </p:sp>
        </mc:Choice>
        <mc:Fallback xmlns="">
          <p:sp>
            <p:nvSpPr>
              <p:cNvPr id="8" name="文本框 7">
                <a:extLst>
                  <a:ext uri="{FF2B5EF4-FFF2-40B4-BE49-F238E27FC236}">
                    <a16:creationId xmlns:a16="http://schemas.microsoft.com/office/drawing/2014/main" id="{05AE2585-B6FB-4D39-B843-B763DA944F84}"/>
                  </a:ext>
                </a:extLst>
              </p:cNvPr>
              <p:cNvSpPr txBox="1">
                <a:spLocks noRot="1" noChangeAspect="1" noMove="1" noResize="1" noEditPoints="1" noAdjustHandles="1" noChangeArrowheads="1" noChangeShapeType="1" noTextEdit="1"/>
              </p:cNvSpPr>
              <p:nvPr/>
            </p:nvSpPr>
            <p:spPr>
              <a:xfrm>
                <a:off x="3117980" y="4935012"/>
                <a:ext cx="4766818" cy="492443"/>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29B93314-40AB-4EC2-8D1D-0554375BEB54}"/>
                  </a:ext>
                </a:extLst>
              </p:cNvPr>
              <p:cNvSpPr txBox="1"/>
              <p:nvPr/>
            </p:nvSpPr>
            <p:spPr>
              <a:xfrm>
                <a:off x="7884798" y="4919623"/>
                <a:ext cx="1288301" cy="523220"/>
              </a:xfrm>
              <a:prstGeom prst="rect">
                <a:avLst/>
              </a:prstGeom>
              <a:noFill/>
            </p:spPr>
            <p:txBody>
              <a:bodyPr wrap="none" rtlCol="0">
                <a:spAutoFit/>
              </a:bodyPr>
              <a:lstStyle/>
              <a:p>
                <a:r>
                  <a:rPr lang="en-US" altLang="zh-CN" sz="2800" dirty="0"/>
                  <a:t>&gt;&gt; </a:t>
                </a:r>
                <a14:m>
                  <m:oMath xmlns:m="http://schemas.openxmlformats.org/officeDocument/2006/math">
                    <m:sSup>
                      <m:sSupPr>
                        <m:ctrlPr>
                          <a:rPr lang="en-US" altLang="zh-CN" sz="2800" i="1">
                            <a:latin typeface="Cambria Math" panose="02040503050406030204" pitchFamily="18" charset="0"/>
                          </a:rPr>
                        </m:ctrlPr>
                      </m:sSupPr>
                      <m:e>
                        <m:r>
                          <a:rPr lang="en-US" altLang="zh-CN" sz="2800" b="0" i="0" smtClean="0">
                            <a:latin typeface="Cambria Math" panose="02040503050406030204" pitchFamily="18" charset="0"/>
                          </a:rPr>
                          <m:t>2</m:t>
                        </m:r>
                      </m:e>
                      <m:sup>
                        <m:r>
                          <a:rPr lang="en-US" altLang="zh-CN" sz="2800" i="0">
                            <a:latin typeface="Cambria Math" panose="02040503050406030204" pitchFamily="18" charset="0"/>
                          </a:rPr>
                          <m:t>1</m:t>
                        </m:r>
                        <m:r>
                          <a:rPr lang="en-US" altLang="zh-CN" sz="2800" b="0" i="1" smtClean="0">
                            <a:latin typeface="Cambria Math" panose="02040503050406030204" pitchFamily="18" charset="0"/>
                          </a:rPr>
                          <m:t>00</m:t>
                        </m:r>
                      </m:sup>
                    </m:sSup>
                  </m:oMath>
                </a14:m>
                <a:endParaRPr lang="zh-CN" altLang="en-US" sz="2800" dirty="0"/>
              </a:p>
            </p:txBody>
          </p:sp>
        </mc:Choice>
        <mc:Fallback xmlns="">
          <p:sp>
            <p:nvSpPr>
              <p:cNvPr id="6" name="文本框 5">
                <a:extLst>
                  <a:ext uri="{FF2B5EF4-FFF2-40B4-BE49-F238E27FC236}">
                    <a16:creationId xmlns:a16="http://schemas.microsoft.com/office/drawing/2014/main" id="{29B93314-40AB-4EC2-8D1D-0554375BEB54}"/>
                  </a:ext>
                </a:extLst>
              </p:cNvPr>
              <p:cNvSpPr txBox="1">
                <a:spLocks noRot="1" noChangeAspect="1" noMove="1" noResize="1" noEditPoints="1" noAdjustHandles="1" noChangeArrowheads="1" noChangeShapeType="1" noTextEdit="1"/>
              </p:cNvSpPr>
              <p:nvPr/>
            </p:nvSpPr>
            <p:spPr>
              <a:xfrm>
                <a:off x="7884798" y="4919623"/>
                <a:ext cx="1288301" cy="523220"/>
              </a:xfrm>
              <a:prstGeom prst="rect">
                <a:avLst/>
              </a:prstGeom>
              <a:blipFill>
                <a:blip r:embed="rId3"/>
                <a:stretch>
                  <a:fillRect l="-9434" t="-10465" b="-3255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19353613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59B678-AEB8-4F20-8A50-7ED7A705C656}"/>
              </a:ext>
            </a:extLst>
          </p:cNvPr>
          <p:cNvSpPr>
            <a:spLocks noGrp="1"/>
          </p:cNvSpPr>
          <p:nvPr>
            <p:ph type="title"/>
          </p:nvPr>
        </p:nvSpPr>
        <p:spPr/>
        <p:txBody>
          <a:bodyPr/>
          <a:lstStyle/>
          <a:p>
            <a:r>
              <a:rPr lang="zh-CN" altLang="en-US" dirty="0"/>
              <a:t>测试的局限性</a:t>
            </a:r>
            <a:endParaRPr lang="en-US" dirty="0"/>
          </a:p>
        </p:txBody>
      </p:sp>
      <p:sp>
        <p:nvSpPr>
          <p:cNvPr id="3" name="内容占位符 2">
            <a:extLst>
              <a:ext uri="{FF2B5EF4-FFF2-40B4-BE49-F238E27FC236}">
                <a16:creationId xmlns:a16="http://schemas.microsoft.com/office/drawing/2014/main" id="{EC426E20-FB04-4DE0-B783-E545A0BC47F3}"/>
              </a:ext>
            </a:extLst>
          </p:cNvPr>
          <p:cNvSpPr>
            <a:spLocks noGrp="1"/>
          </p:cNvSpPr>
          <p:nvPr>
            <p:ph idx="1"/>
          </p:nvPr>
        </p:nvSpPr>
        <p:spPr/>
        <p:txBody>
          <a:bodyPr/>
          <a:lstStyle/>
          <a:p>
            <a:r>
              <a:rPr lang="zh-CN" altLang="en-US" dirty="0"/>
              <a:t>黑盒测试</a:t>
            </a:r>
            <a:endParaRPr lang="en-US" altLang="zh-CN" dirty="0"/>
          </a:p>
          <a:p>
            <a:pPr lvl="1"/>
            <a:r>
              <a:rPr lang="zh-CN" altLang="en-US" dirty="0"/>
              <a:t>不可能穷举所有的输入（测试用例）</a:t>
            </a:r>
            <a:endParaRPr lang="en-US" altLang="zh-CN" dirty="0"/>
          </a:p>
          <a:p>
            <a:endParaRPr lang="en-US" altLang="zh-CN" dirty="0"/>
          </a:p>
        </p:txBody>
      </p:sp>
      <p:sp>
        <p:nvSpPr>
          <p:cNvPr id="4" name="灯片编号占位符 3">
            <a:extLst>
              <a:ext uri="{FF2B5EF4-FFF2-40B4-BE49-F238E27FC236}">
                <a16:creationId xmlns:a16="http://schemas.microsoft.com/office/drawing/2014/main" id="{2C430438-D8FB-45CA-8B50-6E066D17E88C}"/>
              </a:ext>
            </a:extLst>
          </p:cNvPr>
          <p:cNvSpPr>
            <a:spLocks noGrp="1"/>
          </p:cNvSpPr>
          <p:nvPr>
            <p:ph type="sldNum" sz="quarter" idx="12"/>
          </p:nvPr>
        </p:nvSpPr>
        <p:spPr/>
        <p:txBody>
          <a:bodyPr/>
          <a:lstStyle/>
          <a:p>
            <a:fld id="{D601B896-082D-45BD-88CF-A240D299455E}" type="slidenum">
              <a:rPr lang="en-US" smtClean="0"/>
              <a:t>58</a:t>
            </a:fld>
            <a:endParaRPr lang="en-US"/>
          </a:p>
        </p:txBody>
      </p:sp>
      <p:sp>
        <p:nvSpPr>
          <p:cNvPr id="5" name="矩形: 圆角 4">
            <a:extLst>
              <a:ext uri="{FF2B5EF4-FFF2-40B4-BE49-F238E27FC236}">
                <a16:creationId xmlns:a16="http://schemas.microsoft.com/office/drawing/2014/main" id="{4FE43BDB-E4E0-4BD6-8E69-5ABD308D6573}"/>
              </a:ext>
            </a:extLst>
          </p:cNvPr>
          <p:cNvSpPr/>
          <p:nvPr/>
        </p:nvSpPr>
        <p:spPr>
          <a:xfrm>
            <a:off x="1678897" y="3282846"/>
            <a:ext cx="7644985" cy="914400"/>
          </a:xfrm>
          <a:prstGeom prst="round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dirty="0">
                <a:solidFill>
                  <a:schemeClr val="tx1"/>
                </a:solidFill>
              </a:rPr>
              <a:t>如果一个程序</a:t>
            </a:r>
            <a:r>
              <a:rPr lang="en-US" altLang="zh-CN" sz="2400" dirty="0">
                <a:solidFill>
                  <a:schemeClr val="tx1"/>
                </a:solidFill>
              </a:rPr>
              <a:t>P</a:t>
            </a:r>
            <a:r>
              <a:rPr lang="zh-CN" altLang="en-US" sz="2400" dirty="0">
                <a:solidFill>
                  <a:schemeClr val="tx1"/>
                </a:solidFill>
              </a:rPr>
              <a:t>的输入变量有</a:t>
            </a:r>
            <a:r>
              <a:rPr lang="en-US" altLang="zh-CN" sz="2400" dirty="0">
                <a:solidFill>
                  <a:schemeClr val="tx1"/>
                </a:solidFill>
              </a:rPr>
              <a:t>10</a:t>
            </a:r>
            <a:r>
              <a:rPr lang="zh-CN" altLang="en-US" sz="2400" dirty="0">
                <a:solidFill>
                  <a:schemeClr val="tx1"/>
                </a:solidFill>
              </a:rPr>
              <a:t>个，均为整型变量，那么在</a:t>
            </a:r>
            <a:r>
              <a:rPr lang="en-US" altLang="zh-CN" sz="2400" dirty="0">
                <a:solidFill>
                  <a:schemeClr val="tx1"/>
                </a:solidFill>
              </a:rPr>
              <a:t>64</a:t>
            </a:r>
            <a:r>
              <a:rPr lang="zh-CN" altLang="en-US" sz="2400" dirty="0">
                <a:solidFill>
                  <a:schemeClr val="tx1"/>
                </a:solidFill>
              </a:rPr>
              <a:t>位机器上测试用例约有多少组？</a:t>
            </a:r>
            <a:endParaRPr lang="en-US" sz="2400" dirty="0">
              <a:solidFill>
                <a:schemeClr val="tx1"/>
              </a:solidFill>
            </a:endParaRP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05AE2585-B6FB-4D39-B843-B763DA944F84}"/>
                  </a:ext>
                </a:extLst>
              </p:cNvPr>
              <p:cNvSpPr txBox="1"/>
              <p:nvPr/>
            </p:nvSpPr>
            <p:spPr>
              <a:xfrm>
                <a:off x="3117980" y="4935012"/>
                <a:ext cx="4766818"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3200" i="1" smtClean="0">
                              <a:latin typeface="Cambria Math" panose="02040503050406030204" pitchFamily="18" charset="0"/>
                            </a:rPr>
                          </m:ctrlPr>
                        </m:sSupPr>
                        <m:e>
                          <m:d>
                            <m:dPr>
                              <m:ctrlPr>
                                <a:rPr lang="en-US" sz="3200" i="1">
                                  <a:latin typeface="Cambria Math" panose="02040503050406030204" pitchFamily="18" charset="0"/>
                                </a:rPr>
                              </m:ctrlPr>
                            </m:dPr>
                            <m:e>
                              <m:sSup>
                                <m:sSupPr>
                                  <m:ctrlPr>
                                    <a:rPr lang="en-US" sz="3200" i="1">
                                      <a:latin typeface="Cambria Math" panose="02040503050406030204" pitchFamily="18" charset="0"/>
                                    </a:rPr>
                                  </m:ctrlPr>
                                </m:sSupPr>
                                <m:e>
                                  <m:r>
                                    <a:rPr lang="en-US" sz="3200">
                                      <a:latin typeface="Cambria Math" panose="02040503050406030204" pitchFamily="18" charset="0"/>
                                    </a:rPr>
                                    <m:t>2</m:t>
                                  </m:r>
                                </m:e>
                                <m:sup>
                                  <m:r>
                                    <a:rPr lang="en-US" sz="3200" i="0">
                                      <a:latin typeface="Cambria Math" panose="02040503050406030204" pitchFamily="18" charset="0"/>
                                    </a:rPr>
                                    <m:t>64</m:t>
                                  </m:r>
                                </m:sup>
                              </m:sSup>
                            </m:e>
                          </m:d>
                        </m:e>
                        <m:sup>
                          <m:r>
                            <a:rPr lang="en-US" sz="3200" i="0">
                              <a:latin typeface="Cambria Math" panose="02040503050406030204" pitchFamily="18" charset="0"/>
                            </a:rPr>
                            <m:t>10</m:t>
                          </m:r>
                        </m:sup>
                      </m:sSup>
                      <m:r>
                        <a:rPr lang="en-US" sz="3200" i="0">
                          <a:latin typeface="Cambria Math" panose="02040503050406030204" pitchFamily="18" charset="0"/>
                        </a:rPr>
                        <m:t>≈</m:t>
                      </m:r>
                      <m:sSup>
                        <m:sSupPr>
                          <m:ctrlPr>
                            <a:rPr lang="en-US" sz="3200" i="1">
                              <a:latin typeface="Cambria Math" panose="02040503050406030204" pitchFamily="18" charset="0"/>
                            </a:rPr>
                          </m:ctrlPr>
                        </m:sSupPr>
                        <m:e>
                          <m:d>
                            <m:dPr>
                              <m:ctrlPr>
                                <a:rPr lang="en-US" sz="3200" i="1">
                                  <a:latin typeface="Cambria Math" panose="02040503050406030204" pitchFamily="18" charset="0"/>
                                </a:rPr>
                              </m:ctrlPr>
                            </m:dPr>
                            <m:e>
                              <m:sSup>
                                <m:sSupPr>
                                  <m:ctrlPr>
                                    <a:rPr lang="en-US" sz="3200" i="1">
                                      <a:latin typeface="Cambria Math" panose="02040503050406030204" pitchFamily="18" charset="0"/>
                                    </a:rPr>
                                  </m:ctrlPr>
                                </m:sSupPr>
                                <m:e>
                                  <m:r>
                                    <a:rPr lang="en-US" sz="3200" i="0">
                                      <a:latin typeface="Cambria Math" panose="02040503050406030204" pitchFamily="18" charset="0"/>
                                    </a:rPr>
                                    <m:t>10</m:t>
                                  </m:r>
                                </m:e>
                                <m:sup>
                                  <m:r>
                                    <a:rPr lang="en-US" sz="3200" i="0">
                                      <a:latin typeface="Cambria Math" panose="02040503050406030204" pitchFamily="18" charset="0"/>
                                    </a:rPr>
                                    <m:t>3</m:t>
                                  </m:r>
                                </m:sup>
                              </m:sSup>
                            </m:e>
                          </m:d>
                        </m:e>
                        <m:sup>
                          <m:r>
                            <a:rPr lang="en-US" sz="3200" i="0">
                              <a:latin typeface="Cambria Math" panose="02040503050406030204" pitchFamily="18" charset="0"/>
                            </a:rPr>
                            <m:t>64</m:t>
                          </m:r>
                        </m:sup>
                      </m:sSup>
                      <m:r>
                        <a:rPr lang="en-US" sz="3200" i="0">
                          <a:latin typeface="Cambria Math" panose="02040503050406030204" pitchFamily="18" charset="0"/>
                        </a:rPr>
                        <m:t>=</m:t>
                      </m:r>
                      <m:sSup>
                        <m:sSupPr>
                          <m:ctrlPr>
                            <a:rPr lang="en-US" sz="3200" i="1">
                              <a:latin typeface="Cambria Math" panose="02040503050406030204" pitchFamily="18" charset="0"/>
                            </a:rPr>
                          </m:ctrlPr>
                        </m:sSupPr>
                        <m:e>
                          <m:r>
                            <a:rPr lang="en-US" sz="3200" i="0">
                              <a:latin typeface="Cambria Math" panose="02040503050406030204" pitchFamily="18" charset="0"/>
                            </a:rPr>
                            <m:t>10</m:t>
                          </m:r>
                        </m:e>
                        <m:sup>
                          <m:r>
                            <a:rPr lang="en-US" sz="3200" i="0">
                              <a:latin typeface="Cambria Math" panose="02040503050406030204" pitchFamily="18" charset="0"/>
                            </a:rPr>
                            <m:t>192</m:t>
                          </m:r>
                        </m:sup>
                      </m:sSup>
                    </m:oMath>
                  </m:oMathPara>
                </a14:m>
                <a:endParaRPr lang="en-US" sz="3200" dirty="0"/>
              </a:p>
            </p:txBody>
          </p:sp>
        </mc:Choice>
        <mc:Fallback xmlns="">
          <p:sp>
            <p:nvSpPr>
              <p:cNvPr id="8" name="文本框 7">
                <a:extLst>
                  <a:ext uri="{FF2B5EF4-FFF2-40B4-BE49-F238E27FC236}">
                    <a16:creationId xmlns:a16="http://schemas.microsoft.com/office/drawing/2014/main" id="{05AE2585-B6FB-4D39-B843-B763DA944F84}"/>
                  </a:ext>
                </a:extLst>
              </p:cNvPr>
              <p:cNvSpPr txBox="1">
                <a:spLocks noRot="1" noChangeAspect="1" noMove="1" noResize="1" noEditPoints="1" noAdjustHandles="1" noChangeArrowheads="1" noChangeShapeType="1" noTextEdit="1"/>
              </p:cNvSpPr>
              <p:nvPr/>
            </p:nvSpPr>
            <p:spPr>
              <a:xfrm>
                <a:off x="3117980" y="4935012"/>
                <a:ext cx="4766818" cy="492443"/>
              </a:xfrm>
              <a:prstGeom prst="rect">
                <a:avLst/>
              </a:prstGeom>
              <a:blipFill>
                <a:blip r:embed="rId2"/>
                <a:stretch>
                  <a:fillRect/>
                </a:stretch>
              </a:blipFill>
            </p:spPr>
            <p:txBody>
              <a:bodyPr/>
              <a:lstStyle/>
              <a:p>
                <a:r>
                  <a:rPr lang="en-US">
                    <a:noFill/>
                  </a:rPr>
                  <a:t> </a:t>
                </a:r>
              </a:p>
            </p:txBody>
          </p:sp>
        </mc:Fallback>
      </mc:AlternateContent>
      <p:sp>
        <p:nvSpPr>
          <p:cNvPr id="6" name="文本框 5">
            <a:extLst>
              <a:ext uri="{FF2B5EF4-FFF2-40B4-BE49-F238E27FC236}">
                <a16:creationId xmlns:a16="http://schemas.microsoft.com/office/drawing/2014/main" id="{B68EA7FB-AA21-4674-B85C-E10F0D07A139}"/>
              </a:ext>
            </a:extLst>
          </p:cNvPr>
          <p:cNvSpPr txBox="1"/>
          <p:nvPr/>
        </p:nvSpPr>
        <p:spPr>
          <a:xfrm>
            <a:off x="8274570" y="5427455"/>
            <a:ext cx="3416320" cy="646331"/>
          </a:xfrm>
          <a:prstGeom prst="rect">
            <a:avLst/>
          </a:prstGeom>
          <a:noFill/>
        </p:spPr>
        <p:txBody>
          <a:bodyPr wrap="none" rtlCol="0">
            <a:spAutoFit/>
          </a:bodyPr>
          <a:lstStyle/>
          <a:p>
            <a:r>
              <a:rPr lang="zh-CN" altLang="en-US" sz="3600" dirty="0">
                <a:solidFill>
                  <a:srgbClr val="C00000"/>
                </a:solidFill>
              </a:rPr>
              <a:t>状态空间爆炸！</a:t>
            </a:r>
            <a:endParaRPr lang="en-US" sz="3600" dirty="0">
              <a:solidFill>
                <a:srgbClr val="C00000"/>
              </a:solidFill>
            </a:endParaRP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41D039C0-4655-43D6-A266-BA1DACEF154E}"/>
                  </a:ext>
                </a:extLst>
              </p:cNvPr>
              <p:cNvSpPr txBox="1"/>
              <p:nvPr/>
            </p:nvSpPr>
            <p:spPr>
              <a:xfrm>
                <a:off x="7884798" y="4919623"/>
                <a:ext cx="1288301" cy="523220"/>
              </a:xfrm>
              <a:prstGeom prst="rect">
                <a:avLst/>
              </a:prstGeom>
              <a:noFill/>
            </p:spPr>
            <p:txBody>
              <a:bodyPr wrap="none" rtlCol="0">
                <a:spAutoFit/>
              </a:bodyPr>
              <a:lstStyle/>
              <a:p>
                <a:r>
                  <a:rPr lang="en-US" altLang="zh-CN" sz="2800" dirty="0"/>
                  <a:t>&gt;&gt; </a:t>
                </a:r>
                <a14:m>
                  <m:oMath xmlns:m="http://schemas.openxmlformats.org/officeDocument/2006/math">
                    <m:sSup>
                      <m:sSupPr>
                        <m:ctrlPr>
                          <a:rPr lang="en-US" altLang="zh-CN" sz="2800" i="1">
                            <a:latin typeface="Cambria Math" panose="02040503050406030204" pitchFamily="18" charset="0"/>
                          </a:rPr>
                        </m:ctrlPr>
                      </m:sSupPr>
                      <m:e>
                        <m:r>
                          <a:rPr lang="en-US" altLang="zh-CN" sz="2800" b="0" i="0" smtClean="0">
                            <a:latin typeface="Cambria Math" panose="02040503050406030204" pitchFamily="18" charset="0"/>
                          </a:rPr>
                          <m:t>2</m:t>
                        </m:r>
                      </m:e>
                      <m:sup>
                        <m:r>
                          <a:rPr lang="en-US" altLang="zh-CN" sz="2800" i="0">
                            <a:latin typeface="Cambria Math" panose="02040503050406030204" pitchFamily="18" charset="0"/>
                          </a:rPr>
                          <m:t>1</m:t>
                        </m:r>
                        <m:r>
                          <a:rPr lang="en-US" altLang="zh-CN" sz="2800" b="0" i="1" smtClean="0">
                            <a:latin typeface="Cambria Math" panose="02040503050406030204" pitchFamily="18" charset="0"/>
                          </a:rPr>
                          <m:t>00</m:t>
                        </m:r>
                      </m:sup>
                    </m:sSup>
                  </m:oMath>
                </a14:m>
                <a:endParaRPr lang="zh-CN" altLang="en-US" sz="2800" dirty="0"/>
              </a:p>
            </p:txBody>
          </p:sp>
        </mc:Choice>
        <mc:Fallback xmlns="">
          <p:sp>
            <p:nvSpPr>
              <p:cNvPr id="9" name="文本框 8">
                <a:extLst>
                  <a:ext uri="{FF2B5EF4-FFF2-40B4-BE49-F238E27FC236}">
                    <a16:creationId xmlns:a16="http://schemas.microsoft.com/office/drawing/2014/main" id="{41D039C0-4655-43D6-A266-BA1DACEF154E}"/>
                  </a:ext>
                </a:extLst>
              </p:cNvPr>
              <p:cNvSpPr txBox="1">
                <a:spLocks noRot="1" noChangeAspect="1" noMove="1" noResize="1" noEditPoints="1" noAdjustHandles="1" noChangeArrowheads="1" noChangeShapeType="1" noTextEdit="1"/>
              </p:cNvSpPr>
              <p:nvPr/>
            </p:nvSpPr>
            <p:spPr>
              <a:xfrm>
                <a:off x="7884798" y="4919623"/>
                <a:ext cx="1288301" cy="523220"/>
              </a:xfrm>
              <a:prstGeom prst="rect">
                <a:avLst/>
              </a:prstGeom>
              <a:blipFill>
                <a:blip r:embed="rId3"/>
                <a:stretch>
                  <a:fillRect l="-9434" t="-10465" b="-3255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85910685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16357CC6-F432-4DF0-A4D2-155F99F69205}"/>
              </a:ext>
            </a:extLst>
          </p:cNvPr>
          <p:cNvSpPr>
            <a:spLocks noGrp="1"/>
          </p:cNvSpPr>
          <p:nvPr>
            <p:ph type="sldNum" sz="quarter" idx="12"/>
          </p:nvPr>
        </p:nvSpPr>
        <p:spPr/>
        <p:txBody>
          <a:bodyPr/>
          <a:lstStyle/>
          <a:p>
            <a:fld id="{D601B896-082D-45BD-88CF-A240D299455E}" type="slidenum">
              <a:rPr lang="en-US" smtClean="0"/>
              <a:t>59</a:t>
            </a:fld>
            <a:endParaRPr lang="en-US"/>
          </a:p>
        </p:txBody>
      </p:sp>
      <p:sp>
        <p:nvSpPr>
          <p:cNvPr id="5" name="矩形: 圆角 4">
            <a:extLst>
              <a:ext uri="{FF2B5EF4-FFF2-40B4-BE49-F238E27FC236}">
                <a16:creationId xmlns:a16="http://schemas.microsoft.com/office/drawing/2014/main" id="{FFB96D63-05F1-493A-BE22-41422D01A2EB}"/>
              </a:ext>
            </a:extLst>
          </p:cNvPr>
          <p:cNvSpPr/>
          <p:nvPr/>
        </p:nvSpPr>
        <p:spPr>
          <a:xfrm>
            <a:off x="1396584" y="1639289"/>
            <a:ext cx="9441305" cy="3517327"/>
          </a:xfrm>
          <a:prstGeom prst="round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dirty="0">
                <a:solidFill>
                  <a:srgbClr val="00B0F0"/>
                </a:solidFill>
              </a:rPr>
              <a:t>2</a:t>
            </a:r>
            <a:r>
              <a:rPr lang="zh-CN" altLang="en-US" sz="2400" dirty="0">
                <a:solidFill>
                  <a:srgbClr val="00B0F0"/>
                </a:solidFill>
              </a:rPr>
              <a:t>的一百次方等于：</a:t>
            </a:r>
            <a:r>
              <a:rPr lang="en-US" altLang="zh-CN" sz="2400" dirty="0">
                <a:solidFill>
                  <a:srgbClr val="00B0F0"/>
                </a:solidFill>
              </a:rPr>
              <a:t>1267650600228229401496703205376</a:t>
            </a:r>
          </a:p>
          <a:p>
            <a:endParaRPr lang="en-US" altLang="zh-CN" sz="2400" dirty="0">
              <a:solidFill>
                <a:schemeClr val="tx1"/>
              </a:solidFill>
            </a:endParaRPr>
          </a:p>
          <a:p>
            <a:r>
              <a:rPr lang="zh-CN" altLang="en-US" sz="2400" dirty="0">
                <a:solidFill>
                  <a:schemeClr val="tx1"/>
                </a:solidFill>
              </a:rPr>
              <a:t>如果存在一张可以充分折叠的纸厚度为</a:t>
            </a:r>
            <a:r>
              <a:rPr lang="en-US" altLang="zh-CN" sz="2400" dirty="0">
                <a:solidFill>
                  <a:schemeClr val="tx1"/>
                </a:solidFill>
              </a:rPr>
              <a:t>0.1</a:t>
            </a:r>
            <a:r>
              <a:rPr lang="zh-CN" altLang="en-US" sz="2400" dirty="0">
                <a:solidFill>
                  <a:schemeClr val="tx1"/>
                </a:solidFill>
              </a:rPr>
              <a:t>毫米，其他厚度忽略不计，对半折一次，则厚度是</a:t>
            </a:r>
            <a:r>
              <a:rPr lang="en-US" altLang="zh-CN" sz="2400" dirty="0">
                <a:solidFill>
                  <a:schemeClr val="tx1"/>
                </a:solidFill>
              </a:rPr>
              <a:t>0.2mm</a:t>
            </a:r>
            <a:r>
              <a:rPr lang="zh-CN" altLang="en-US" sz="2400" dirty="0">
                <a:solidFill>
                  <a:schemeClr val="tx1"/>
                </a:solidFill>
              </a:rPr>
              <a:t>，再对折一次，是</a:t>
            </a:r>
            <a:r>
              <a:rPr lang="en-US" altLang="zh-CN" sz="2400" dirty="0">
                <a:solidFill>
                  <a:schemeClr val="tx1"/>
                </a:solidFill>
              </a:rPr>
              <a:t>0.4mm……</a:t>
            </a:r>
            <a:r>
              <a:rPr lang="zh-CN" altLang="en-US" sz="2400" dirty="0">
                <a:solidFill>
                  <a:schemeClr val="tx1"/>
                </a:solidFill>
              </a:rPr>
              <a:t>由此类推，对折</a:t>
            </a:r>
            <a:r>
              <a:rPr lang="en-US" altLang="zh-CN" sz="2400" dirty="0">
                <a:solidFill>
                  <a:schemeClr val="tx1"/>
                </a:solidFill>
              </a:rPr>
              <a:t>n</a:t>
            </a:r>
            <a:r>
              <a:rPr lang="zh-CN" altLang="en-US" sz="2400" dirty="0">
                <a:solidFill>
                  <a:schemeClr val="tx1"/>
                </a:solidFill>
              </a:rPr>
              <a:t>次，那么纸的厚度是：</a:t>
            </a:r>
            <a:r>
              <a:rPr lang="en-US" altLang="zh-CN" sz="2400" dirty="0">
                <a:solidFill>
                  <a:schemeClr val="tx1"/>
                </a:solidFill>
              </a:rPr>
              <a:t>(2^n)×0.1mm</a:t>
            </a:r>
          </a:p>
          <a:p>
            <a:r>
              <a:rPr lang="zh-CN" altLang="en-US" sz="2400" dirty="0">
                <a:solidFill>
                  <a:schemeClr val="tx1"/>
                </a:solidFill>
              </a:rPr>
              <a:t>这个厚度的增长将呈指数增长的趋势，那么折了</a:t>
            </a:r>
            <a:r>
              <a:rPr lang="en-US" altLang="zh-CN" sz="2400" dirty="0">
                <a:solidFill>
                  <a:schemeClr val="tx1"/>
                </a:solidFill>
              </a:rPr>
              <a:t>100</a:t>
            </a:r>
            <a:r>
              <a:rPr lang="zh-CN" altLang="en-US" sz="2400" dirty="0">
                <a:solidFill>
                  <a:schemeClr val="tx1"/>
                </a:solidFill>
              </a:rPr>
              <a:t>次后，厚度达到</a:t>
            </a:r>
            <a:r>
              <a:rPr lang="en-US" altLang="zh-CN" sz="2400" dirty="0">
                <a:solidFill>
                  <a:schemeClr val="tx1"/>
                </a:solidFill>
              </a:rPr>
              <a:t>1268</a:t>
            </a:r>
            <a:r>
              <a:rPr lang="zh-CN" altLang="en-US" sz="2400" dirty="0">
                <a:solidFill>
                  <a:schemeClr val="tx1"/>
                </a:solidFill>
              </a:rPr>
              <a:t>万亿亿千米，若把这个单位换算成“光年”，那么其长度达到“</a:t>
            </a:r>
            <a:r>
              <a:rPr lang="en-US" altLang="zh-CN" sz="2400" dirty="0">
                <a:solidFill>
                  <a:schemeClr val="tx1"/>
                </a:solidFill>
              </a:rPr>
              <a:t>134</a:t>
            </a:r>
            <a:r>
              <a:rPr lang="zh-CN" altLang="en-US" sz="2400" dirty="0">
                <a:solidFill>
                  <a:schemeClr val="tx1"/>
                </a:solidFill>
              </a:rPr>
              <a:t>亿光年”，而宇宙大爆炸至今的全部时间仅仅才</a:t>
            </a:r>
            <a:r>
              <a:rPr lang="en-US" altLang="zh-CN" sz="2400" dirty="0">
                <a:solidFill>
                  <a:schemeClr val="tx1"/>
                </a:solidFill>
              </a:rPr>
              <a:t>137</a:t>
            </a:r>
            <a:r>
              <a:rPr lang="zh-CN" altLang="en-US" sz="2400" dirty="0">
                <a:solidFill>
                  <a:schemeClr val="tx1"/>
                </a:solidFill>
              </a:rPr>
              <a:t>亿年。</a:t>
            </a:r>
            <a:endParaRPr lang="en-US" sz="2400" dirty="0">
              <a:solidFill>
                <a:schemeClr val="tx1"/>
              </a:solidFill>
            </a:endParaRPr>
          </a:p>
        </p:txBody>
      </p:sp>
    </p:spTree>
    <p:extLst>
      <p:ext uri="{BB962C8B-B14F-4D97-AF65-F5344CB8AC3E}">
        <p14:creationId xmlns:p14="http://schemas.microsoft.com/office/powerpoint/2010/main" val="229418286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59B678-AEB8-4F20-8A50-7ED7A705C656}"/>
              </a:ext>
            </a:extLst>
          </p:cNvPr>
          <p:cNvSpPr>
            <a:spLocks noGrp="1"/>
          </p:cNvSpPr>
          <p:nvPr>
            <p:ph type="title"/>
          </p:nvPr>
        </p:nvSpPr>
        <p:spPr/>
        <p:txBody>
          <a:bodyPr/>
          <a:lstStyle/>
          <a:p>
            <a:r>
              <a:rPr lang="zh-CN" altLang="en-US" dirty="0"/>
              <a:t>测试的局限性</a:t>
            </a:r>
            <a:endParaRPr lang="en-US" dirty="0"/>
          </a:p>
        </p:txBody>
      </p:sp>
      <p:sp>
        <p:nvSpPr>
          <p:cNvPr id="3" name="内容占位符 2">
            <a:extLst>
              <a:ext uri="{FF2B5EF4-FFF2-40B4-BE49-F238E27FC236}">
                <a16:creationId xmlns:a16="http://schemas.microsoft.com/office/drawing/2014/main" id="{EC426E20-FB04-4DE0-B783-E545A0BC47F3}"/>
              </a:ext>
            </a:extLst>
          </p:cNvPr>
          <p:cNvSpPr>
            <a:spLocks noGrp="1"/>
          </p:cNvSpPr>
          <p:nvPr>
            <p:ph idx="1"/>
          </p:nvPr>
        </p:nvSpPr>
        <p:spPr/>
        <p:txBody>
          <a:bodyPr/>
          <a:lstStyle/>
          <a:p>
            <a:r>
              <a:rPr lang="zh-CN" altLang="en-US" dirty="0"/>
              <a:t>黑盒测试</a:t>
            </a:r>
            <a:endParaRPr lang="en-US" altLang="zh-CN" dirty="0"/>
          </a:p>
          <a:p>
            <a:pPr lvl="1"/>
            <a:r>
              <a:rPr lang="zh-CN" altLang="en-US" dirty="0"/>
              <a:t>不可能穷举所有的输入（测试用例）</a:t>
            </a:r>
            <a:endParaRPr lang="en-US" altLang="zh-CN" dirty="0"/>
          </a:p>
          <a:p>
            <a:r>
              <a:rPr lang="zh-CN" altLang="en-US" dirty="0"/>
              <a:t>白盒测试</a:t>
            </a:r>
            <a:endParaRPr lang="en-US" altLang="zh-CN" dirty="0"/>
          </a:p>
          <a:p>
            <a:pPr lvl="1"/>
            <a:r>
              <a:rPr lang="zh-CN" altLang="en-US" dirty="0"/>
              <a:t>不可能覆盖所有的条件，分支或是路径（覆盖率）</a:t>
            </a:r>
            <a:endParaRPr lang="en-US" altLang="zh-CN" dirty="0"/>
          </a:p>
          <a:p>
            <a:pPr lvl="1"/>
            <a:endParaRPr lang="en-US" altLang="zh-CN" dirty="0"/>
          </a:p>
        </p:txBody>
      </p:sp>
      <p:sp>
        <p:nvSpPr>
          <p:cNvPr id="4" name="灯片编号占位符 3">
            <a:extLst>
              <a:ext uri="{FF2B5EF4-FFF2-40B4-BE49-F238E27FC236}">
                <a16:creationId xmlns:a16="http://schemas.microsoft.com/office/drawing/2014/main" id="{2C430438-D8FB-45CA-8B50-6E066D17E88C}"/>
              </a:ext>
            </a:extLst>
          </p:cNvPr>
          <p:cNvSpPr>
            <a:spLocks noGrp="1"/>
          </p:cNvSpPr>
          <p:nvPr>
            <p:ph type="sldNum" sz="quarter" idx="12"/>
          </p:nvPr>
        </p:nvSpPr>
        <p:spPr/>
        <p:txBody>
          <a:bodyPr/>
          <a:lstStyle/>
          <a:p>
            <a:fld id="{D601B896-082D-45BD-88CF-A240D299455E}" type="slidenum">
              <a:rPr lang="en-US" smtClean="0"/>
              <a:t>60</a:t>
            </a:fld>
            <a:endParaRPr lang="en-US"/>
          </a:p>
        </p:txBody>
      </p:sp>
    </p:spTree>
    <p:extLst>
      <p:ext uri="{BB962C8B-B14F-4D97-AF65-F5344CB8AC3E}">
        <p14:creationId xmlns:p14="http://schemas.microsoft.com/office/powerpoint/2010/main" val="307354825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8BAC19D5-6333-419A-B1D6-648F01D81403}"/>
              </a:ext>
            </a:extLst>
          </p:cNvPr>
          <p:cNvSpPr>
            <a:spLocks noGrp="1"/>
          </p:cNvSpPr>
          <p:nvPr>
            <p:ph type="sldNum" sz="quarter" idx="12"/>
          </p:nvPr>
        </p:nvSpPr>
        <p:spPr/>
        <p:txBody>
          <a:bodyPr/>
          <a:lstStyle/>
          <a:p>
            <a:fld id="{D601B896-082D-45BD-88CF-A240D299455E}" type="slidenum">
              <a:rPr lang="en-US" smtClean="0"/>
              <a:t>61</a:t>
            </a:fld>
            <a:endParaRPr lang="en-US"/>
          </a:p>
        </p:txBody>
      </p:sp>
      <p:sp>
        <p:nvSpPr>
          <p:cNvPr id="6" name="流程图: 决策 5">
            <a:extLst>
              <a:ext uri="{FF2B5EF4-FFF2-40B4-BE49-F238E27FC236}">
                <a16:creationId xmlns:a16="http://schemas.microsoft.com/office/drawing/2014/main" id="{4903EB09-F403-4D86-9B07-4A890ACCDE7A}"/>
              </a:ext>
            </a:extLst>
          </p:cNvPr>
          <p:cNvSpPr/>
          <p:nvPr/>
        </p:nvSpPr>
        <p:spPr>
          <a:xfrm>
            <a:off x="5053576" y="2751651"/>
            <a:ext cx="2027409" cy="809469"/>
          </a:xfrm>
          <a:prstGeom prst="flowChartDecision">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N &gt; 100</a:t>
            </a:r>
            <a:endParaRPr lang="en-US" dirty="0">
              <a:solidFill>
                <a:schemeClr val="tx1"/>
              </a:solidFill>
            </a:endParaRPr>
          </a:p>
        </p:txBody>
      </p:sp>
      <p:sp>
        <p:nvSpPr>
          <p:cNvPr id="7" name="矩形 6">
            <a:extLst>
              <a:ext uri="{FF2B5EF4-FFF2-40B4-BE49-F238E27FC236}">
                <a16:creationId xmlns:a16="http://schemas.microsoft.com/office/drawing/2014/main" id="{82C3D6C0-7522-4017-BF7D-A86A612AE1EC}"/>
              </a:ext>
            </a:extLst>
          </p:cNvPr>
          <p:cNvSpPr/>
          <p:nvPr/>
        </p:nvSpPr>
        <p:spPr>
          <a:xfrm>
            <a:off x="5400218" y="3947037"/>
            <a:ext cx="1334123" cy="558384"/>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 = N + 1;</a:t>
            </a:r>
          </a:p>
        </p:txBody>
      </p:sp>
      <p:cxnSp>
        <p:nvCxnSpPr>
          <p:cNvPr id="10" name="直接箭头连接符 9">
            <a:extLst>
              <a:ext uri="{FF2B5EF4-FFF2-40B4-BE49-F238E27FC236}">
                <a16:creationId xmlns:a16="http://schemas.microsoft.com/office/drawing/2014/main" id="{3CC053F7-CBB4-4E03-B424-694104AD01AC}"/>
              </a:ext>
            </a:extLst>
          </p:cNvPr>
          <p:cNvCxnSpPr>
            <a:cxnSpLocks/>
            <a:stCxn id="6" idx="2"/>
            <a:endCxn id="7" idx="0"/>
          </p:cNvCxnSpPr>
          <p:nvPr/>
        </p:nvCxnSpPr>
        <p:spPr>
          <a:xfrm flipH="1">
            <a:off x="6067280" y="3561120"/>
            <a:ext cx="1" cy="38591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a:extLst>
              <a:ext uri="{FF2B5EF4-FFF2-40B4-BE49-F238E27FC236}">
                <a16:creationId xmlns:a16="http://schemas.microsoft.com/office/drawing/2014/main" id="{FFC710BF-4AC6-4834-99A1-9927FE80D090}"/>
              </a:ext>
            </a:extLst>
          </p:cNvPr>
          <p:cNvCxnSpPr>
            <a:cxnSpLocks/>
          </p:cNvCxnSpPr>
          <p:nvPr/>
        </p:nvCxnSpPr>
        <p:spPr>
          <a:xfrm>
            <a:off x="6059759" y="4505421"/>
            <a:ext cx="7520" cy="38591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7799A983-FF55-4FE1-8F37-403A90EF1976}"/>
              </a:ext>
            </a:extLst>
          </p:cNvPr>
          <p:cNvCxnSpPr>
            <a:cxnSpLocks/>
          </p:cNvCxnSpPr>
          <p:nvPr/>
        </p:nvCxnSpPr>
        <p:spPr>
          <a:xfrm flipH="1">
            <a:off x="4372131" y="4876348"/>
            <a:ext cx="1708878"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B6879B28-EB48-4AA1-B192-E050A2A253E4}"/>
              </a:ext>
            </a:extLst>
          </p:cNvPr>
          <p:cNvCxnSpPr>
            <a:cxnSpLocks/>
          </p:cNvCxnSpPr>
          <p:nvPr/>
        </p:nvCxnSpPr>
        <p:spPr>
          <a:xfrm>
            <a:off x="4367776" y="3162863"/>
            <a:ext cx="0" cy="171348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2C59A7B2-5A21-4AB7-9E15-3F5AFA9752C0}"/>
              </a:ext>
            </a:extLst>
          </p:cNvPr>
          <p:cNvCxnSpPr/>
          <p:nvPr/>
        </p:nvCxnSpPr>
        <p:spPr>
          <a:xfrm>
            <a:off x="4367776" y="3162863"/>
            <a:ext cx="68580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51AE8962-FF1F-4F84-B743-012C8A931B3E}"/>
              </a:ext>
            </a:extLst>
          </p:cNvPr>
          <p:cNvCxnSpPr>
            <a:cxnSpLocks/>
          </p:cNvCxnSpPr>
          <p:nvPr/>
        </p:nvCxnSpPr>
        <p:spPr>
          <a:xfrm>
            <a:off x="7081528" y="3156385"/>
            <a:ext cx="863259"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DECF81FF-206F-4BC0-B956-E794CBA2DADB}"/>
              </a:ext>
            </a:extLst>
          </p:cNvPr>
          <p:cNvCxnSpPr>
            <a:cxnSpLocks/>
          </p:cNvCxnSpPr>
          <p:nvPr/>
        </p:nvCxnSpPr>
        <p:spPr>
          <a:xfrm>
            <a:off x="7914807" y="3162863"/>
            <a:ext cx="0" cy="149907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EFA67DC7-12D5-4338-B307-CEA447003E90}"/>
              </a:ext>
            </a:extLst>
          </p:cNvPr>
          <p:cNvCxnSpPr>
            <a:cxnSpLocks/>
          </p:cNvCxnSpPr>
          <p:nvPr/>
        </p:nvCxnSpPr>
        <p:spPr>
          <a:xfrm>
            <a:off x="6059760" y="2350640"/>
            <a:ext cx="0" cy="42487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矩形 27">
            <a:extLst>
              <a:ext uri="{FF2B5EF4-FFF2-40B4-BE49-F238E27FC236}">
                <a16:creationId xmlns:a16="http://schemas.microsoft.com/office/drawing/2014/main" id="{79F74EB4-09F2-43DF-B9A3-CF28EB0CE5A3}"/>
              </a:ext>
            </a:extLst>
          </p:cNvPr>
          <p:cNvSpPr/>
          <p:nvPr/>
        </p:nvSpPr>
        <p:spPr>
          <a:xfrm>
            <a:off x="5428938" y="1792256"/>
            <a:ext cx="1334123" cy="558384"/>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 = 1;</a:t>
            </a:r>
          </a:p>
        </p:txBody>
      </p:sp>
      <p:cxnSp>
        <p:nvCxnSpPr>
          <p:cNvPr id="30" name="直接箭头连接符 29">
            <a:extLst>
              <a:ext uri="{FF2B5EF4-FFF2-40B4-BE49-F238E27FC236}">
                <a16:creationId xmlns:a16="http://schemas.microsoft.com/office/drawing/2014/main" id="{F4602EF7-8AB1-4AEE-B0E4-DFA7615A293F}"/>
              </a:ext>
            </a:extLst>
          </p:cNvPr>
          <p:cNvCxnSpPr>
            <a:cxnSpLocks/>
          </p:cNvCxnSpPr>
          <p:nvPr/>
        </p:nvCxnSpPr>
        <p:spPr>
          <a:xfrm>
            <a:off x="6027913" y="1439056"/>
            <a:ext cx="0" cy="35320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2C6B5530-A93C-43E4-94B9-1DE38D122852}"/>
              </a:ext>
            </a:extLst>
          </p:cNvPr>
          <p:cNvSpPr txBox="1"/>
          <p:nvPr/>
        </p:nvSpPr>
        <p:spPr>
          <a:xfrm>
            <a:off x="7391238" y="2575456"/>
            <a:ext cx="441146" cy="400110"/>
          </a:xfrm>
          <a:prstGeom prst="rect">
            <a:avLst/>
          </a:prstGeom>
          <a:noFill/>
        </p:spPr>
        <p:txBody>
          <a:bodyPr wrap="none" rtlCol="0">
            <a:spAutoFit/>
          </a:bodyPr>
          <a:lstStyle/>
          <a:p>
            <a:r>
              <a:rPr lang="zh-CN" altLang="en-US" sz="2000" dirty="0"/>
              <a:t>是</a:t>
            </a:r>
            <a:endParaRPr lang="en-US" sz="2000" dirty="0"/>
          </a:p>
        </p:txBody>
      </p:sp>
      <p:sp>
        <p:nvSpPr>
          <p:cNvPr id="32" name="文本框 31">
            <a:extLst>
              <a:ext uri="{FF2B5EF4-FFF2-40B4-BE49-F238E27FC236}">
                <a16:creationId xmlns:a16="http://schemas.microsoft.com/office/drawing/2014/main" id="{FD8662EC-7577-45F3-ABA3-4540C3BD0202}"/>
              </a:ext>
            </a:extLst>
          </p:cNvPr>
          <p:cNvSpPr txBox="1"/>
          <p:nvPr/>
        </p:nvSpPr>
        <p:spPr>
          <a:xfrm>
            <a:off x="6062151" y="3463604"/>
            <a:ext cx="441146" cy="400110"/>
          </a:xfrm>
          <a:prstGeom prst="rect">
            <a:avLst/>
          </a:prstGeom>
          <a:noFill/>
        </p:spPr>
        <p:txBody>
          <a:bodyPr wrap="none" rtlCol="0">
            <a:spAutoFit/>
          </a:bodyPr>
          <a:lstStyle/>
          <a:p>
            <a:r>
              <a:rPr lang="zh-CN" altLang="en-US" sz="2000" dirty="0"/>
              <a:t>否</a:t>
            </a:r>
            <a:endParaRPr lang="en-US" sz="2000" dirty="0"/>
          </a:p>
        </p:txBody>
      </p:sp>
    </p:spTree>
    <p:extLst>
      <p:ext uri="{BB962C8B-B14F-4D97-AF65-F5344CB8AC3E}">
        <p14:creationId xmlns:p14="http://schemas.microsoft.com/office/powerpoint/2010/main" val="8240873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8BAC19D5-6333-419A-B1D6-648F01D81403}"/>
              </a:ext>
            </a:extLst>
          </p:cNvPr>
          <p:cNvSpPr>
            <a:spLocks noGrp="1"/>
          </p:cNvSpPr>
          <p:nvPr>
            <p:ph type="sldNum" sz="quarter" idx="12"/>
          </p:nvPr>
        </p:nvSpPr>
        <p:spPr/>
        <p:txBody>
          <a:bodyPr/>
          <a:lstStyle/>
          <a:p>
            <a:fld id="{D601B896-082D-45BD-88CF-A240D299455E}" type="slidenum">
              <a:rPr lang="en-US" smtClean="0"/>
              <a:t>62</a:t>
            </a:fld>
            <a:endParaRPr lang="en-US"/>
          </a:p>
        </p:txBody>
      </p:sp>
      <p:sp>
        <p:nvSpPr>
          <p:cNvPr id="6" name="流程图: 决策 5">
            <a:extLst>
              <a:ext uri="{FF2B5EF4-FFF2-40B4-BE49-F238E27FC236}">
                <a16:creationId xmlns:a16="http://schemas.microsoft.com/office/drawing/2014/main" id="{4903EB09-F403-4D86-9B07-4A890ACCDE7A}"/>
              </a:ext>
            </a:extLst>
          </p:cNvPr>
          <p:cNvSpPr/>
          <p:nvPr/>
        </p:nvSpPr>
        <p:spPr>
          <a:xfrm>
            <a:off x="5053576" y="1342574"/>
            <a:ext cx="2027409" cy="809469"/>
          </a:xfrm>
          <a:prstGeom prst="flowChartDecision">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N &gt; 100</a:t>
            </a:r>
            <a:endParaRPr lang="en-US" dirty="0">
              <a:solidFill>
                <a:schemeClr val="tx1"/>
              </a:solidFill>
            </a:endParaRPr>
          </a:p>
        </p:txBody>
      </p:sp>
      <p:sp>
        <p:nvSpPr>
          <p:cNvPr id="7" name="矩形 6">
            <a:extLst>
              <a:ext uri="{FF2B5EF4-FFF2-40B4-BE49-F238E27FC236}">
                <a16:creationId xmlns:a16="http://schemas.microsoft.com/office/drawing/2014/main" id="{82C3D6C0-7522-4017-BF7D-A86A612AE1EC}"/>
              </a:ext>
            </a:extLst>
          </p:cNvPr>
          <p:cNvSpPr/>
          <p:nvPr/>
        </p:nvSpPr>
        <p:spPr>
          <a:xfrm>
            <a:off x="5400218" y="2537960"/>
            <a:ext cx="1334123" cy="558384"/>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 = N + 1;</a:t>
            </a:r>
          </a:p>
        </p:txBody>
      </p:sp>
      <p:cxnSp>
        <p:nvCxnSpPr>
          <p:cNvPr id="10" name="直接箭头连接符 9">
            <a:extLst>
              <a:ext uri="{FF2B5EF4-FFF2-40B4-BE49-F238E27FC236}">
                <a16:creationId xmlns:a16="http://schemas.microsoft.com/office/drawing/2014/main" id="{3CC053F7-CBB4-4E03-B424-694104AD01AC}"/>
              </a:ext>
            </a:extLst>
          </p:cNvPr>
          <p:cNvCxnSpPr>
            <a:cxnSpLocks/>
            <a:stCxn id="6" idx="2"/>
            <a:endCxn id="7" idx="0"/>
          </p:cNvCxnSpPr>
          <p:nvPr/>
        </p:nvCxnSpPr>
        <p:spPr>
          <a:xfrm flipH="1">
            <a:off x="6067280" y="2152043"/>
            <a:ext cx="1" cy="38591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a:extLst>
              <a:ext uri="{FF2B5EF4-FFF2-40B4-BE49-F238E27FC236}">
                <a16:creationId xmlns:a16="http://schemas.microsoft.com/office/drawing/2014/main" id="{FFC710BF-4AC6-4834-99A1-9927FE80D090}"/>
              </a:ext>
            </a:extLst>
          </p:cNvPr>
          <p:cNvCxnSpPr>
            <a:cxnSpLocks/>
          </p:cNvCxnSpPr>
          <p:nvPr/>
        </p:nvCxnSpPr>
        <p:spPr>
          <a:xfrm>
            <a:off x="6059759" y="3096344"/>
            <a:ext cx="7520" cy="38591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51AE8962-FF1F-4F84-B743-012C8A931B3E}"/>
              </a:ext>
            </a:extLst>
          </p:cNvPr>
          <p:cNvCxnSpPr>
            <a:cxnSpLocks/>
          </p:cNvCxnSpPr>
          <p:nvPr/>
        </p:nvCxnSpPr>
        <p:spPr>
          <a:xfrm>
            <a:off x="7081528" y="1747308"/>
            <a:ext cx="863259"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DECF81FF-206F-4BC0-B956-E794CBA2DADB}"/>
              </a:ext>
            </a:extLst>
          </p:cNvPr>
          <p:cNvCxnSpPr>
            <a:cxnSpLocks/>
          </p:cNvCxnSpPr>
          <p:nvPr/>
        </p:nvCxnSpPr>
        <p:spPr>
          <a:xfrm>
            <a:off x="7914807" y="1753786"/>
            <a:ext cx="0" cy="149907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EFA67DC7-12D5-4338-B307-CEA447003E90}"/>
              </a:ext>
            </a:extLst>
          </p:cNvPr>
          <p:cNvCxnSpPr>
            <a:cxnSpLocks/>
          </p:cNvCxnSpPr>
          <p:nvPr/>
        </p:nvCxnSpPr>
        <p:spPr>
          <a:xfrm>
            <a:off x="6059760" y="941563"/>
            <a:ext cx="0" cy="42487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矩形 27">
            <a:extLst>
              <a:ext uri="{FF2B5EF4-FFF2-40B4-BE49-F238E27FC236}">
                <a16:creationId xmlns:a16="http://schemas.microsoft.com/office/drawing/2014/main" id="{79F74EB4-09F2-43DF-B9A3-CF28EB0CE5A3}"/>
              </a:ext>
            </a:extLst>
          </p:cNvPr>
          <p:cNvSpPr/>
          <p:nvPr/>
        </p:nvSpPr>
        <p:spPr>
          <a:xfrm>
            <a:off x="5428938" y="383179"/>
            <a:ext cx="1334123" cy="558384"/>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 = 1;</a:t>
            </a:r>
          </a:p>
        </p:txBody>
      </p:sp>
      <p:cxnSp>
        <p:nvCxnSpPr>
          <p:cNvPr id="30" name="直接箭头连接符 29">
            <a:extLst>
              <a:ext uri="{FF2B5EF4-FFF2-40B4-BE49-F238E27FC236}">
                <a16:creationId xmlns:a16="http://schemas.microsoft.com/office/drawing/2014/main" id="{F4602EF7-8AB1-4AEE-B0E4-DFA7615A293F}"/>
              </a:ext>
            </a:extLst>
          </p:cNvPr>
          <p:cNvCxnSpPr>
            <a:cxnSpLocks/>
          </p:cNvCxnSpPr>
          <p:nvPr/>
        </p:nvCxnSpPr>
        <p:spPr>
          <a:xfrm>
            <a:off x="6027913" y="29979"/>
            <a:ext cx="0" cy="35320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2C6B5530-A93C-43E4-94B9-1DE38D122852}"/>
              </a:ext>
            </a:extLst>
          </p:cNvPr>
          <p:cNvSpPr txBox="1"/>
          <p:nvPr/>
        </p:nvSpPr>
        <p:spPr>
          <a:xfrm>
            <a:off x="7391238" y="1166379"/>
            <a:ext cx="441146" cy="400110"/>
          </a:xfrm>
          <a:prstGeom prst="rect">
            <a:avLst/>
          </a:prstGeom>
          <a:noFill/>
        </p:spPr>
        <p:txBody>
          <a:bodyPr wrap="none" rtlCol="0">
            <a:spAutoFit/>
          </a:bodyPr>
          <a:lstStyle/>
          <a:p>
            <a:r>
              <a:rPr lang="zh-CN" altLang="en-US" sz="2000" dirty="0"/>
              <a:t>是</a:t>
            </a:r>
            <a:endParaRPr lang="en-US" sz="2000" dirty="0"/>
          </a:p>
        </p:txBody>
      </p:sp>
      <p:sp>
        <p:nvSpPr>
          <p:cNvPr id="32" name="文本框 31">
            <a:extLst>
              <a:ext uri="{FF2B5EF4-FFF2-40B4-BE49-F238E27FC236}">
                <a16:creationId xmlns:a16="http://schemas.microsoft.com/office/drawing/2014/main" id="{FD8662EC-7577-45F3-ABA3-4540C3BD0202}"/>
              </a:ext>
            </a:extLst>
          </p:cNvPr>
          <p:cNvSpPr txBox="1"/>
          <p:nvPr/>
        </p:nvSpPr>
        <p:spPr>
          <a:xfrm>
            <a:off x="6062151" y="2054527"/>
            <a:ext cx="441146" cy="400110"/>
          </a:xfrm>
          <a:prstGeom prst="rect">
            <a:avLst/>
          </a:prstGeom>
          <a:noFill/>
        </p:spPr>
        <p:txBody>
          <a:bodyPr wrap="none" rtlCol="0">
            <a:spAutoFit/>
          </a:bodyPr>
          <a:lstStyle/>
          <a:p>
            <a:r>
              <a:rPr lang="zh-CN" altLang="en-US" sz="2000" dirty="0"/>
              <a:t>否</a:t>
            </a:r>
            <a:endParaRPr lang="en-US" sz="2000" dirty="0"/>
          </a:p>
        </p:txBody>
      </p:sp>
      <p:sp>
        <p:nvSpPr>
          <p:cNvPr id="18" name="流程图: 决策 17">
            <a:extLst>
              <a:ext uri="{FF2B5EF4-FFF2-40B4-BE49-F238E27FC236}">
                <a16:creationId xmlns:a16="http://schemas.microsoft.com/office/drawing/2014/main" id="{ADEE0AAC-98DA-4BD4-BE1E-C43BF7E40B25}"/>
              </a:ext>
            </a:extLst>
          </p:cNvPr>
          <p:cNvSpPr/>
          <p:nvPr/>
        </p:nvSpPr>
        <p:spPr>
          <a:xfrm>
            <a:off x="5053576" y="3482261"/>
            <a:ext cx="2027409" cy="809469"/>
          </a:xfrm>
          <a:prstGeom prst="flowChartDecision">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N &gt; 100</a:t>
            </a:r>
            <a:endParaRPr lang="en-US" dirty="0">
              <a:solidFill>
                <a:schemeClr val="tx1"/>
              </a:solidFill>
            </a:endParaRPr>
          </a:p>
        </p:txBody>
      </p:sp>
      <p:sp>
        <p:nvSpPr>
          <p:cNvPr id="21" name="矩形 20">
            <a:extLst>
              <a:ext uri="{FF2B5EF4-FFF2-40B4-BE49-F238E27FC236}">
                <a16:creationId xmlns:a16="http://schemas.microsoft.com/office/drawing/2014/main" id="{8E497962-4EE1-4F7E-A83D-23A0D5B6D3A5}"/>
              </a:ext>
            </a:extLst>
          </p:cNvPr>
          <p:cNvSpPr/>
          <p:nvPr/>
        </p:nvSpPr>
        <p:spPr>
          <a:xfrm>
            <a:off x="5385338" y="4662626"/>
            <a:ext cx="1334123" cy="558384"/>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 = N + 1;</a:t>
            </a:r>
          </a:p>
        </p:txBody>
      </p:sp>
      <p:sp>
        <p:nvSpPr>
          <p:cNvPr id="22" name="文本框 21">
            <a:extLst>
              <a:ext uri="{FF2B5EF4-FFF2-40B4-BE49-F238E27FC236}">
                <a16:creationId xmlns:a16="http://schemas.microsoft.com/office/drawing/2014/main" id="{910B6251-9112-416A-BB01-35A0233CEF41}"/>
              </a:ext>
            </a:extLst>
          </p:cNvPr>
          <p:cNvSpPr txBox="1"/>
          <p:nvPr/>
        </p:nvSpPr>
        <p:spPr>
          <a:xfrm>
            <a:off x="6139601" y="4275567"/>
            <a:ext cx="441146" cy="400110"/>
          </a:xfrm>
          <a:prstGeom prst="rect">
            <a:avLst/>
          </a:prstGeom>
          <a:noFill/>
        </p:spPr>
        <p:txBody>
          <a:bodyPr wrap="none" rtlCol="0">
            <a:spAutoFit/>
          </a:bodyPr>
          <a:lstStyle/>
          <a:p>
            <a:r>
              <a:rPr lang="zh-CN" altLang="en-US" sz="2000" dirty="0"/>
              <a:t>否</a:t>
            </a:r>
            <a:endParaRPr lang="en-US" sz="2000" dirty="0"/>
          </a:p>
        </p:txBody>
      </p:sp>
      <p:cxnSp>
        <p:nvCxnSpPr>
          <p:cNvPr id="25" name="直接箭头连接符 24">
            <a:extLst>
              <a:ext uri="{FF2B5EF4-FFF2-40B4-BE49-F238E27FC236}">
                <a16:creationId xmlns:a16="http://schemas.microsoft.com/office/drawing/2014/main" id="{E70ABF8E-F410-42CB-9AEF-C886D5B779AD}"/>
              </a:ext>
            </a:extLst>
          </p:cNvPr>
          <p:cNvCxnSpPr>
            <a:cxnSpLocks/>
          </p:cNvCxnSpPr>
          <p:nvPr/>
        </p:nvCxnSpPr>
        <p:spPr>
          <a:xfrm flipH="1">
            <a:off x="6052400" y="4276709"/>
            <a:ext cx="1" cy="38591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a:extLst>
              <a:ext uri="{FF2B5EF4-FFF2-40B4-BE49-F238E27FC236}">
                <a16:creationId xmlns:a16="http://schemas.microsoft.com/office/drawing/2014/main" id="{163BC3F7-E7F0-41A0-A323-C358CEBBE755}"/>
              </a:ext>
            </a:extLst>
          </p:cNvPr>
          <p:cNvCxnSpPr>
            <a:cxnSpLocks/>
          </p:cNvCxnSpPr>
          <p:nvPr/>
        </p:nvCxnSpPr>
        <p:spPr>
          <a:xfrm>
            <a:off x="7081528" y="3862774"/>
            <a:ext cx="863259"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CE72F1CD-47EE-441B-B1A3-E6B06DD352CE}"/>
              </a:ext>
            </a:extLst>
          </p:cNvPr>
          <p:cNvCxnSpPr>
            <a:cxnSpLocks/>
          </p:cNvCxnSpPr>
          <p:nvPr/>
        </p:nvCxnSpPr>
        <p:spPr>
          <a:xfrm>
            <a:off x="7914807" y="3869252"/>
            <a:ext cx="0" cy="149907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文本框 28">
            <a:extLst>
              <a:ext uri="{FF2B5EF4-FFF2-40B4-BE49-F238E27FC236}">
                <a16:creationId xmlns:a16="http://schemas.microsoft.com/office/drawing/2014/main" id="{63AA4EBD-257E-4AA6-BED6-0E5A40DA4CF8}"/>
              </a:ext>
            </a:extLst>
          </p:cNvPr>
          <p:cNvSpPr txBox="1"/>
          <p:nvPr/>
        </p:nvSpPr>
        <p:spPr>
          <a:xfrm>
            <a:off x="7391238" y="3281845"/>
            <a:ext cx="441146" cy="400110"/>
          </a:xfrm>
          <a:prstGeom prst="rect">
            <a:avLst/>
          </a:prstGeom>
          <a:noFill/>
        </p:spPr>
        <p:txBody>
          <a:bodyPr wrap="none" rtlCol="0">
            <a:spAutoFit/>
          </a:bodyPr>
          <a:lstStyle/>
          <a:p>
            <a:r>
              <a:rPr lang="zh-CN" altLang="en-US" sz="2000" dirty="0"/>
              <a:t>是</a:t>
            </a:r>
            <a:endParaRPr lang="en-US" sz="2000" dirty="0"/>
          </a:p>
        </p:txBody>
      </p:sp>
      <p:cxnSp>
        <p:nvCxnSpPr>
          <p:cNvPr id="33" name="直接箭头连接符 32">
            <a:extLst>
              <a:ext uri="{FF2B5EF4-FFF2-40B4-BE49-F238E27FC236}">
                <a16:creationId xmlns:a16="http://schemas.microsoft.com/office/drawing/2014/main" id="{B480BE0C-292A-4E0E-A70D-F94D4D80B7F0}"/>
              </a:ext>
            </a:extLst>
          </p:cNvPr>
          <p:cNvCxnSpPr>
            <a:cxnSpLocks/>
          </p:cNvCxnSpPr>
          <p:nvPr/>
        </p:nvCxnSpPr>
        <p:spPr>
          <a:xfrm flipH="1">
            <a:off x="6052399" y="5264115"/>
            <a:ext cx="1" cy="385917"/>
          </a:xfrm>
          <a:prstGeom prst="straightConnector1">
            <a:avLst/>
          </a:prstGeom>
          <a:ln w="254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5708821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8BAC19D5-6333-419A-B1D6-648F01D81403}"/>
              </a:ext>
            </a:extLst>
          </p:cNvPr>
          <p:cNvSpPr>
            <a:spLocks noGrp="1"/>
          </p:cNvSpPr>
          <p:nvPr>
            <p:ph type="sldNum" sz="quarter" idx="12"/>
          </p:nvPr>
        </p:nvSpPr>
        <p:spPr/>
        <p:txBody>
          <a:bodyPr/>
          <a:lstStyle/>
          <a:p>
            <a:fld id="{D601B896-082D-45BD-88CF-A240D299455E}" type="slidenum">
              <a:rPr lang="en-US" smtClean="0"/>
              <a:t>63</a:t>
            </a:fld>
            <a:endParaRPr lang="en-US"/>
          </a:p>
        </p:txBody>
      </p:sp>
      <p:sp>
        <p:nvSpPr>
          <p:cNvPr id="6" name="流程图: 决策 5">
            <a:extLst>
              <a:ext uri="{FF2B5EF4-FFF2-40B4-BE49-F238E27FC236}">
                <a16:creationId xmlns:a16="http://schemas.microsoft.com/office/drawing/2014/main" id="{4903EB09-F403-4D86-9B07-4A890ACCDE7A}"/>
              </a:ext>
            </a:extLst>
          </p:cNvPr>
          <p:cNvSpPr/>
          <p:nvPr/>
        </p:nvSpPr>
        <p:spPr>
          <a:xfrm>
            <a:off x="5053576" y="1342574"/>
            <a:ext cx="2027409" cy="809469"/>
          </a:xfrm>
          <a:prstGeom prst="flowChartDecision">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N &gt; 100</a:t>
            </a:r>
            <a:endParaRPr lang="en-US" dirty="0">
              <a:solidFill>
                <a:schemeClr val="tx1"/>
              </a:solidFill>
            </a:endParaRPr>
          </a:p>
        </p:txBody>
      </p:sp>
      <p:sp>
        <p:nvSpPr>
          <p:cNvPr id="7" name="矩形 6">
            <a:extLst>
              <a:ext uri="{FF2B5EF4-FFF2-40B4-BE49-F238E27FC236}">
                <a16:creationId xmlns:a16="http://schemas.microsoft.com/office/drawing/2014/main" id="{82C3D6C0-7522-4017-BF7D-A86A612AE1EC}"/>
              </a:ext>
            </a:extLst>
          </p:cNvPr>
          <p:cNvSpPr/>
          <p:nvPr/>
        </p:nvSpPr>
        <p:spPr>
          <a:xfrm>
            <a:off x="5400218" y="2537960"/>
            <a:ext cx="1334123" cy="558384"/>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 = N + 1;</a:t>
            </a:r>
          </a:p>
        </p:txBody>
      </p:sp>
      <p:cxnSp>
        <p:nvCxnSpPr>
          <p:cNvPr id="10" name="直接箭头连接符 9">
            <a:extLst>
              <a:ext uri="{FF2B5EF4-FFF2-40B4-BE49-F238E27FC236}">
                <a16:creationId xmlns:a16="http://schemas.microsoft.com/office/drawing/2014/main" id="{3CC053F7-CBB4-4E03-B424-694104AD01AC}"/>
              </a:ext>
            </a:extLst>
          </p:cNvPr>
          <p:cNvCxnSpPr>
            <a:cxnSpLocks/>
            <a:stCxn id="6" idx="2"/>
            <a:endCxn id="7" idx="0"/>
          </p:cNvCxnSpPr>
          <p:nvPr/>
        </p:nvCxnSpPr>
        <p:spPr>
          <a:xfrm flipH="1">
            <a:off x="6067280" y="2152043"/>
            <a:ext cx="1" cy="38591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a:extLst>
              <a:ext uri="{FF2B5EF4-FFF2-40B4-BE49-F238E27FC236}">
                <a16:creationId xmlns:a16="http://schemas.microsoft.com/office/drawing/2014/main" id="{FFC710BF-4AC6-4834-99A1-9927FE80D090}"/>
              </a:ext>
            </a:extLst>
          </p:cNvPr>
          <p:cNvCxnSpPr>
            <a:cxnSpLocks/>
          </p:cNvCxnSpPr>
          <p:nvPr/>
        </p:nvCxnSpPr>
        <p:spPr>
          <a:xfrm>
            <a:off x="6059759" y="3096344"/>
            <a:ext cx="7520" cy="38591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51AE8962-FF1F-4F84-B743-012C8A931B3E}"/>
              </a:ext>
            </a:extLst>
          </p:cNvPr>
          <p:cNvCxnSpPr>
            <a:cxnSpLocks/>
          </p:cNvCxnSpPr>
          <p:nvPr/>
        </p:nvCxnSpPr>
        <p:spPr>
          <a:xfrm>
            <a:off x="7081528" y="1747308"/>
            <a:ext cx="863259"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DECF81FF-206F-4BC0-B956-E794CBA2DADB}"/>
              </a:ext>
            </a:extLst>
          </p:cNvPr>
          <p:cNvCxnSpPr>
            <a:cxnSpLocks/>
          </p:cNvCxnSpPr>
          <p:nvPr/>
        </p:nvCxnSpPr>
        <p:spPr>
          <a:xfrm>
            <a:off x="7914807" y="1753786"/>
            <a:ext cx="0" cy="149907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EFA67DC7-12D5-4338-B307-CEA447003E90}"/>
              </a:ext>
            </a:extLst>
          </p:cNvPr>
          <p:cNvCxnSpPr>
            <a:cxnSpLocks/>
          </p:cNvCxnSpPr>
          <p:nvPr/>
        </p:nvCxnSpPr>
        <p:spPr>
          <a:xfrm>
            <a:off x="6059760" y="941563"/>
            <a:ext cx="0" cy="42487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矩形 27">
            <a:extLst>
              <a:ext uri="{FF2B5EF4-FFF2-40B4-BE49-F238E27FC236}">
                <a16:creationId xmlns:a16="http://schemas.microsoft.com/office/drawing/2014/main" id="{79F74EB4-09F2-43DF-B9A3-CF28EB0CE5A3}"/>
              </a:ext>
            </a:extLst>
          </p:cNvPr>
          <p:cNvSpPr/>
          <p:nvPr/>
        </p:nvSpPr>
        <p:spPr>
          <a:xfrm>
            <a:off x="5428938" y="383179"/>
            <a:ext cx="1334123" cy="558384"/>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 = 1;</a:t>
            </a:r>
          </a:p>
        </p:txBody>
      </p:sp>
      <p:cxnSp>
        <p:nvCxnSpPr>
          <p:cNvPr id="30" name="直接箭头连接符 29">
            <a:extLst>
              <a:ext uri="{FF2B5EF4-FFF2-40B4-BE49-F238E27FC236}">
                <a16:creationId xmlns:a16="http://schemas.microsoft.com/office/drawing/2014/main" id="{F4602EF7-8AB1-4AEE-B0E4-DFA7615A293F}"/>
              </a:ext>
            </a:extLst>
          </p:cNvPr>
          <p:cNvCxnSpPr>
            <a:cxnSpLocks/>
          </p:cNvCxnSpPr>
          <p:nvPr/>
        </p:nvCxnSpPr>
        <p:spPr>
          <a:xfrm>
            <a:off x="6027913" y="29979"/>
            <a:ext cx="0" cy="35320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2C6B5530-A93C-43E4-94B9-1DE38D122852}"/>
              </a:ext>
            </a:extLst>
          </p:cNvPr>
          <p:cNvSpPr txBox="1"/>
          <p:nvPr/>
        </p:nvSpPr>
        <p:spPr>
          <a:xfrm>
            <a:off x="7391238" y="1166379"/>
            <a:ext cx="441146" cy="400110"/>
          </a:xfrm>
          <a:prstGeom prst="rect">
            <a:avLst/>
          </a:prstGeom>
          <a:noFill/>
        </p:spPr>
        <p:txBody>
          <a:bodyPr wrap="none" rtlCol="0">
            <a:spAutoFit/>
          </a:bodyPr>
          <a:lstStyle/>
          <a:p>
            <a:r>
              <a:rPr lang="zh-CN" altLang="en-US" sz="2000" dirty="0"/>
              <a:t>是</a:t>
            </a:r>
            <a:endParaRPr lang="en-US" sz="2000" dirty="0"/>
          </a:p>
        </p:txBody>
      </p:sp>
      <p:sp>
        <p:nvSpPr>
          <p:cNvPr id="32" name="文本框 31">
            <a:extLst>
              <a:ext uri="{FF2B5EF4-FFF2-40B4-BE49-F238E27FC236}">
                <a16:creationId xmlns:a16="http://schemas.microsoft.com/office/drawing/2014/main" id="{FD8662EC-7577-45F3-ABA3-4540C3BD0202}"/>
              </a:ext>
            </a:extLst>
          </p:cNvPr>
          <p:cNvSpPr txBox="1"/>
          <p:nvPr/>
        </p:nvSpPr>
        <p:spPr>
          <a:xfrm>
            <a:off x="6062151" y="2054527"/>
            <a:ext cx="441146" cy="400110"/>
          </a:xfrm>
          <a:prstGeom prst="rect">
            <a:avLst/>
          </a:prstGeom>
          <a:noFill/>
        </p:spPr>
        <p:txBody>
          <a:bodyPr wrap="none" rtlCol="0">
            <a:spAutoFit/>
          </a:bodyPr>
          <a:lstStyle/>
          <a:p>
            <a:r>
              <a:rPr lang="zh-CN" altLang="en-US" sz="2000" dirty="0"/>
              <a:t>否</a:t>
            </a:r>
            <a:endParaRPr lang="en-US" sz="2000" dirty="0"/>
          </a:p>
        </p:txBody>
      </p:sp>
      <p:sp>
        <p:nvSpPr>
          <p:cNvPr id="18" name="流程图: 决策 17">
            <a:extLst>
              <a:ext uri="{FF2B5EF4-FFF2-40B4-BE49-F238E27FC236}">
                <a16:creationId xmlns:a16="http://schemas.microsoft.com/office/drawing/2014/main" id="{ADEE0AAC-98DA-4BD4-BE1E-C43BF7E40B25}"/>
              </a:ext>
            </a:extLst>
          </p:cNvPr>
          <p:cNvSpPr/>
          <p:nvPr/>
        </p:nvSpPr>
        <p:spPr>
          <a:xfrm>
            <a:off x="5053576" y="3482261"/>
            <a:ext cx="2027409" cy="809469"/>
          </a:xfrm>
          <a:prstGeom prst="flowChartDecision">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N &gt; 100</a:t>
            </a:r>
            <a:endParaRPr lang="en-US" dirty="0">
              <a:solidFill>
                <a:schemeClr val="tx1"/>
              </a:solidFill>
            </a:endParaRPr>
          </a:p>
        </p:txBody>
      </p:sp>
      <p:sp>
        <p:nvSpPr>
          <p:cNvPr id="21" name="矩形 20">
            <a:extLst>
              <a:ext uri="{FF2B5EF4-FFF2-40B4-BE49-F238E27FC236}">
                <a16:creationId xmlns:a16="http://schemas.microsoft.com/office/drawing/2014/main" id="{8E497962-4EE1-4F7E-A83D-23A0D5B6D3A5}"/>
              </a:ext>
            </a:extLst>
          </p:cNvPr>
          <p:cNvSpPr/>
          <p:nvPr/>
        </p:nvSpPr>
        <p:spPr>
          <a:xfrm>
            <a:off x="5385338" y="4662626"/>
            <a:ext cx="1334123" cy="558384"/>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 = N + 1;</a:t>
            </a:r>
          </a:p>
        </p:txBody>
      </p:sp>
      <p:sp>
        <p:nvSpPr>
          <p:cNvPr id="22" name="文本框 21">
            <a:extLst>
              <a:ext uri="{FF2B5EF4-FFF2-40B4-BE49-F238E27FC236}">
                <a16:creationId xmlns:a16="http://schemas.microsoft.com/office/drawing/2014/main" id="{910B6251-9112-416A-BB01-35A0233CEF41}"/>
              </a:ext>
            </a:extLst>
          </p:cNvPr>
          <p:cNvSpPr txBox="1"/>
          <p:nvPr/>
        </p:nvSpPr>
        <p:spPr>
          <a:xfrm>
            <a:off x="6139601" y="4275567"/>
            <a:ext cx="441146" cy="400110"/>
          </a:xfrm>
          <a:prstGeom prst="rect">
            <a:avLst/>
          </a:prstGeom>
          <a:noFill/>
        </p:spPr>
        <p:txBody>
          <a:bodyPr wrap="none" rtlCol="0">
            <a:spAutoFit/>
          </a:bodyPr>
          <a:lstStyle/>
          <a:p>
            <a:r>
              <a:rPr lang="zh-CN" altLang="en-US" sz="2000" dirty="0"/>
              <a:t>否</a:t>
            </a:r>
            <a:endParaRPr lang="en-US" sz="2000" dirty="0"/>
          </a:p>
        </p:txBody>
      </p:sp>
      <p:cxnSp>
        <p:nvCxnSpPr>
          <p:cNvPr id="25" name="直接箭头连接符 24">
            <a:extLst>
              <a:ext uri="{FF2B5EF4-FFF2-40B4-BE49-F238E27FC236}">
                <a16:creationId xmlns:a16="http://schemas.microsoft.com/office/drawing/2014/main" id="{E70ABF8E-F410-42CB-9AEF-C886D5B779AD}"/>
              </a:ext>
            </a:extLst>
          </p:cNvPr>
          <p:cNvCxnSpPr>
            <a:cxnSpLocks/>
          </p:cNvCxnSpPr>
          <p:nvPr/>
        </p:nvCxnSpPr>
        <p:spPr>
          <a:xfrm flipH="1">
            <a:off x="6052400" y="4276709"/>
            <a:ext cx="1" cy="38591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a:extLst>
              <a:ext uri="{FF2B5EF4-FFF2-40B4-BE49-F238E27FC236}">
                <a16:creationId xmlns:a16="http://schemas.microsoft.com/office/drawing/2014/main" id="{163BC3F7-E7F0-41A0-A323-C358CEBBE755}"/>
              </a:ext>
            </a:extLst>
          </p:cNvPr>
          <p:cNvCxnSpPr>
            <a:cxnSpLocks/>
          </p:cNvCxnSpPr>
          <p:nvPr/>
        </p:nvCxnSpPr>
        <p:spPr>
          <a:xfrm>
            <a:off x="7081528" y="3862774"/>
            <a:ext cx="863259"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CE72F1CD-47EE-441B-B1A3-E6B06DD352CE}"/>
              </a:ext>
            </a:extLst>
          </p:cNvPr>
          <p:cNvCxnSpPr>
            <a:cxnSpLocks/>
          </p:cNvCxnSpPr>
          <p:nvPr/>
        </p:nvCxnSpPr>
        <p:spPr>
          <a:xfrm>
            <a:off x="7914807" y="3869252"/>
            <a:ext cx="0" cy="149907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文本框 28">
            <a:extLst>
              <a:ext uri="{FF2B5EF4-FFF2-40B4-BE49-F238E27FC236}">
                <a16:creationId xmlns:a16="http://schemas.microsoft.com/office/drawing/2014/main" id="{63AA4EBD-257E-4AA6-BED6-0E5A40DA4CF8}"/>
              </a:ext>
            </a:extLst>
          </p:cNvPr>
          <p:cNvSpPr txBox="1"/>
          <p:nvPr/>
        </p:nvSpPr>
        <p:spPr>
          <a:xfrm>
            <a:off x="7391238" y="3281845"/>
            <a:ext cx="441146" cy="400110"/>
          </a:xfrm>
          <a:prstGeom prst="rect">
            <a:avLst/>
          </a:prstGeom>
          <a:noFill/>
        </p:spPr>
        <p:txBody>
          <a:bodyPr wrap="none" rtlCol="0">
            <a:spAutoFit/>
          </a:bodyPr>
          <a:lstStyle/>
          <a:p>
            <a:r>
              <a:rPr lang="zh-CN" altLang="en-US" sz="2000" dirty="0"/>
              <a:t>是</a:t>
            </a:r>
            <a:endParaRPr lang="en-US" sz="2000" dirty="0"/>
          </a:p>
        </p:txBody>
      </p:sp>
      <p:cxnSp>
        <p:nvCxnSpPr>
          <p:cNvPr id="33" name="直接箭头连接符 32">
            <a:extLst>
              <a:ext uri="{FF2B5EF4-FFF2-40B4-BE49-F238E27FC236}">
                <a16:creationId xmlns:a16="http://schemas.microsoft.com/office/drawing/2014/main" id="{B480BE0C-292A-4E0E-A70D-F94D4D80B7F0}"/>
              </a:ext>
            </a:extLst>
          </p:cNvPr>
          <p:cNvCxnSpPr>
            <a:cxnSpLocks/>
          </p:cNvCxnSpPr>
          <p:nvPr/>
        </p:nvCxnSpPr>
        <p:spPr>
          <a:xfrm flipH="1">
            <a:off x="6052399" y="5264115"/>
            <a:ext cx="1" cy="385917"/>
          </a:xfrm>
          <a:prstGeom prst="straightConnector1">
            <a:avLst/>
          </a:prstGeom>
          <a:ln w="254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F730EEDF-E4DC-4C34-851C-0F2E205F408A}"/>
                  </a:ext>
                </a:extLst>
              </p:cNvPr>
              <p:cNvSpPr txBox="1"/>
              <p:nvPr/>
            </p:nvSpPr>
            <p:spPr>
              <a:xfrm>
                <a:off x="9110154" y="3852217"/>
                <a:ext cx="1263616"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3200" i="1" smtClean="0">
                              <a:latin typeface="Cambria Math" panose="02040503050406030204" pitchFamily="18" charset="0"/>
                            </a:rPr>
                          </m:ctrlPr>
                        </m:sSupPr>
                        <m:e>
                          <m:r>
                            <a:rPr lang="en-US" sz="3200" i="1" smtClean="0">
                              <a:latin typeface="Cambria Math" panose="02040503050406030204" pitchFamily="18" charset="0"/>
                              <a:ea typeface="Cambria Math" panose="02040503050406030204" pitchFamily="18" charset="0"/>
                            </a:rPr>
                            <m:t>≈</m:t>
                          </m:r>
                          <m:r>
                            <a:rPr lang="en-US" sz="3200">
                              <a:latin typeface="Cambria Math" panose="02040503050406030204" pitchFamily="18" charset="0"/>
                            </a:rPr>
                            <m:t>2</m:t>
                          </m:r>
                        </m:e>
                        <m:sup>
                          <m:r>
                            <a:rPr lang="en-US" sz="3200" i="0">
                              <a:latin typeface="Cambria Math" panose="02040503050406030204" pitchFamily="18" charset="0"/>
                            </a:rPr>
                            <m:t>100</m:t>
                          </m:r>
                        </m:sup>
                      </m:sSup>
                    </m:oMath>
                  </m:oMathPara>
                </a14:m>
                <a:endParaRPr lang="en-US" dirty="0"/>
              </a:p>
            </p:txBody>
          </p:sp>
        </mc:Choice>
        <mc:Fallback xmlns="">
          <p:sp>
            <p:nvSpPr>
              <p:cNvPr id="3" name="文本框 2">
                <a:extLst>
                  <a:ext uri="{FF2B5EF4-FFF2-40B4-BE49-F238E27FC236}">
                    <a16:creationId xmlns:a16="http://schemas.microsoft.com/office/drawing/2014/main" id="{F730EEDF-E4DC-4C34-851C-0F2E205F408A}"/>
                  </a:ext>
                </a:extLst>
              </p:cNvPr>
              <p:cNvSpPr txBox="1">
                <a:spLocks noRot="1" noChangeAspect="1" noMove="1" noResize="1" noEditPoints="1" noAdjustHandles="1" noChangeArrowheads="1" noChangeShapeType="1" noTextEdit="1"/>
              </p:cNvSpPr>
              <p:nvPr/>
            </p:nvSpPr>
            <p:spPr>
              <a:xfrm>
                <a:off x="9110154" y="3852217"/>
                <a:ext cx="1263616" cy="492443"/>
              </a:xfrm>
              <a:prstGeom prst="rect">
                <a:avLst/>
              </a:prstGeo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47491704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59B678-AEB8-4F20-8A50-7ED7A705C656}"/>
              </a:ext>
            </a:extLst>
          </p:cNvPr>
          <p:cNvSpPr>
            <a:spLocks noGrp="1"/>
          </p:cNvSpPr>
          <p:nvPr>
            <p:ph type="title"/>
          </p:nvPr>
        </p:nvSpPr>
        <p:spPr/>
        <p:txBody>
          <a:bodyPr/>
          <a:lstStyle/>
          <a:p>
            <a:r>
              <a:rPr lang="zh-CN" altLang="en-US" dirty="0"/>
              <a:t>测试的局限性</a:t>
            </a:r>
            <a:endParaRPr lang="en-US" dirty="0"/>
          </a:p>
        </p:txBody>
      </p:sp>
      <p:sp>
        <p:nvSpPr>
          <p:cNvPr id="3" name="内容占位符 2">
            <a:extLst>
              <a:ext uri="{FF2B5EF4-FFF2-40B4-BE49-F238E27FC236}">
                <a16:creationId xmlns:a16="http://schemas.microsoft.com/office/drawing/2014/main" id="{EC426E20-FB04-4DE0-B783-E545A0BC47F3}"/>
              </a:ext>
            </a:extLst>
          </p:cNvPr>
          <p:cNvSpPr>
            <a:spLocks noGrp="1"/>
          </p:cNvSpPr>
          <p:nvPr>
            <p:ph idx="1"/>
          </p:nvPr>
        </p:nvSpPr>
        <p:spPr/>
        <p:txBody>
          <a:bodyPr/>
          <a:lstStyle/>
          <a:p>
            <a:r>
              <a:rPr lang="zh-CN" altLang="en-US" dirty="0"/>
              <a:t>黑盒测试</a:t>
            </a:r>
            <a:endParaRPr lang="en-US" altLang="zh-CN" dirty="0"/>
          </a:p>
          <a:p>
            <a:pPr lvl="1"/>
            <a:r>
              <a:rPr lang="zh-CN" altLang="en-US" dirty="0"/>
              <a:t>不可能穷举所有的输入（测试用例）</a:t>
            </a:r>
            <a:endParaRPr lang="en-US" altLang="zh-CN" dirty="0"/>
          </a:p>
          <a:p>
            <a:r>
              <a:rPr lang="zh-CN" altLang="en-US" dirty="0"/>
              <a:t>白盒测试</a:t>
            </a:r>
            <a:endParaRPr lang="en-US" altLang="zh-CN" dirty="0"/>
          </a:p>
          <a:p>
            <a:pPr lvl="1"/>
            <a:r>
              <a:rPr lang="zh-CN" altLang="en-US" dirty="0"/>
              <a:t>不可能覆盖所有的条件，分支或是路径（覆盖率）</a:t>
            </a:r>
            <a:endParaRPr lang="en-US" altLang="zh-CN" dirty="0"/>
          </a:p>
          <a:p>
            <a:pPr lvl="1"/>
            <a:endParaRPr lang="en-US" altLang="zh-CN" dirty="0"/>
          </a:p>
          <a:p>
            <a:r>
              <a:rPr lang="zh-CN" altLang="en-US" dirty="0"/>
              <a:t>测试只能针对特定的规范（</a:t>
            </a:r>
            <a:r>
              <a:rPr lang="en-US" altLang="zh-CN" dirty="0"/>
              <a:t>assertion, crash</a:t>
            </a:r>
            <a:r>
              <a:rPr lang="zh-CN" altLang="en-US" dirty="0"/>
              <a:t>），很难针对一般性的规范</a:t>
            </a:r>
            <a:endParaRPr lang="en-US" altLang="zh-CN" dirty="0"/>
          </a:p>
        </p:txBody>
      </p:sp>
      <p:sp>
        <p:nvSpPr>
          <p:cNvPr id="4" name="灯片编号占位符 3">
            <a:extLst>
              <a:ext uri="{FF2B5EF4-FFF2-40B4-BE49-F238E27FC236}">
                <a16:creationId xmlns:a16="http://schemas.microsoft.com/office/drawing/2014/main" id="{2C430438-D8FB-45CA-8B50-6E066D17E88C}"/>
              </a:ext>
            </a:extLst>
          </p:cNvPr>
          <p:cNvSpPr>
            <a:spLocks noGrp="1"/>
          </p:cNvSpPr>
          <p:nvPr>
            <p:ph type="sldNum" sz="quarter" idx="12"/>
          </p:nvPr>
        </p:nvSpPr>
        <p:spPr/>
        <p:txBody>
          <a:bodyPr/>
          <a:lstStyle/>
          <a:p>
            <a:fld id="{D601B896-082D-45BD-88CF-A240D299455E}" type="slidenum">
              <a:rPr lang="en-US" smtClean="0"/>
              <a:t>64</a:t>
            </a:fld>
            <a:endParaRPr lang="en-US"/>
          </a:p>
        </p:txBody>
      </p:sp>
    </p:spTree>
    <p:extLst>
      <p:ext uri="{BB962C8B-B14F-4D97-AF65-F5344CB8AC3E}">
        <p14:creationId xmlns:p14="http://schemas.microsoft.com/office/powerpoint/2010/main" val="380145999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0D6301CA-AD27-426D-A369-6C469DFC24FC}"/>
              </a:ext>
            </a:extLst>
          </p:cNvPr>
          <p:cNvSpPr>
            <a:spLocks noGrp="1"/>
          </p:cNvSpPr>
          <p:nvPr>
            <p:ph type="sldNum" sz="quarter" idx="12"/>
          </p:nvPr>
        </p:nvSpPr>
        <p:spPr/>
        <p:txBody>
          <a:bodyPr/>
          <a:lstStyle/>
          <a:p>
            <a:fld id="{D601B896-082D-45BD-88CF-A240D299455E}" type="slidenum">
              <a:rPr lang="en-US" smtClean="0"/>
              <a:t>65</a:t>
            </a:fld>
            <a:endParaRPr lang="en-US"/>
          </a:p>
        </p:txBody>
      </p:sp>
      <p:sp>
        <p:nvSpPr>
          <p:cNvPr id="5" name="流程图: 决策 4">
            <a:extLst>
              <a:ext uri="{FF2B5EF4-FFF2-40B4-BE49-F238E27FC236}">
                <a16:creationId xmlns:a16="http://schemas.microsoft.com/office/drawing/2014/main" id="{160C0A1D-C5BB-4DD6-974B-0A8A7AF70ECE}"/>
              </a:ext>
            </a:extLst>
          </p:cNvPr>
          <p:cNvSpPr/>
          <p:nvPr/>
        </p:nvSpPr>
        <p:spPr>
          <a:xfrm>
            <a:off x="5201587" y="899410"/>
            <a:ext cx="1404079" cy="612648"/>
          </a:xfrm>
          <a:prstGeom prst="flowChartDecision">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流程图: 决策 7">
            <a:extLst>
              <a:ext uri="{FF2B5EF4-FFF2-40B4-BE49-F238E27FC236}">
                <a16:creationId xmlns:a16="http://schemas.microsoft.com/office/drawing/2014/main" id="{67626575-83BA-4F86-8822-98B4B69FDF97}"/>
              </a:ext>
            </a:extLst>
          </p:cNvPr>
          <p:cNvSpPr/>
          <p:nvPr/>
        </p:nvSpPr>
        <p:spPr>
          <a:xfrm>
            <a:off x="3420256" y="3467446"/>
            <a:ext cx="1404079" cy="612648"/>
          </a:xfrm>
          <a:prstGeom prst="flowChartDecision">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矩形 8">
            <a:extLst>
              <a:ext uri="{FF2B5EF4-FFF2-40B4-BE49-F238E27FC236}">
                <a16:creationId xmlns:a16="http://schemas.microsoft.com/office/drawing/2014/main" id="{CEC2E465-5551-4322-BB61-343208856DA7}"/>
              </a:ext>
            </a:extLst>
          </p:cNvPr>
          <p:cNvSpPr/>
          <p:nvPr/>
        </p:nvSpPr>
        <p:spPr>
          <a:xfrm>
            <a:off x="1668902" y="4719270"/>
            <a:ext cx="1404079" cy="612648"/>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矩形 9">
            <a:extLst>
              <a:ext uri="{FF2B5EF4-FFF2-40B4-BE49-F238E27FC236}">
                <a16:creationId xmlns:a16="http://schemas.microsoft.com/office/drawing/2014/main" id="{5C83D6F9-E2D2-49B8-837F-52CC84FA75B5}"/>
              </a:ext>
            </a:extLst>
          </p:cNvPr>
          <p:cNvSpPr/>
          <p:nvPr/>
        </p:nvSpPr>
        <p:spPr>
          <a:xfrm>
            <a:off x="3420255" y="2140821"/>
            <a:ext cx="1404079" cy="612648"/>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直接连接符 11">
            <a:extLst>
              <a:ext uri="{FF2B5EF4-FFF2-40B4-BE49-F238E27FC236}">
                <a16:creationId xmlns:a16="http://schemas.microsoft.com/office/drawing/2014/main" id="{43B7AA81-FE9A-48C2-B5AF-866112B091AB}"/>
              </a:ext>
            </a:extLst>
          </p:cNvPr>
          <p:cNvCxnSpPr>
            <a:stCxn id="5" idx="1"/>
          </p:cNvCxnSpPr>
          <p:nvPr/>
        </p:nvCxnSpPr>
        <p:spPr>
          <a:xfrm flipH="1">
            <a:off x="4122294" y="1205734"/>
            <a:ext cx="1079293" cy="846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id="{9CAF9241-5509-4789-B5C2-FBD7ECEFF82D}"/>
              </a:ext>
            </a:extLst>
          </p:cNvPr>
          <p:cNvCxnSpPr>
            <a:endCxn id="10" idx="0"/>
          </p:cNvCxnSpPr>
          <p:nvPr/>
        </p:nvCxnSpPr>
        <p:spPr>
          <a:xfrm>
            <a:off x="4122294" y="1205734"/>
            <a:ext cx="1" cy="93508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02331DC1-FD9D-4347-A054-E48C82BCE7D5}"/>
              </a:ext>
            </a:extLst>
          </p:cNvPr>
          <p:cNvCxnSpPr>
            <a:cxnSpLocks/>
            <a:endCxn id="8" idx="0"/>
          </p:cNvCxnSpPr>
          <p:nvPr/>
        </p:nvCxnSpPr>
        <p:spPr>
          <a:xfrm>
            <a:off x="4122294" y="2753469"/>
            <a:ext cx="2" cy="71397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BC074F32-8D66-441F-AFE6-AAB3D96FFEBF}"/>
              </a:ext>
            </a:extLst>
          </p:cNvPr>
          <p:cNvCxnSpPr/>
          <p:nvPr/>
        </p:nvCxnSpPr>
        <p:spPr>
          <a:xfrm flipH="1">
            <a:off x="2370942" y="3763506"/>
            <a:ext cx="1079293" cy="846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F3FDB155-5320-499F-882F-4585527000A5}"/>
              </a:ext>
            </a:extLst>
          </p:cNvPr>
          <p:cNvCxnSpPr/>
          <p:nvPr/>
        </p:nvCxnSpPr>
        <p:spPr>
          <a:xfrm>
            <a:off x="2370942" y="3763506"/>
            <a:ext cx="1" cy="93508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7D8509F1-8E3D-4958-8D53-08DB28F73F81}"/>
              </a:ext>
            </a:extLst>
          </p:cNvPr>
          <p:cNvCxnSpPr/>
          <p:nvPr/>
        </p:nvCxnSpPr>
        <p:spPr>
          <a:xfrm flipH="1">
            <a:off x="6605666" y="1197265"/>
            <a:ext cx="1079293" cy="846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E9AC0C18-58D8-40CE-8CE7-4C48E1493696}"/>
              </a:ext>
            </a:extLst>
          </p:cNvPr>
          <p:cNvCxnSpPr/>
          <p:nvPr/>
        </p:nvCxnSpPr>
        <p:spPr>
          <a:xfrm>
            <a:off x="7684957" y="1197265"/>
            <a:ext cx="1" cy="93508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9EDF1D8A-50F5-43E4-A446-C151ED69167C}"/>
              </a:ext>
            </a:extLst>
          </p:cNvPr>
          <p:cNvCxnSpPr>
            <a:cxnSpLocks/>
          </p:cNvCxnSpPr>
          <p:nvPr/>
        </p:nvCxnSpPr>
        <p:spPr>
          <a:xfrm>
            <a:off x="5903626" y="389744"/>
            <a:ext cx="0" cy="54534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0F1002C7-BD50-4240-9254-C7D878CCEA8C}"/>
              </a:ext>
            </a:extLst>
          </p:cNvPr>
          <p:cNvCxnSpPr/>
          <p:nvPr/>
        </p:nvCxnSpPr>
        <p:spPr>
          <a:xfrm flipH="1">
            <a:off x="4824333" y="3763506"/>
            <a:ext cx="1079293" cy="846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0701E2F6-58DB-4E9D-98D0-80ED314AFF7E}"/>
              </a:ext>
            </a:extLst>
          </p:cNvPr>
          <p:cNvCxnSpPr/>
          <p:nvPr/>
        </p:nvCxnSpPr>
        <p:spPr>
          <a:xfrm>
            <a:off x="5903624" y="3763506"/>
            <a:ext cx="1" cy="93508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文本框 24">
            <a:extLst>
              <a:ext uri="{FF2B5EF4-FFF2-40B4-BE49-F238E27FC236}">
                <a16:creationId xmlns:a16="http://schemas.microsoft.com/office/drawing/2014/main" id="{A294E200-225F-44D6-BE30-9F3A18C95E26}"/>
              </a:ext>
            </a:extLst>
          </p:cNvPr>
          <p:cNvSpPr txBox="1"/>
          <p:nvPr/>
        </p:nvSpPr>
        <p:spPr>
          <a:xfrm>
            <a:off x="4599962" y="761452"/>
            <a:ext cx="441146" cy="400110"/>
          </a:xfrm>
          <a:prstGeom prst="rect">
            <a:avLst/>
          </a:prstGeom>
          <a:noFill/>
        </p:spPr>
        <p:txBody>
          <a:bodyPr wrap="none" rtlCol="0">
            <a:spAutoFit/>
          </a:bodyPr>
          <a:lstStyle/>
          <a:p>
            <a:r>
              <a:rPr lang="zh-CN" altLang="en-US" sz="2000" dirty="0"/>
              <a:t>是</a:t>
            </a:r>
            <a:endParaRPr lang="en-US" sz="2000" dirty="0"/>
          </a:p>
        </p:txBody>
      </p:sp>
      <p:sp>
        <p:nvSpPr>
          <p:cNvPr id="26" name="文本框 25">
            <a:extLst>
              <a:ext uri="{FF2B5EF4-FFF2-40B4-BE49-F238E27FC236}">
                <a16:creationId xmlns:a16="http://schemas.microsoft.com/office/drawing/2014/main" id="{B2199302-D78F-41FB-8F4A-42247B298CB2}"/>
              </a:ext>
            </a:extLst>
          </p:cNvPr>
          <p:cNvSpPr txBox="1"/>
          <p:nvPr/>
        </p:nvSpPr>
        <p:spPr>
          <a:xfrm>
            <a:off x="6866559" y="758731"/>
            <a:ext cx="441146" cy="400110"/>
          </a:xfrm>
          <a:prstGeom prst="rect">
            <a:avLst/>
          </a:prstGeom>
          <a:noFill/>
        </p:spPr>
        <p:txBody>
          <a:bodyPr wrap="square" rtlCol="0">
            <a:spAutoFit/>
          </a:bodyPr>
          <a:lstStyle/>
          <a:p>
            <a:r>
              <a:rPr lang="zh-CN" altLang="en-US" sz="2000" dirty="0"/>
              <a:t>否</a:t>
            </a:r>
            <a:endParaRPr lang="en-US" sz="2000" dirty="0"/>
          </a:p>
        </p:txBody>
      </p:sp>
      <p:sp>
        <p:nvSpPr>
          <p:cNvPr id="27" name="文本框 26">
            <a:extLst>
              <a:ext uri="{FF2B5EF4-FFF2-40B4-BE49-F238E27FC236}">
                <a16:creationId xmlns:a16="http://schemas.microsoft.com/office/drawing/2014/main" id="{FC6AF0F1-A87D-4FC3-B4EE-86149224876C}"/>
              </a:ext>
            </a:extLst>
          </p:cNvPr>
          <p:cNvSpPr txBox="1"/>
          <p:nvPr/>
        </p:nvSpPr>
        <p:spPr>
          <a:xfrm>
            <a:off x="2718217" y="3267391"/>
            <a:ext cx="441146" cy="400110"/>
          </a:xfrm>
          <a:prstGeom prst="rect">
            <a:avLst/>
          </a:prstGeom>
          <a:noFill/>
        </p:spPr>
        <p:txBody>
          <a:bodyPr wrap="none" rtlCol="0">
            <a:spAutoFit/>
          </a:bodyPr>
          <a:lstStyle/>
          <a:p>
            <a:r>
              <a:rPr lang="zh-CN" altLang="en-US" sz="2000" dirty="0"/>
              <a:t>是</a:t>
            </a:r>
            <a:endParaRPr lang="en-US" sz="2000" dirty="0"/>
          </a:p>
        </p:txBody>
      </p:sp>
      <p:sp>
        <p:nvSpPr>
          <p:cNvPr id="28" name="文本框 27">
            <a:extLst>
              <a:ext uri="{FF2B5EF4-FFF2-40B4-BE49-F238E27FC236}">
                <a16:creationId xmlns:a16="http://schemas.microsoft.com/office/drawing/2014/main" id="{8E0BBCD8-7460-47A2-B899-809E71D9A42A}"/>
              </a:ext>
            </a:extLst>
          </p:cNvPr>
          <p:cNvSpPr txBox="1"/>
          <p:nvPr/>
        </p:nvSpPr>
        <p:spPr>
          <a:xfrm>
            <a:off x="5067021" y="3318425"/>
            <a:ext cx="441146" cy="400110"/>
          </a:xfrm>
          <a:prstGeom prst="rect">
            <a:avLst/>
          </a:prstGeom>
          <a:noFill/>
        </p:spPr>
        <p:txBody>
          <a:bodyPr wrap="square" rtlCol="0">
            <a:spAutoFit/>
          </a:bodyPr>
          <a:lstStyle/>
          <a:p>
            <a:r>
              <a:rPr lang="zh-CN" altLang="en-US" sz="2000" dirty="0"/>
              <a:t>否</a:t>
            </a:r>
            <a:endParaRPr lang="en-US" sz="2000" dirty="0"/>
          </a:p>
        </p:txBody>
      </p:sp>
      <p:sp>
        <p:nvSpPr>
          <p:cNvPr id="29" name="文本框 28">
            <a:extLst>
              <a:ext uri="{FF2B5EF4-FFF2-40B4-BE49-F238E27FC236}">
                <a16:creationId xmlns:a16="http://schemas.microsoft.com/office/drawing/2014/main" id="{45124748-6221-4441-8907-77F6B25779B3}"/>
              </a:ext>
            </a:extLst>
          </p:cNvPr>
          <p:cNvSpPr txBox="1"/>
          <p:nvPr/>
        </p:nvSpPr>
        <p:spPr>
          <a:xfrm>
            <a:off x="5567636" y="1012599"/>
            <a:ext cx="671979" cy="369332"/>
          </a:xfrm>
          <a:prstGeom prst="rect">
            <a:avLst/>
          </a:prstGeom>
          <a:noFill/>
        </p:spPr>
        <p:txBody>
          <a:bodyPr wrap="none" rtlCol="0">
            <a:spAutoFit/>
          </a:bodyPr>
          <a:lstStyle/>
          <a:p>
            <a:r>
              <a:rPr lang="en-US" dirty="0">
                <a:solidFill>
                  <a:srgbClr val="C00000"/>
                </a:solidFill>
              </a:rPr>
              <a:t>N = 1</a:t>
            </a:r>
          </a:p>
        </p:txBody>
      </p:sp>
      <p:sp>
        <p:nvSpPr>
          <p:cNvPr id="30" name="文本框 29">
            <a:extLst>
              <a:ext uri="{FF2B5EF4-FFF2-40B4-BE49-F238E27FC236}">
                <a16:creationId xmlns:a16="http://schemas.microsoft.com/office/drawing/2014/main" id="{3A1A01F4-345A-48D9-94CD-8E4CD8F9F5F0}"/>
              </a:ext>
            </a:extLst>
          </p:cNvPr>
          <p:cNvSpPr txBox="1"/>
          <p:nvPr/>
        </p:nvSpPr>
        <p:spPr>
          <a:xfrm>
            <a:off x="1945728" y="4840928"/>
            <a:ext cx="920606" cy="369332"/>
          </a:xfrm>
          <a:prstGeom prst="rect">
            <a:avLst/>
          </a:prstGeom>
          <a:noFill/>
        </p:spPr>
        <p:txBody>
          <a:bodyPr wrap="square" rtlCol="0">
            <a:spAutoFit/>
          </a:bodyPr>
          <a:lstStyle/>
          <a:p>
            <a:r>
              <a:rPr lang="en-US" dirty="0">
                <a:solidFill>
                  <a:srgbClr val="C00000"/>
                </a:solidFill>
              </a:rPr>
              <a:t>N = 3</a:t>
            </a:r>
          </a:p>
        </p:txBody>
      </p:sp>
      <p:sp>
        <p:nvSpPr>
          <p:cNvPr id="31" name="文本框 30">
            <a:extLst>
              <a:ext uri="{FF2B5EF4-FFF2-40B4-BE49-F238E27FC236}">
                <a16:creationId xmlns:a16="http://schemas.microsoft.com/office/drawing/2014/main" id="{5BDF9BFD-936F-42B9-8E80-A67AFCA39158}"/>
              </a:ext>
            </a:extLst>
          </p:cNvPr>
          <p:cNvSpPr txBox="1"/>
          <p:nvPr/>
        </p:nvSpPr>
        <p:spPr>
          <a:xfrm>
            <a:off x="5074516" y="5025594"/>
            <a:ext cx="5509842" cy="400110"/>
          </a:xfrm>
          <a:prstGeom prst="rect">
            <a:avLst/>
          </a:prstGeom>
          <a:noFill/>
        </p:spPr>
        <p:txBody>
          <a:bodyPr wrap="none" rtlCol="0">
            <a:spAutoFit/>
          </a:bodyPr>
          <a:lstStyle/>
          <a:p>
            <a:r>
              <a:rPr lang="zh-CN" altLang="en-US" sz="2000" dirty="0"/>
              <a:t>如何测试：</a:t>
            </a:r>
            <a:r>
              <a:rPr lang="en-US" altLang="zh-CN" sz="2000" dirty="0"/>
              <a:t>N=1</a:t>
            </a:r>
            <a:r>
              <a:rPr lang="zh-CN" altLang="en-US" sz="2000" dirty="0"/>
              <a:t>成立可以推出将来某一时刻</a:t>
            </a:r>
            <a:r>
              <a:rPr lang="en-US" altLang="zh-CN" sz="2000" dirty="0"/>
              <a:t>N=3?</a:t>
            </a:r>
            <a:endParaRPr lang="en-US" sz="2000" dirty="0"/>
          </a:p>
        </p:txBody>
      </p:sp>
    </p:spTree>
    <p:extLst>
      <p:ext uri="{BB962C8B-B14F-4D97-AF65-F5344CB8AC3E}">
        <p14:creationId xmlns:p14="http://schemas.microsoft.com/office/powerpoint/2010/main" val="92120008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0D6301CA-AD27-426D-A369-6C469DFC24FC}"/>
              </a:ext>
            </a:extLst>
          </p:cNvPr>
          <p:cNvSpPr>
            <a:spLocks noGrp="1"/>
          </p:cNvSpPr>
          <p:nvPr>
            <p:ph type="sldNum" sz="quarter" idx="12"/>
          </p:nvPr>
        </p:nvSpPr>
        <p:spPr/>
        <p:txBody>
          <a:bodyPr/>
          <a:lstStyle/>
          <a:p>
            <a:fld id="{D601B896-082D-45BD-88CF-A240D299455E}" type="slidenum">
              <a:rPr lang="en-US" smtClean="0"/>
              <a:t>66</a:t>
            </a:fld>
            <a:endParaRPr lang="en-US"/>
          </a:p>
        </p:txBody>
      </p:sp>
      <p:sp>
        <p:nvSpPr>
          <p:cNvPr id="5" name="流程图: 决策 4">
            <a:extLst>
              <a:ext uri="{FF2B5EF4-FFF2-40B4-BE49-F238E27FC236}">
                <a16:creationId xmlns:a16="http://schemas.microsoft.com/office/drawing/2014/main" id="{160C0A1D-C5BB-4DD6-974B-0A8A7AF70ECE}"/>
              </a:ext>
            </a:extLst>
          </p:cNvPr>
          <p:cNvSpPr/>
          <p:nvPr/>
        </p:nvSpPr>
        <p:spPr>
          <a:xfrm>
            <a:off x="5201587" y="899410"/>
            <a:ext cx="1404079" cy="612648"/>
          </a:xfrm>
          <a:prstGeom prst="flowChartDecision">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流程图: 决策 7">
            <a:extLst>
              <a:ext uri="{FF2B5EF4-FFF2-40B4-BE49-F238E27FC236}">
                <a16:creationId xmlns:a16="http://schemas.microsoft.com/office/drawing/2014/main" id="{67626575-83BA-4F86-8822-98B4B69FDF97}"/>
              </a:ext>
            </a:extLst>
          </p:cNvPr>
          <p:cNvSpPr/>
          <p:nvPr/>
        </p:nvSpPr>
        <p:spPr>
          <a:xfrm>
            <a:off x="3420256" y="3467446"/>
            <a:ext cx="1404079" cy="612648"/>
          </a:xfrm>
          <a:prstGeom prst="flowChartDecision">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矩形 8">
            <a:extLst>
              <a:ext uri="{FF2B5EF4-FFF2-40B4-BE49-F238E27FC236}">
                <a16:creationId xmlns:a16="http://schemas.microsoft.com/office/drawing/2014/main" id="{CEC2E465-5551-4322-BB61-343208856DA7}"/>
              </a:ext>
            </a:extLst>
          </p:cNvPr>
          <p:cNvSpPr/>
          <p:nvPr/>
        </p:nvSpPr>
        <p:spPr>
          <a:xfrm>
            <a:off x="1668902" y="4719270"/>
            <a:ext cx="1404079" cy="612648"/>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矩形 9">
            <a:extLst>
              <a:ext uri="{FF2B5EF4-FFF2-40B4-BE49-F238E27FC236}">
                <a16:creationId xmlns:a16="http://schemas.microsoft.com/office/drawing/2014/main" id="{5C83D6F9-E2D2-49B8-837F-52CC84FA75B5}"/>
              </a:ext>
            </a:extLst>
          </p:cNvPr>
          <p:cNvSpPr/>
          <p:nvPr/>
        </p:nvSpPr>
        <p:spPr>
          <a:xfrm>
            <a:off x="3420255" y="2140821"/>
            <a:ext cx="1404079" cy="612648"/>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直接连接符 11">
            <a:extLst>
              <a:ext uri="{FF2B5EF4-FFF2-40B4-BE49-F238E27FC236}">
                <a16:creationId xmlns:a16="http://schemas.microsoft.com/office/drawing/2014/main" id="{43B7AA81-FE9A-48C2-B5AF-866112B091AB}"/>
              </a:ext>
            </a:extLst>
          </p:cNvPr>
          <p:cNvCxnSpPr>
            <a:stCxn id="5" idx="1"/>
          </p:cNvCxnSpPr>
          <p:nvPr/>
        </p:nvCxnSpPr>
        <p:spPr>
          <a:xfrm flipH="1">
            <a:off x="4122294" y="1205734"/>
            <a:ext cx="1079293" cy="846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id="{9CAF9241-5509-4789-B5C2-FBD7ECEFF82D}"/>
              </a:ext>
            </a:extLst>
          </p:cNvPr>
          <p:cNvCxnSpPr>
            <a:endCxn id="10" idx="0"/>
          </p:cNvCxnSpPr>
          <p:nvPr/>
        </p:nvCxnSpPr>
        <p:spPr>
          <a:xfrm>
            <a:off x="4122294" y="1205734"/>
            <a:ext cx="1" cy="93508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02331DC1-FD9D-4347-A054-E48C82BCE7D5}"/>
              </a:ext>
            </a:extLst>
          </p:cNvPr>
          <p:cNvCxnSpPr>
            <a:cxnSpLocks/>
            <a:endCxn id="8" idx="0"/>
          </p:cNvCxnSpPr>
          <p:nvPr/>
        </p:nvCxnSpPr>
        <p:spPr>
          <a:xfrm>
            <a:off x="4122294" y="2753469"/>
            <a:ext cx="2" cy="71397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BC074F32-8D66-441F-AFE6-AAB3D96FFEBF}"/>
              </a:ext>
            </a:extLst>
          </p:cNvPr>
          <p:cNvCxnSpPr/>
          <p:nvPr/>
        </p:nvCxnSpPr>
        <p:spPr>
          <a:xfrm flipH="1">
            <a:off x="2370942" y="3763506"/>
            <a:ext cx="1079293" cy="846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F3FDB155-5320-499F-882F-4585527000A5}"/>
              </a:ext>
            </a:extLst>
          </p:cNvPr>
          <p:cNvCxnSpPr/>
          <p:nvPr/>
        </p:nvCxnSpPr>
        <p:spPr>
          <a:xfrm>
            <a:off x="2370942" y="3763506"/>
            <a:ext cx="1" cy="93508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7D8509F1-8E3D-4958-8D53-08DB28F73F81}"/>
              </a:ext>
            </a:extLst>
          </p:cNvPr>
          <p:cNvCxnSpPr/>
          <p:nvPr/>
        </p:nvCxnSpPr>
        <p:spPr>
          <a:xfrm flipH="1">
            <a:off x="6605666" y="1197265"/>
            <a:ext cx="1079293" cy="846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E9AC0C18-58D8-40CE-8CE7-4C48E1493696}"/>
              </a:ext>
            </a:extLst>
          </p:cNvPr>
          <p:cNvCxnSpPr/>
          <p:nvPr/>
        </p:nvCxnSpPr>
        <p:spPr>
          <a:xfrm>
            <a:off x="7684957" y="1197265"/>
            <a:ext cx="1" cy="93508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9EDF1D8A-50F5-43E4-A446-C151ED69167C}"/>
              </a:ext>
            </a:extLst>
          </p:cNvPr>
          <p:cNvCxnSpPr>
            <a:cxnSpLocks/>
          </p:cNvCxnSpPr>
          <p:nvPr/>
        </p:nvCxnSpPr>
        <p:spPr>
          <a:xfrm>
            <a:off x="5903626" y="389744"/>
            <a:ext cx="0" cy="54534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0F1002C7-BD50-4240-9254-C7D878CCEA8C}"/>
              </a:ext>
            </a:extLst>
          </p:cNvPr>
          <p:cNvCxnSpPr/>
          <p:nvPr/>
        </p:nvCxnSpPr>
        <p:spPr>
          <a:xfrm flipH="1">
            <a:off x="4824333" y="3763506"/>
            <a:ext cx="1079293" cy="846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0701E2F6-58DB-4E9D-98D0-80ED314AFF7E}"/>
              </a:ext>
            </a:extLst>
          </p:cNvPr>
          <p:cNvCxnSpPr/>
          <p:nvPr/>
        </p:nvCxnSpPr>
        <p:spPr>
          <a:xfrm>
            <a:off x="5903624" y="3763506"/>
            <a:ext cx="1" cy="93508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文本框 24">
            <a:extLst>
              <a:ext uri="{FF2B5EF4-FFF2-40B4-BE49-F238E27FC236}">
                <a16:creationId xmlns:a16="http://schemas.microsoft.com/office/drawing/2014/main" id="{A294E200-225F-44D6-BE30-9F3A18C95E26}"/>
              </a:ext>
            </a:extLst>
          </p:cNvPr>
          <p:cNvSpPr txBox="1"/>
          <p:nvPr/>
        </p:nvSpPr>
        <p:spPr>
          <a:xfrm>
            <a:off x="4599962" y="761452"/>
            <a:ext cx="441146" cy="400110"/>
          </a:xfrm>
          <a:prstGeom prst="rect">
            <a:avLst/>
          </a:prstGeom>
          <a:noFill/>
        </p:spPr>
        <p:txBody>
          <a:bodyPr wrap="none" rtlCol="0">
            <a:spAutoFit/>
          </a:bodyPr>
          <a:lstStyle/>
          <a:p>
            <a:r>
              <a:rPr lang="zh-CN" altLang="en-US" sz="2000" dirty="0"/>
              <a:t>是</a:t>
            </a:r>
            <a:endParaRPr lang="en-US" sz="2000" dirty="0"/>
          </a:p>
        </p:txBody>
      </p:sp>
      <p:sp>
        <p:nvSpPr>
          <p:cNvPr id="26" name="文本框 25">
            <a:extLst>
              <a:ext uri="{FF2B5EF4-FFF2-40B4-BE49-F238E27FC236}">
                <a16:creationId xmlns:a16="http://schemas.microsoft.com/office/drawing/2014/main" id="{B2199302-D78F-41FB-8F4A-42247B298CB2}"/>
              </a:ext>
            </a:extLst>
          </p:cNvPr>
          <p:cNvSpPr txBox="1"/>
          <p:nvPr/>
        </p:nvSpPr>
        <p:spPr>
          <a:xfrm>
            <a:off x="6866559" y="758731"/>
            <a:ext cx="441146" cy="400110"/>
          </a:xfrm>
          <a:prstGeom prst="rect">
            <a:avLst/>
          </a:prstGeom>
          <a:noFill/>
        </p:spPr>
        <p:txBody>
          <a:bodyPr wrap="square" rtlCol="0">
            <a:spAutoFit/>
          </a:bodyPr>
          <a:lstStyle/>
          <a:p>
            <a:r>
              <a:rPr lang="zh-CN" altLang="en-US" sz="2000" dirty="0"/>
              <a:t>否</a:t>
            </a:r>
            <a:endParaRPr lang="en-US" sz="2000" dirty="0"/>
          </a:p>
        </p:txBody>
      </p:sp>
      <p:sp>
        <p:nvSpPr>
          <p:cNvPr id="27" name="文本框 26">
            <a:extLst>
              <a:ext uri="{FF2B5EF4-FFF2-40B4-BE49-F238E27FC236}">
                <a16:creationId xmlns:a16="http://schemas.microsoft.com/office/drawing/2014/main" id="{FC6AF0F1-A87D-4FC3-B4EE-86149224876C}"/>
              </a:ext>
            </a:extLst>
          </p:cNvPr>
          <p:cNvSpPr txBox="1"/>
          <p:nvPr/>
        </p:nvSpPr>
        <p:spPr>
          <a:xfrm>
            <a:off x="2718217" y="3267391"/>
            <a:ext cx="441146" cy="400110"/>
          </a:xfrm>
          <a:prstGeom prst="rect">
            <a:avLst/>
          </a:prstGeom>
          <a:noFill/>
        </p:spPr>
        <p:txBody>
          <a:bodyPr wrap="none" rtlCol="0">
            <a:spAutoFit/>
          </a:bodyPr>
          <a:lstStyle/>
          <a:p>
            <a:r>
              <a:rPr lang="zh-CN" altLang="en-US" sz="2000" dirty="0"/>
              <a:t>是</a:t>
            </a:r>
            <a:endParaRPr lang="en-US" sz="2000" dirty="0"/>
          </a:p>
        </p:txBody>
      </p:sp>
      <p:sp>
        <p:nvSpPr>
          <p:cNvPr id="28" name="文本框 27">
            <a:extLst>
              <a:ext uri="{FF2B5EF4-FFF2-40B4-BE49-F238E27FC236}">
                <a16:creationId xmlns:a16="http://schemas.microsoft.com/office/drawing/2014/main" id="{8E0BBCD8-7460-47A2-B899-809E71D9A42A}"/>
              </a:ext>
            </a:extLst>
          </p:cNvPr>
          <p:cNvSpPr txBox="1"/>
          <p:nvPr/>
        </p:nvSpPr>
        <p:spPr>
          <a:xfrm>
            <a:off x="5067021" y="3318425"/>
            <a:ext cx="441146" cy="400110"/>
          </a:xfrm>
          <a:prstGeom prst="rect">
            <a:avLst/>
          </a:prstGeom>
          <a:noFill/>
        </p:spPr>
        <p:txBody>
          <a:bodyPr wrap="square" rtlCol="0">
            <a:spAutoFit/>
          </a:bodyPr>
          <a:lstStyle/>
          <a:p>
            <a:r>
              <a:rPr lang="zh-CN" altLang="en-US" sz="2000" dirty="0"/>
              <a:t>否</a:t>
            </a:r>
            <a:endParaRPr lang="en-US" sz="2000" dirty="0"/>
          </a:p>
        </p:txBody>
      </p:sp>
      <p:sp>
        <p:nvSpPr>
          <p:cNvPr id="29" name="文本框 28">
            <a:extLst>
              <a:ext uri="{FF2B5EF4-FFF2-40B4-BE49-F238E27FC236}">
                <a16:creationId xmlns:a16="http://schemas.microsoft.com/office/drawing/2014/main" id="{45124748-6221-4441-8907-77F6B25779B3}"/>
              </a:ext>
            </a:extLst>
          </p:cNvPr>
          <p:cNvSpPr txBox="1"/>
          <p:nvPr/>
        </p:nvSpPr>
        <p:spPr>
          <a:xfrm>
            <a:off x="5567636" y="1012599"/>
            <a:ext cx="671979" cy="369332"/>
          </a:xfrm>
          <a:prstGeom prst="rect">
            <a:avLst/>
          </a:prstGeom>
          <a:noFill/>
        </p:spPr>
        <p:txBody>
          <a:bodyPr wrap="none" rtlCol="0">
            <a:spAutoFit/>
          </a:bodyPr>
          <a:lstStyle/>
          <a:p>
            <a:r>
              <a:rPr lang="en-US" dirty="0">
                <a:solidFill>
                  <a:srgbClr val="C00000"/>
                </a:solidFill>
              </a:rPr>
              <a:t>N = 1</a:t>
            </a:r>
          </a:p>
        </p:txBody>
      </p:sp>
      <p:sp>
        <p:nvSpPr>
          <p:cNvPr id="30" name="文本框 29">
            <a:extLst>
              <a:ext uri="{FF2B5EF4-FFF2-40B4-BE49-F238E27FC236}">
                <a16:creationId xmlns:a16="http://schemas.microsoft.com/office/drawing/2014/main" id="{3A1A01F4-345A-48D9-94CD-8E4CD8F9F5F0}"/>
              </a:ext>
            </a:extLst>
          </p:cNvPr>
          <p:cNvSpPr txBox="1"/>
          <p:nvPr/>
        </p:nvSpPr>
        <p:spPr>
          <a:xfrm>
            <a:off x="1945728" y="4840928"/>
            <a:ext cx="920606" cy="369332"/>
          </a:xfrm>
          <a:prstGeom prst="rect">
            <a:avLst/>
          </a:prstGeom>
          <a:noFill/>
        </p:spPr>
        <p:txBody>
          <a:bodyPr wrap="square" rtlCol="0">
            <a:spAutoFit/>
          </a:bodyPr>
          <a:lstStyle/>
          <a:p>
            <a:r>
              <a:rPr lang="en-US" dirty="0">
                <a:solidFill>
                  <a:srgbClr val="C00000"/>
                </a:solidFill>
              </a:rPr>
              <a:t>N = 3</a:t>
            </a:r>
          </a:p>
        </p:txBody>
      </p:sp>
      <p:sp>
        <p:nvSpPr>
          <p:cNvPr id="31" name="文本框 30">
            <a:extLst>
              <a:ext uri="{FF2B5EF4-FFF2-40B4-BE49-F238E27FC236}">
                <a16:creationId xmlns:a16="http://schemas.microsoft.com/office/drawing/2014/main" id="{5BDF9BFD-936F-42B9-8E80-A67AFCA39158}"/>
              </a:ext>
            </a:extLst>
          </p:cNvPr>
          <p:cNvSpPr txBox="1"/>
          <p:nvPr/>
        </p:nvSpPr>
        <p:spPr>
          <a:xfrm>
            <a:off x="5074516" y="5025593"/>
            <a:ext cx="5463565" cy="707886"/>
          </a:xfrm>
          <a:prstGeom prst="rect">
            <a:avLst/>
          </a:prstGeom>
          <a:noFill/>
        </p:spPr>
        <p:txBody>
          <a:bodyPr wrap="square" rtlCol="0">
            <a:spAutoFit/>
          </a:bodyPr>
          <a:lstStyle/>
          <a:p>
            <a:r>
              <a:rPr lang="zh-CN" altLang="en-US" sz="2000" dirty="0"/>
              <a:t>如何测试：</a:t>
            </a:r>
            <a:r>
              <a:rPr lang="en-US" altLang="zh-CN" sz="2000" dirty="0"/>
              <a:t>N=1</a:t>
            </a:r>
            <a:r>
              <a:rPr lang="zh-CN" altLang="en-US" sz="2000" dirty="0"/>
              <a:t>成立可以推出将来某一时刻</a:t>
            </a:r>
            <a:r>
              <a:rPr lang="en-US" altLang="zh-CN" sz="2000" dirty="0"/>
              <a:t>N=3?</a:t>
            </a:r>
          </a:p>
          <a:p>
            <a:r>
              <a:rPr lang="en-US" sz="2000" dirty="0"/>
              <a:t>                </a:t>
            </a:r>
            <a:r>
              <a:rPr lang="en-US" sz="2000" dirty="0">
                <a:solidFill>
                  <a:srgbClr val="C00000"/>
                </a:solidFill>
              </a:rPr>
              <a:t> Global(N=1 =&gt; Future (N=3))</a:t>
            </a:r>
          </a:p>
        </p:txBody>
      </p:sp>
    </p:spTree>
    <p:extLst>
      <p:ext uri="{BB962C8B-B14F-4D97-AF65-F5344CB8AC3E}">
        <p14:creationId xmlns:p14="http://schemas.microsoft.com/office/powerpoint/2010/main" val="125087852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2EF0B9E7-E949-483E-977A-B536395F933D}"/>
              </a:ext>
            </a:extLst>
          </p:cNvPr>
          <p:cNvSpPr>
            <a:spLocks noGrp="1"/>
          </p:cNvSpPr>
          <p:nvPr>
            <p:ph type="sldNum" sz="quarter" idx="12"/>
          </p:nvPr>
        </p:nvSpPr>
        <p:spPr/>
        <p:txBody>
          <a:bodyPr/>
          <a:lstStyle/>
          <a:p>
            <a:fld id="{D601B896-082D-45BD-88CF-A240D299455E}" type="slidenum">
              <a:rPr lang="en-US" smtClean="0"/>
              <a:t>67</a:t>
            </a:fld>
            <a:endParaRPr lang="en-US"/>
          </a:p>
        </p:txBody>
      </p:sp>
      <p:sp>
        <p:nvSpPr>
          <p:cNvPr id="5" name="矩形: 圆角 4">
            <a:extLst>
              <a:ext uri="{FF2B5EF4-FFF2-40B4-BE49-F238E27FC236}">
                <a16:creationId xmlns:a16="http://schemas.microsoft.com/office/drawing/2014/main" id="{E2407B8A-EFEB-4493-9B7C-2F60B08E6FF3}"/>
              </a:ext>
            </a:extLst>
          </p:cNvPr>
          <p:cNvSpPr/>
          <p:nvPr/>
        </p:nvSpPr>
        <p:spPr>
          <a:xfrm>
            <a:off x="2407170" y="2728209"/>
            <a:ext cx="7615004" cy="914400"/>
          </a:xfrm>
          <a:prstGeom prst="round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solidFill>
              </a:rPr>
              <a:t>解决方案：用</a:t>
            </a:r>
            <a:r>
              <a:rPr lang="zh-CN" altLang="en-US" sz="2400" dirty="0">
                <a:solidFill>
                  <a:srgbClr val="00B0F0"/>
                </a:solidFill>
              </a:rPr>
              <a:t>数学穷举</a:t>
            </a:r>
            <a:r>
              <a:rPr lang="zh-CN" altLang="en-US" sz="2400" dirty="0">
                <a:solidFill>
                  <a:schemeClr val="tx1"/>
                </a:solidFill>
              </a:rPr>
              <a:t>的方法来解决程序的正确性问题。</a:t>
            </a:r>
            <a:endParaRPr lang="en-US" sz="2400" dirty="0">
              <a:solidFill>
                <a:schemeClr val="tx1"/>
              </a:solidFill>
            </a:endParaRPr>
          </a:p>
        </p:txBody>
      </p:sp>
    </p:spTree>
    <p:extLst>
      <p:ext uri="{BB962C8B-B14F-4D97-AF65-F5344CB8AC3E}">
        <p14:creationId xmlns:p14="http://schemas.microsoft.com/office/powerpoint/2010/main" val="237400684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5281B3B-AF25-40C2-9398-2D199832A02F}"/>
              </a:ext>
            </a:extLst>
          </p:cNvPr>
          <p:cNvSpPr>
            <a:spLocks noGrp="1"/>
          </p:cNvSpPr>
          <p:nvPr>
            <p:ph type="title"/>
          </p:nvPr>
        </p:nvSpPr>
        <p:spPr>
          <a:xfrm>
            <a:off x="989121" y="2575665"/>
            <a:ext cx="10515600" cy="1325563"/>
          </a:xfrm>
        </p:spPr>
        <p:txBody>
          <a:bodyPr/>
          <a:lstStyle/>
          <a:p>
            <a:pPr algn="ctr"/>
            <a:r>
              <a:rPr lang="zh-CN" altLang="en-US" dirty="0"/>
              <a:t>模型检查</a:t>
            </a:r>
            <a:r>
              <a:rPr lang="en-US" altLang="zh-CN" dirty="0"/>
              <a:t>(Model Checking)</a:t>
            </a:r>
            <a:endParaRPr lang="zh-CN" altLang="en-US" dirty="0"/>
          </a:p>
        </p:txBody>
      </p:sp>
      <p:sp>
        <p:nvSpPr>
          <p:cNvPr id="3" name="灯片编号占位符 2">
            <a:extLst>
              <a:ext uri="{FF2B5EF4-FFF2-40B4-BE49-F238E27FC236}">
                <a16:creationId xmlns:a16="http://schemas.microsoft.com/office/drawing/2014/main" id="{FF9CF77E-9936-44B8-BE48-DE9A8636DB82}"/>
              </a:ext>
            </a:extLst>
          </p:cNvPr>
          <p:cNvSpPr>
            <a:spLocks noGrp="1"/>
          </p:cNvSpPr>
          <p:nvPr>
            <p:ph type="sldNum" sz="quarter" idx="12"/>
          </p:nvPr>
        </p:nvSpPr>
        <p:spPr/>
        <p:txBody>
          <a:bodyPr/>
          <a:lstStyle/>
          <a:p>
            <a:fld id="{D7908312-C304-4E11-A3D5-5AF4AE311060}" type="slidenum">
              <a:rPr lang="en-US" smtClean="0"/>
              <a:t>68</a:t>
            </a:fld>
            <a:endParaRPr lang="en-US"/>
          </a:p>
        </p:txBody>
      </p:sp>
    </p:spTree>
    <p:extLst>
      <p:ext uri="{BB962C8B-B14F-4D97-AF65-F5344CB8AC3E}">
        <p14:creationId xmlns:p14="http://schemas.microsoft.com/office/powerpoint/2010/main" val="264998418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C5BDC283-BC38-4E96-8A1D-03F3D87EC67B}"/>
              </a:ext>
            </a:extLst>
          </p:cNvPr>
          <p:cNvSpPr>
            <a:spLocks noGrp="1"/>
          </p:cNvSpPr>
          <p:nvPr>
            <p:ph type="sldNum" sz="quarter" idx="12"/>
          </p:nvPr>
        </p:nvSpPr>
        <p:spPr/>
        <p:txBody>
          <a:bodyPr/>
          <a:lstStyle/>
          <a:p>
            <a:fld id="{81FB5FCF-B845-4FD0-8CAB-5D8F3E376DBE}" type="slidenum">
              <a:rPr lang="en-US" smtClean="0"/>
              <a:t>69</a:t>
            </a:fld>
            <a:endParaRPr lang="en-US"/>
          </a:p>
        </p:txBody>
      </p:sp>
      <p:sp>
        <p:nvSpPr>
          <p:cNvPr id="7" name="矩形: 圆角 6">
            <a:extLst>
              <a:ext uri="{FF2B5EF4-FFF2-40B4-BE49-F238E27FC236}">
                <a16:creationId xmlns:a16="http://schemas.microsoft.com/office/drawing/2014/main" id="{032D2155-0595-4FF7-B5A9-75678534E68C}"/>
              </a:ext>
            </a:extLst>
          </p:cNvPr>
          <p:cNvSpPr/>
          <p:nvPr/>
        </p:nvSpPr>
        <p:spPr>
          <a:xfrm>
            <a:off x="4581992" y="1124263"/>
            <a:ext cx="2758191" cy="749509"/>
          </a:xfrm>
          <a:prstGeom prst="round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solidFill>
              </a:rPr>
              <a:t>形式化验证</a:t>
            </a:r>
            <a:endParaRPr lang="en-US" sz="2400" dirty="0">
              <a:solidFill>
                <a:schemeClr val="tx1"/>
              </a:solidFill>
            </a:endParaRPr>
          </a:p>
        </p:txBody>
      </p:sp>
      <p:sp>
        <p:nvSpPr>
          <p:cNvPr id="8" name="矩形: 圆角 7">
            <a:extLst>
              <a:ext uri="{FF2B5EF4-FFF2-40B4-BE49-F238E27FC236}">
                <a16:creationId xmlns:a16="http://schemas.microsoft.com/office/drawing/2014/main" id="{66C8BBE9-5E83-48C2-B44E-D9AC13003481}"/>
              </a:ext>
            </a:extLst>
          </p:cNvPr>
          <p:cNvSpPr/>
          <p:nvPr/>
        </p:nvSpPr>
        <p:spPr>
          <a:xfrm>
            <a:off x="2350960" y="3240375"/>
            <a:ext cx="2758191" cy="749509"/>
          </a:xfrm>
          <a:prstGeom prst="round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solidFill>
              </a:rPr>
              <a:t>定理证明</a:t>
            </a:r>
            <a:endParaRPr lang="en-US" sz="2400" dirty="0">
              <a:solidFill>
                <a:schemeClr val="tx1"/>
              </a:solidFill>
            </a:endParaRPr>
          </a:p>
        </p:txBody>
      </p:sp>
      <p:sp>
        <p:nvSpPr>
          <p:cNvPr id="9" name="矩形: 圆角 8">
            <a:extLst>
              <a:ext uri="{FF2B5EF4-FFF2-40B4-BE49-F238E27FC236}">
                <a16:creationId xmlns:a16="http://schemas.microsoft.com/office/drawing/2014/main" id="{FC4AD643-F286-4FAB-B928-4FA6FB1DB48C}"/>
              </a:ext>
            </a:extLst>
          </p:cNvPr>
          <p:cNvSpPr/>
          <p:nvPr/>
        </p:nvSpPr>
        <p:spPr>
          <a:xfrm>
            <a:off x="7082851" y="3242874"/>
            <a:ext cx="2758191" cy="749509"/>
          </a:xfrm>
          <a:prstGeom prst="round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rgbClr val="C00000"/>
                </a:solidFill>
              </a:rPr>
              <a:t>模型检查</a:t>
            </a:r>
            <a:endParaRPr lang="en-US" sz="2400" dirty="0">
              <a:solidFill>
                <a:srgbClr val="C00000"/>
              </a:solidFill>
            </a:endParaRPr>
          </a:p>
        </p:txBody>
      </p:sp>
      <p:cxnSp>
        <p:nvCxnSpPr>
          <p:cNvPr id="11" name="直接箭头连接符 10">
            <a:extLst>
              <a:ext uri="{FF2B5EF4-FFF2-40B4-BE49-F238E27FC236}">
                <a16:creationId xmlns:a16="http://schemas.microsoft.com/office/drawing/2014/main" id="{2E4CD5D7-4875-42C5-828F-42260C2ACE56}"/>
              </a:ext>
            </a:extLst>
          </p:cNvPr>
          <p:cNvCxnSpPr>
            <a:stCxn id="7" idx="2"/>
            <a:endCxn id="8" idx="0"/>
          </p:cNvCxnSpPr>
          <p:nvPr/>
        </p:nvCxnSpPr>
        <p:spPr>
          <a:xfrm flipH="1">
            <a:off x="3730055" y="1873772"/>
            <a:ext cx="2231032" cy="136660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44D2CC84-5196-4F77-AD5A-9A6AE84E9D4C}"/>
              </a:ext>
            </a:extLst>
          </p:cNvPr>
          <p:cNvCxnSpPr>
            <a:stCxn id="7" idx="2"/>
            <a:endCxn id="9" idx="0"/>
          </p:cNvCxnSpPr>
          <p:nvPr/>
        </p:nvCxnSpPr>
        <p:spPr>
          <a:xfrm>
            <a:off x="5961088" y="1873771"/>
            <a:ext cx="2500859" cy="136910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238050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C5BDC283-BC38-4E96-8A1D-03F3D87EC67B}"/>
              </a:ext>
            </a:extLst>
          </p:cNvPr>
          <p:cNvSpPr>
            <a:spLocks noGrp="1"/>
          </p:cNvSpPr>
          <p:nvPr>
            <p:ph type="sldNum" sz="quarter" idx="12"/>
          </p:nvPr>
        </p:nvSpPr>
        <p:spPr/>
        <p:txBody>
          <a:bodyPr/>
          <a:lstStyle/>
          <a:p>
            <a:fld id="{81FB5FCF-B845-4FD0-8CAB-5D8F3E376DBE}" type="slidenum">
              <a:rPr lang="en-US" smtClean="0"/>
              <a:t>70</a:t>
            </a:fld>
            <a:endParaRPr lang="en-US"/>
          </a:p>
        </p:txBody>
      </p:sp>
      <p:sp>
        <p:nvSpPr>
          <p:cNvPr id="7" name="矩形: 圆角 6">
            <a:extLst>
              <a:ext uri="{FF2B5EF4-FFF2-40B4-BE49-F238E27FC236}">
                <a16:creationId xmlns:a16="http://schemas.microsoft.com/office/drawing/2014/main" id="{032D2155-0595-4FF7-B5A9-75678534E68C}"/>
              </a:ext>
            </a:extLst>
          </p:cNvPr>
          <p:cNvSpPr/>
          <p:nvPr/>
        </p:nvSpPr>
        <p:spPr>
          <a:xfrm>
            <a:off x="4581992" y="1124263"/>
            <a:ext cx="2758191" cy="749509"/>
          </a:xfrm>
          <a:prstGeom prst="round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solidFill>
              </a:rPr>
              <a:t>形式化验证</a:t>
            </a:r>
            <a:endParaRPr lang="en-US" sz="2400" dirty="0">
              <a:solidFill>
                <a:schemeClr val="tx1"/>
              </a:solidFill>
            </a:endParaRPr>
          </a:p>
        </p:txBody>
      </p:sp>
      <p:sp>
        <p:nvSpPr>
          <p:cNvPr id="8" name="矩形: 圆角 7">
            <a:extLst>
              <a:ext uri="{FF2B5EF4-FFF2-40B4-BE49-F238E27FC236}">
                <a16:creationId xmlns:a16="http://schemas.microsoft.com/office/drawing/2014/main" id="{66C8BBE9-5E83-48C2-B44E-D9AC13003481}"/>
              </a:ext>
            </a:extLst>
          </p:cNvPr>
          <p:cNvSpPr/>
          <p:nvPr/>
        </p:nvSpPr>
        <p:spPr>
          <a:xfrm>
            <a:off x="2350960" y="3240375"/>
            <a:ext cx="2758191" cy="749509"/>
          </a:xfrm>
          <a:prstGeom prst="round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solidFill>
              </a:rPr>
              <a:t>定理证明</a:t>
            </a:r>
            <a:endParaRPr lang="en-US" sz="2400" dirty="0">
              <a:solidFill>
                <a:schemeClr val="tx1"/>
              </a:solidFill>
            </a:endParaRPr>
          </a:p>
        </p:txBody>
      </p:sp>
      <p:sp>
        <p:nvSpPr>
          <p:cNvPr id="9" name="矩形: 圆角 8">
            <a:extLst>
              <a:ext uri="{FF2B5EF4-FFF2-40B4-BE49-F238E27FC236}">
                <a16:creationId xmlns:a16="http://schemas.microsoft.com/office/drawing/2014/main" id="{FC4AD643-F286-4FAB-B928-4FA6FB1DB48C}"/>
              </a:ext>
            </a:extLst>
          </p:cNvPr>
          <p:cNvSpPr/>
          <p:nvPr/>
        </p:nvSpPr>
        <p:spPr>
          <a:xfrm>
            <a:off x="7082851" y="3242874"/>
            <a:ext cx="2758191" cy="749509"/>
          </a:xfrm>
          <a:prstGeom prst="round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rgbClr val="C00000"/>
                </a:solidFill>
              </a:rPr>
              <a:t>模型检查</a:t>
            </a:r>
            <a:endParaRPr lang="en-US" sz="2400" dirty="0">
              <a:solidFill>
                <a:srgbClr val="C00000"/>
              </a:solidFill>
            </a:endParaRPr>
          </a:p>
        </p:txBody>
      </p:sp>
      <p:cxnSp>
        <p:nvCxnSpPr>
          <p:cNvPr id="11" name="直接箭头连接符 10">
            <a:extLst>
              <a:ext uri="{FF2B5EF4-FFF2-40B4-BE49-F238E27FC236}">
                <a16:creationId xmlns:a16="http://schemas.microsoft.com/office/drawing/2014/main" id="{2E4CD5D7-4875-42C5-828F-42260C2ACE56}"/>
              </a:ext>
            </a:extLst>
          </p:cNvPr>
          <p:cNvCxnSpPr>
            <a:stCxn id="7" idx="2"/>
            <a:endCxn id="8" idx="0"/>
          </p:cNvCxnSpPr>
          <p:nvPr/>
        </p:nvCxnSpPr>
        <p:spPr>
          <a:xfrm flipH="1">
            <a:off x="3730055" y="1873772"/>
            <a:ext cx="2231032" cy="136660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44D2CC84-5196-4F77-AD5A-9A6AE84E9D4C}"/>
              </a:ext>
            </a:extLst>
          </p:cNvPr>
          <p:cNvCxnSpPr>
            <a:stCxn id="7" idx="2"/>
            <a:endCxn id="9" idx="0"/>
          </p:cNvCxnSpPr>
          <p:nvPr/>
        </p:nvCxnSpPr>
        <p:spPr>
          <a:xfrm>
            <a:off x="5961088" y="1873771"/>
            <a:ext cx="2500859" cy="136910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a16="http://schemas.microsoft.com/office/drawing/2014/main" id="{4E892FB8-042F-4950-8245-EDD6D73066DA}"/>
              </a:ext>
            </a:extLst>
          </p:cNvPr>
          <p:cNvSpPr/>
          <p:nvPr/>
        </p:nvSpPr>
        <p:spPr>
          <a:xfrm>
            <a:off x="2230412" y="4819339"/>
            <a:ext cx="2999284" cy="749509"/>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solidFill>
              </a:rPr>
              <a:t>数学证明</a:t>
            </a:r>
            <a:endParaRPr lang="en-US" sz="2400" dirty="0">
              <a:solidFill>
                <a:schemeClr val="tx1"/>
              </a:solidFill>
            </a:endParaRPr>
          </a:p>
        </p:txBody>
      </p:sp>
      <p:sp>
        <p:nvSpPr>
          <p:cNvPr id="12" name="矩形 11">
            <a:extLst>
              <a:ext uri="{FF2B5EF4-FFF2-40B4-BE49-F238E27FC236}">
                <a16:creationId xmlns:a16="http://schemas.microsoft.com/office/drawing/2014/main" id="{5D428AE9-8A1D-4AE9-B3F4-998FEBE40D3F}"/>
              </a:ext>
            </a:extLst>
          </p:cNvPr>
          <p:cNvSpPr/>
          <p:nvPr/>
        </p:nvSpPr>
        <p:spPr>
          <a:xfrm>
            <a:off x="6949189" y="4819338"/>
            <a:ext cx="3025512" cy="749509"/>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solidFill>
              </a:rPr>
              <a:t>自动搜索</a:t>
            </a:r>
            <a:endParaRPr lang="en-US" sz="2400" dirty="0">
              <a:solidFill>
                <a:schemeClr val="tx1"/>
              </a:solidFill>
            </a:endParaRPr>
          </a:p>
        </p:txBody>
      </p:sp>
      <p:cxnSp>
        <p:nvCxnSpPr>
          <p:cNvPr id="14" name="直接箭头连接符 13">
            <a:extLst>
              <a:ext uri="{FF2B5EF4-FFF2-40B4-BE49-F238E27FC236}">
                <a16:creationId xmlns:a16="http://schemas.microsoft.com/office/drawing/2014/main" id="{5653FC8B-7142-492B-8F6C-759EC186963E}"/>
              </a:ext>
            </a:extLst>
          </p:cNvPr>
          <p:cNvCxnSpPr>
            <a:cxnSpLocks/>
            <a:endCxn id="10" idx="0"/>
          </p:cNvCxnSpPr>
          <p:nvPr/>
        </p:nvCxnSpPr>
        <p:spPr>
          <a:xfrm flipH="1">
            <a:off x="3730055" y="3989884"/>
            <a:ext cx="1" cy="829455"/>
          </a:xfrm>
          <a:prstGeom prst="straightConnector1">
            <a:avLst/>
          </a:prstGeom>
          <a:ln w="25400">
            <a:solidFill>
              <a:schemeClr val="tx1"/>
            </a:solidFill>
            <a:prstDash val="dash"/>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647ED494-0081-4F87-AD85-82DAFFD4D863}"/>
              </a:ext>
            </a:extLst>
          </p:cNvPr>
          <p:cNvCxnSpPr>
            <a:cxnSpLocks/>
          </p:cNvCxnSpPr>
          <p:nvPr/>
        </p:nvCxnSpPr>
        <p:spPr>
          <a:xfrm flipH="1">
            <a:off x="8508164" y="3994879"/>
            <a:ext cx="1" cy="829455"/>
          </a:xfrm>
          <a:prstGeom prst="straightConnector1">
            <a:avLst/>
          </a:prstGeom>
          <a:ln w="25400">
            <a:solidFill>
              <a:schemeClr val="tx1"/>
            </a:solidFill>
            <a:prstDash val="dash"/>
            <a:headEnd type="triangl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1330902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C5BDC283-BC38-4E96-8A1D-03F3D87EC67B}"/>
              </a:ext>
            </a:extLst>
          </p:cNvPr>
          <p:cNvSpPr>
            <a:spLocks noGrp="1"/>
          </p:cNvSpPr>
          <p:nvPr>
            <p:ph type="sldNum" sz="quarter" idx="12"/>
          </p:nvPr>
        </p:nvSpPr>
        <p:spPr/>
        <p:txBody>
          <a:bodyPr/>
          <a:lstStyle/>
          <a:p>
            <a:fld id="{81FB5FCF-B845-4FD0-8CAB-5D8F3E376DBE}" type="slidenum">
              <a:rPr lang="en-US" smtClean="0"/>
              <a:t>71</a:t>
            </a:fld>
            <a:endParaRPr lang="en-US"/>
          </a:p>
        </p:txBody>
      </p:sp>
      <p:sp>
        <p:nvSpPr>
          <p:cNvPr id="7" name="矩形: 圆角 6">
            <a:extLst>
              <a:ext uri="{FF2B5EF4-FFF2-40B4-BE49-F238E27FC236}">
                <a16:creationId xmlns:a16="http://schemas.microsoft.com/office/drawing/2014/main" id="{032D2155-0595-4FF7-B5A9-75678534E68C}"/>
              </a:ext>
            </a:extLst>
          </p:cNvPr>
          <p:cNvSpPr/>
          <p:nvPr/>
        </p:nvSpPr>
        <p:spPr>
          <a:xfrm>
            <a:off x="4581992" y="1124263"/>
            <a:ext cx="2758191" cy="749509"/>
          </a:xfrm>
          <a:prstGeom prst="round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solidFill>
              </a:rPr>
              <a:t>形式化验证</a:t>
            </a:r>
            <a:endParaRPr lang="en-US" sz="2400" dirty="0">
              <a:solidFill>
                <a:schemeClr val="tx1"/>
              </a:solidFill>
            </a:endParaRPr>
          </a:p>
        </p:txBody>
      </p:sp>
      <p:sp>
        <p:nvSpPr>
          <p:cNvPr id="8" name="矩形: 圆角 7">
            <a:extLst>
              <a:ext uri="{FF2B5EF4-FFF2-40B4-BE49-F238E27FC236}">
                <a16:creationId xmlns:a16="http://schemas.microsoft.com/office/drawing/2014/main" id="{66C8BBE9-5E83-48C2-B44E-D9AC13003481}"/>
              </a:ext>
            </a:extLst>
          </p:cNvPr>
          <p:cNvSpPr/>
          <p:nvPr/>
        </p:nvSpPr>
        <p:spPr>
          <a:xfrm>
            <a:off x="2350960" y="3240375"/>
            <a:ext cx="2758191" cy="749509"/>
          </a:xfrm>
          <a:prstGeom prst="round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solidFill>
              </a:rPr>
              <a:t>定理证明</a:t>
            </a:r>
            <a:endParaRPr lang="en-US" sz="2400" dirty="0">
              <a:solidFill>
                <a:schemeClr val="tx1"/>
              </a:solidFill>
            </a:endParaRPr>
          </a:p>
        </p:txBody>
      </p:sp>
      <p:sp>
        <p:nvSpPr>
          <p:cNvPr id="9" name="矩形: 圆角 8">
            <a:extLst>
              <a:ext uri="{FF2B5EF4-FFF2-40B4-BE49-F238E27FC236}">
                <a16:creationId xmlns:a16="http://schemas.microsoft.com/office/drawing/2014/main" id="{FC4AD643-F286-4FAB-B928-4FA6FB1DB48C}"/>
              </a:ext>
            </a:extLst>
          </p:cNvPr>
          <p:cNvSpPr/>
          <p:nvPr/>
        </p:nvSpPr>
        <p:spPr>
          <a:xfrm>
            <a:off x="7082851" y="3242874"/>
            <a:ext cx="2758191" cy="749509"/>
          </a:xfrm>
          <a:prstGeom prst="round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rgbClr val="C00000"/>
                </a:solidFill>
              </a:rPr>
              <a:t>模型检查</a:t>
            </a:r>
            <a:endParaRPr lang="en-US" sz="2400" dirty="0">
              <a:solidFill>
                <a:srgbClr val="C00000"/>
              </a:solidFill>
            </a:endParaRPr>
          </a:p>
        </p:txBody>
      </p:sp>
      <p:cxnSp>
        <p:nvCxnSpPr>
          <p:cNvPr id="11" name="直接箭头连接符 10">
            <a:extLst>
              <a:ext uri="{FF2B5EF4-FFF2-40B4-BE49-F238E27FC236}">
                <a16:creationId xmlns:a16="http://schemas.microsoft.com/office/drawing/2014/main" id="{2E4CD5D7-4875-42C5-828F-42260C2ACE56}"/>
              </a:ext>
            </a:extLst>
          </p:cNvPr>
          <p:cNvCxnSpPr>
            <a:stCxn id="7" idx="2"/>
            <a:endCxn id="8" idx="0"/>
          </p:cNvCxnSpPr>
          <p:nvPr/>
        </p:nvCxnSpPr>
        <p:spPr>
          <a:xfrm flipH="1">
            <a:off x="3730055" y="1873772"/>
            <a:ext cx="2231032" cy="136660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44D2CC84-5196-4F77-AD5A-9A6AE84E9D4C}"/>
              </a:ext>
            </a:extLst>
          </p:cNvPr>
          <p:cNvCxnSpPr>
            <a:stCxn id="7" idx="2"/>
            <a:endCxn id="9" idx="0"/>
          </p:cNvCxnSpPr>
          <p:nvPr/>
        </p:nvCxnSpPr>
        <p:spPr>
          <a:xfrm>
            <a:off x="5961088" y="1873771"/>
            <a:ext cx="2500859" cy="136910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a16="http://schemas.microsoft.com/office/drawing/2014/main" id="{4E892FB8-042F-4950-8245-EDD6D73066DA}"/>
              </a:ext>
            </a:extLst>
          </p:cNvPr>
          <p:cNvSpPr/>
          <p:nvPr/>
        </p:nvSpPr>
        <p:spPr>
          <a:xfrm>
            <a:off x="2230412" y="4819339"/>
            <a:ext cx="2999284" cy="749509"/>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solidFill>
              </a:rPr>
              <a:t>数学证明</a:t>
            </a:r>
            <a:endParaRPr lang="en-US" sz="2400" dirty="0">
              <a:solidFill>
                <a:schemeClr val="tx1"/>
              </a:solidFill>
            </a:endParaRPr>
          </a:p>
        </p:txBody>
      </p:sp>
      <p:sp>
        <p:nvSpPr>
          <p:cNvPr id="12" name="矩形 11">
            <a:extLst>
              <a:ext uri="{FF2B5EF4-FFF2-40B4-BE49-F238E27FC236}">
                <a16:creationId xmlns:a16="http://schemas.microsoft.com/office/drawing/2014/main" id="{5D428AE9-8A1D-4AE9-B3F4-998FEBE40D3F}"/>
              </a:ext>
            </a:extLst>
          </p:cNvPr>
          <p:cNvSpPr/>
          <p:nvPr/>
        </p:nvSpPr>
        <p:spPr>
          <a:xfrm>
            <a:off x="6949189" y="4819338"/>
            <a:ext cx="3025512" cy="749509"/>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solidFill>
              </a:rPr>
              <a:t>自动搜索</a:t>
            </a:r>
            <a:endParaRPr lang="en-US" sz="2400" dirty="0">
              <a:solidFill>
                <a:schemeClr val="tx1"/>
              </a:solidFill>
            </a:endParaRPr>
          </a:p>
        </p:txBody>
      </p:sp>
      <p:cxnSp>
        <p:nvCxnSpPr>
          <p:cNvPr id="14" name="直接箭头连接符 13">
            <a:extLst>
              <a:ext uri="{FF2B5EF4-FFF2-40B4-BE49-F238E27FC236}">
                <a16:creationId xmlns:a16="http://schemas.microsoft.com/office/drawing/2014/main" id="{5653FC8B-7142-492B-8F6C-759EC186963E}"/>
              </a:ext>
            </a:extLst>
          </p:cNvPr>
          <p:cNvCxnSpPr>
            <a:cxnSpLocks/>
            <a:endCxn id="10" idx="0"/>
          </p:cNvCxnSpPr>
          <p:nvPr/>
        </p:nvCxnSpPr>
        <p:spPr>
          <a:xfrm flipH="1">
            <a:off x="3730055" y="3989884"/>
            <a:ext cx="1" cy="829455"/>
          </a:xfrm>
          <a:prstGeom prst="straightConnector1">
            <a:avLst/>
          </a:prstGeom>
          <a:ln w="25400">
            <a:solidFill>
              <a:schemeClr val="tx1"/>
            </a:solidFill>
            <a:prstDash val="dash"/>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647ED494-0081-4F87-AD85-82DAFFD4D863}"/>
              </a:ext>
            </a:extLst>
          </p:cNvPr>
          <p:cNvCxnSpPr>
            <a:cxnSpLocks/>
          </p:cNvCxnSpPr>
          <p:nvPr/>
        </p:nvCxnSpPr>
        <p:spPr>
          <a:xfrm flipH="1">
            <a:off x="8508164" y="3994879"/>
            <a:ext cx="1" cy="829455"/>
          </a:xfrm>
          <a:prstGeom prst="straightConnector1">
            <a:avLst/>
          </a:prstGeom>
          <a:ln w="25400">
            <a:solidFill>
              <a:schemeClr val="tx1"/>
            </a:solidFill>
            <a:prstDash val="dash"/>
            <a:headEnd type="triangle"/>
            <a:tailEnd type="none"/>
          </a:ln>
        </p:spPr>
        <p:style>
          <a:lnRef idx="1">
            <a:schemeClr val="accent1"/>
          </a:lnRef>
          <a:fillRef idx="0">
            <a:schemeClr val="accent1"/>
          </a:fillRef>
          <a:effectRef idx="0">
            <a:schemeClr val="accent1"/>
          </a:effectRef>
          <a:fontRef idx="minor">
            <a:schemeClr val="tx1"/>
          </a:fontRef>
        </p:style>
      </p:cxnSp>
      <p:sp>
        <p:nvSpPr>
          <p:cNvPr id="16" name="椭圆 15">
            <a:extLst>
              <a:ext uri="{FF2B5EF4-FFF2-40B4-BE49-F238E27FC236}">
                <a16:creationId xmlns:a16="http://schemas.microsoft.com/office/drawing/2014/main" id="{A09E8CBD-9B38-415D-9450-CC9752A51560}"/>
              </a:ext>
            </a:extLst>
          </p:cNvPr>
          <p:cNvSpPr/>
          <p:nvPr/>
        </p:nvSpPr>
        <p:spPr>
          <a:xfrm>
            <a:off x="1917494" y="4354644"/>
            <a:ext cx="3625120" cy="1678899"/>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大量人工参与</a:t>
            </a:r>
            <a:endParaRPr lang="en-US" sz="2400" dirty="0"/>
          </a:p>
        </p:txBody>
      </p:sp>
    </p:spTree>
    <p:extLst>
      <p:ext uri="{BB962C8B-B14F-4D97-AF65-F5344CB8AC3E}">
        <p14:creationId xmlns:p14="http://schemas.microsoft.com/office/powerpoint/2010/main" val="241878329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C5BDC283-BC38-4E96-8A1D-03F3D87EC67B}"/>
              </a:ext>
            </a:extLst>
          </p:cNvPr>
          <p:cNvSpPr>
            <a:spLocks noGrp="1"/>
          </p:cNvSpPr>
          <p:nvPr>
            <p:ph type="sldNum" sz="quarter" idx="12"/>
          </p:nvPr>
        </p:nvSpPr>
        <p:spPr/>
        <p:txBody>
          <a:bodyPr/>
          <a:lstStyle/>
          <a:p>
            <a:fld id="{81FB5FCF-B845-4FD0-8CAB-5D8F3E376DBE}" type="slidenum">
              <a:rPr lang="en-US" smtClean="0"/>
              <a:t>72</a:t>
            </a:fld>
            <a:endParaRPr lang="en-US"/>
          </a:p>
        </p:txBody>
      </p:sp>
      <p:sp>
        <p:nvSpPr>
          <p:cNvPr id="7" name="矩形: 圆角 6">
            <a:extLst>
              <a:ext uri="{FF2B5EF4-FFF2-40B4-BE49-F238E27FC236}">
                <a16:creationId xmlns:a16="http://schemas.microsoft.com/office/drawing/2014/main" id="{032D2155-0595-4FF7-B5A9-75678534E68C}"/>
              </a:ext>
            </a:extLst>
          </p:cNvPr>
          <p:cNvSpPr/>
          <p:nvPr/>
        </p:nvSpPr>
        <p:spPr>
          <a:xfrm>
            <a:off x="4581992" y="1124263"/>
            <a:ext cx="2758191" cy="749509"/>
          </a:xfrm>
          <a:prstGeom prst="round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solidFill>
              </a:rPr>
              <a:t>形式化验证</a:t>
            </a:r>
            <a:endParaRPr lang="en-US" sz="2400" dirty="0">
              <a:solidFill>
                <a:schemeClr val="tx1"/>
              </a:solidFill>
            </a:endParaRPr>
          </a:p>
        </p:txBody>
      </p:sp>
      <p:sp>
        <p:nvSpPr>
          <p:cNvPr id="8" name="矩形: 圆角 7">
            <a:extLst>
              <a:ext uri="{FF2B5EF4-FFF2-40B4-BE49-F238E27FC236}">
                <a16:creationId xmlns:a16="http://schemas.microsoft.com/office/drawing/2014/main" id="{66C8BBE9-5E83-48C2-B44E-D9AC13003481}"/>
              </a:ext>
            </a:extLst>
          </p:cNvPr>
          <p:cNvSpPr/>
          <p:nvPr/>
        </p:nvSpPr>
        <p:spPr>
          <a:xfrm>
            <a:off x="2350960" y="3240375"/>
            <a:ext cx="2758191" cy="749509"/>
          </a:xfrm>
          <a:prstGeom prst="round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solidFill>
              </a:rPr>
              <a:t>定理证明</a:t>
            </a:r>
            <a:endParaRPr lang="en-US" sz="2400" dirty="0">
              <a:solidFill>
                <a:schemeClr val="tx1"/>
              </a:solidFill>
            </a:endParaRPr>
          </a:p>
        </p:txBody>
      </p:sp>
      <p:sp>
        <p:nvSpPr>
          <p:cNvPr id="9" name="矩形: 圆角 8">
            <a:extLst>
              <a:ext uri="{FF2B5EF4-FFF2-40B4-BE49-F238E27FC236}">
                <a16:creationId xmlns:a16="http://schemas.microsoft.com/office/drawing/2014/main" id="{FC4AD643-F286-4FAB-B928-4FA6FB1DB48C}"/>
              </a:ext>
            </a:extLst>
          </p:cNvPr>
          <p:cNvSpPr/>
          <p:nvPr/>
        </p:nvSpPr>
        <p:spPr>
          <a:xfrm>
            <a:off x="7082851" y="3242874"/>
            <a:ext cx="2758191" cy="749509"/>
          </a:xfrm>
          <a:prstGeom prst="round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rgbClr val="C00000"/>
                </a:solidFill>
              </a:rPr>
              <a:t>模型检查</a:t>
            </a:r>
            <a:endParaRPr lang="en-US" sz="2400" dirty="0">
              <a:solidFill>
                <a:srgbClr val="C00000"/>
              </a:solidFill>
            </a:endParaRPr>
          </a:p>
        </p:txBody>
      </p:sp>
      <p:cxnSp>
        <p:nvCxnSpPr>
          <p:cNvPr id="11" name="直接箭头连接符 10">
            <a:extLst>
              <a:ext uri="{FF2B5EF4-FFF2-40B4-BE49-F238E27FC236}">
                <a16:creationId xmlns:a16="http://schemas.microsoft.com/office/drawing/2014/main" id="{2E4CD5D7-4875-42C5-828F-42260C2ACE56}"/>
              </a:ext>
            </a:extLst>
          </p:cNvPr>
          <p:cNvCxnSpPr>
            <a:stCxn id="7" idx="2"/>
            <a:endCxn id="8" idx="0"/>
          </p:cNvCxnSpPr>
          <p:nvPr/>
        </p:nvCxnSpPr>
        <p:spPr>
          <a:xfrm flipH="1">
            <a:off x="3730055" y="1873772"/>
            <a:ext cx="2231032" cy="136660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44D2CC84-5196-4F77-AD5A-9A6AE84E9D4C}"/>
              </a:ext>
            </a:extLst>
          </p:cNvPr>
          <p:cNvCxnSpPr>
            <a:stCxn id="7" idx="2"/>
            <a:endCxn id="9" idx="0"/>
          </p:cNvCxnSpPr>
          <p:nvPr/>
        </p:nvCxnSpPr>
        <p:spPr>
          <a:xfrm>
            <a:off x="5961088" y="1873771"/>
            <a:ext cx="2500859" cy="136910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a16="http://schemas.microsoft.com/office/drawing/2014/main" id="{4E892FB8-042F-4950-8245-EDD6D73066DA}"/>
              </a:ext>
            </a:extLst>
          </p:cNvPr>
          <p:cNvSpPr/>
          <p:nvPr/>
        </p:nvSpPr>
        <p:spPr>
          <a:xfrm>
            <a:off x="2230412" y="4819339"/>
            <a:ext cx="2999284" cy="749509"/>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solidFill>
              </a:rPr>
              <a:t>数学证明</a:t>
            </a:r>
            <a:endParaRPr lang="en-US" sz="2400" dirty="0">
              <a:solidFill>
                <a:schemeClr val="tx1"/>
              </a:solidFill>
            </a:endParaRPr>
          </a:p>
        </p:txBody>
      </p:sp>
      <p:sp>
        <p:nvSpPr>
          <p:cNvPr id="12" name="矩形 11">
            <a:extLst>
              <a:ext uri="{FF2B5EF4-FFF2-40B4-BE49-F238E27FC236}">
                <a16:creationId xmlns:a16="http://schemas.microsoft.com/office/drawing/2014/main" id="{5D428AE9-8A1D-4AE9-B3F4-998FEBE40D3F}"/>
              </a:ext>
            </a:extLst>
          </p:cNvPr>
          <p:cNvSpPr/>
          <p:nvPr/>
        </p:nvSpPr>
        <p:spPr>
          <a:xfrm>
            <a:off x="6949189" y="4819338"/>
            <a:ext cx="3025512" cy="749509"/>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solidFill>
              </a:rPr>
              <a:t>自动搜索</a:t>
            </a:r>
            <a:endParaRPr lang="en-US" sz="2400" dirty="0">
              <a:solidFill>
                <a:schemeClr val="tx1"/>
              </a:solidFill>
            </a:endParaRPr>
          </a:p>
        </p:txBody>
      </p:sp>
      <p:cxnSp>
        <p:nvCxnSpPr>
          <p:cNvPr id="14" name="直接箭头连接符 13">
            <a:extLst>
              <a:ext uri="{FF2B5EF4-FFF2-40B4-BE49-F238E27FC236}">
                <a16:creationId xmlns:a16="http://schemas.microsoft.com/office/drawing/2014/main" id="{5653FC8B-7142-492B-8F6C-759EC186963E}"/>
              </a:ext>
            </a:extLst>
          </p:cNvPr>
          <p:cNvCxnSpPr>
            <a:cxnSpLocks/>
            <a:endCxn id="10" idx="0"/>
          </p:cNvCxnSpPr>
          <p:nvPr/>
        </p:nvCxnSpPr>
        <p:spPr>
          <a:xfrm flipH="1">
            <a:off x="3730055" y="3989884"/>
            <a:ext cx="1" cy="829455"/>
          </a:xfrm>
          <a:prstGeom prst="straightConnector1">
            <a:avLst/>
          </a:prstGeom>
          <a:ln w="25400">
            <a:solidFill>
              <a:schemeClr val="tx1"/>
            </a:solidFill>
            <a:prstDash val="dash"/>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647ED494-0081-4F87-AD85-82DAFFD4D863}"/>
              </a:ext>
            </a:extLst>
          </p:cNvPr>
          <p:cNvCxnSpPr>
            <a:cxnSpLocks/>
          </p:cNvCxnSpPr>
          <p:nvPr/>
        </p:nvCxnSpPr>
        <p:spPr>
          <a:xfrm flipH="1">
            <a:off x="8508164" y="3994879"/>
            <a:ext cx="1" cy="829455"/>
          </a:xfrm>
          <a:prstGeom prst="straightConnector1">
            <a:avLst/>
          </a:prstGeom>
          <a:ln w="25400">
            <a:solidFill>
              <a:schemeClr val="tx1"/>
            </a:solidFill>
            <a:prstDash val="dash"/>
            <a:headEnd type="triangle"/>
            <a:tailEnd type="none"/>
          </a:ln>
        </p:spPr>
        <p:style>
          <a:lnRef idx="1">
            <a:schemeClr val="accent1"/>
          </a:lnRef>
          <a:fillRef idx="0">
            <a:schemeClr val="accent1"/>
          </a:fillRef>
          <a:effectRef idx="0">
            <a:schemeClr val="accent1"/>
          </a:effectRef>
          <a:fontRef idx="minor">
            <a:schemeClr val="tx1"/>
          </a:fontRef>
        </p:style>
      </p:cxnSp>
      <p:sp>
        <p:nvSpPr>
          <p:cNvPr id="16" name="椭圆 15">
            <a:extLst>
              <a:ext uri="{FF2B5EF4-FFF2-40B4-BE49-F238E27FC236}">
                <a16:creationId xmlns:a16="http://schemas.microsoft.com/office/drawing/2014/main" id="{A09E8CBD-9B38-415D-9450-CC9752A51560}"/>
              </a:ext>
            </a:extLst>
          </p:cNvPr>
          <p:cNvSpPr/>
          <p:nvPr/>
        </p:nvSpPr>
        <p:spPr>
          <a:xfrm>
            <a:off x="1917494" y="4354644"/>
            <a:ext cx="3625120" cy="1678899"/>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大量人工参与</a:t>
            </a:r>
            <a:endParaRPr lang="en-US" sz="2400" dirty="0"/>
          </a:p>
        </p:txBody>
      </p:sp>
      <p:sp>
        <p:nvSpPr>
          <p:cNvPr id="17" name="椭圆 16">
            <a:extLst>
              <a:ext uri="{FF2B5EF4-FFF2-40B4-BE49-F238E27FC236}">
                <a16:creationId xmlns:a16="http://schemas.microsoft.com/office/drawing/2014/main" id="{522F9A9C-688A-4550-94B4-0A6543D3F3A7}"/>
              </a:ext>
            </a:extLst>
          </p:cNvPr>
          <p:cNvSpPr/>
          <p:nvPr/>
        </p:nvSpPr>
        <p:spPr>
          <a:xfrm>
            <a:off x="6608791" y="4283700"/>
            <a:ext cx="3625120" cy="1678899"/>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状态空间爆炸</a:t>
            </a:r>
            <a:endParaRPr lang="en-US" sz="2400" dirty="0"/>
          </a:p>
        </p:txBody>
      </p:sp>
    </p:spTree>
    <p:extLst>
      <p:ext uri="{BB962C8B-B14F-4D97-AF65-F5344CB8AC3E}">
        <p14:creationId xmlns:p14="http://schemas.microsoft.com/office/powerpoint/2010/main" val="174965200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54CDF2-D264-4ADE-8866-308AB544AF9B}"/>
              </a:ext>
            </a:extLst>
          </p:cNvPr>
          <p:cNvSpPr>
            <a:spLocks noGrp="1"/>
          </p:cNvSpPr>
          <p:nvPr>
            <p:ph type="title"/>
          </p:nvPr>
        </p:nvSpPr>
        <p:spPr/>
        <p:txBody>
          <a:bodyPr/>
          <a:lstStyle/>
          <a:p>
            <a:r>
              <a:rPr lang="zh-CN" altLang="en-US" dirty="0"/>
              <a:t>验证的困境</a:t>
            </a:r>
          </a:p>
        </p:txBody>
      </p:sp>
      <p:graphicFrame>
        <p:nvGraphicFramePr>
          <p:cNvPr id="7" name="表格 7">
            <a:extLst>
              <a:ext uri="{FF2B5EF4-FFF2-40B4-BE49-F238E27FC236}">
                <a16:creationId xmlns:a16="http://schemas.microsoft.com/office/drawing/2014/main" id="{62F29364-9CD0-4C8B-9362-46B822BFE36E}"/>
              </a:ext>
            </a:extLst>
          </p:cNvPr>
          <p:cNvGraphicFramePr>
            <a:graphicFrameLocks noGrp="1"/>
          </p:cNvGraphicFramePr>
          <p:nvPr>
            <p:ph idx="1"/>
          </p:nvPr>
        </p:nvGraphicFramePr>
        <p:xfrm>
          <a:off x="838200" y="1825625"/>
          <a:ext cx="10601737" cy="2204720"/>
        </p:xfrm>
        <a:graphic>
          <a:graphicData uri="http://schemas.openxmlformats.org/drawingml/2006/table">
            <a:tbl>
              <a:tblPr firstRow="1" bandRow="1">
                <a:tableStyleId>{5C22544A-7EE6-4342-B048-85BDC9FD1C3A}</a:tableStyleId>
              </a:tblPr>
              <a:tblGrid>
                <a:gridCol w="3505199">
                  <a:extLst>
                    <a:ext uri="{9D8B030D-6E8A-4147-A177-3AD203B41FA5}">
                      <a16:colId xmlns:a16="http://schemas.microsoft.com/office/drawing/2014/main" val="3863237986"/>
                    </a:ext>
                  </a:extLst>
                </a:gridCol>
                <a:gridCol w="2971801">
                  <a:extLst>
                    <a:ext uri="{9D8B030D-6E8A-4147-A177-3AD203B41FA5}">
                      <a16:colId xmlns:a16="http://schemas.microsoft.com/office/drawing/2014/main" val="1913043204"/>
                    </a:ext>
                  </a:extLst>
                </a:gridCol>
                <a:gridCol w="1988598">
                  <a:extLst>
                    <a:ext uri="{9D8B030D-6E8A-4147-A177-3AD203B41FA5}">
                      <a16:colId xmlns:a16="http://schemas.microsoft.com/office/drawing/2014/main" val="3038853926"/>
                    </a:ext>
                  </a:extLst>
                </a:gridCol>
                <a:gridCol w="2136139">
                  <a:extLst>
                    <a:ext uri="{9D8B030D-6E8A-4147-A177-3AD203B41FA5}">
                      <a16:colId xmlns:a16="http://schemas.microsoft.com/office/drawing/2014/main" val="460885418"/>
                    </a:ext>
                  </a:extLst>
                </a:gridCol>
              </a:tblGrid>
              <a:tr h="185420">
                <a:tc rowSpan="2">
                  <a:txBody>
                    <a:bodyPr/>
                    <a:lstStyle/>
                    <a:p>
                      <a:pPr algn="ctr"/>
                      <a:endParaRPr lang="zh-CN" altLang="en-US" dirty="0"/>
                    </a:p>
                  </a:txBody>
                  <a:tcPr/>
                </a:tc>
                <a:tc rowSpan="2">
                  <a:txBody>
                    <a:bodyPr/>
                    <a:lstStyle/>
                    <a:p>
                      <a:pPr algn="ctr"/>
                      <a:r>
                        <a:rPr lang="zh-CN" altLang="en-US" dirty="0"/>
                        <a:t>测试</a:t>
                      </a:r>
                    </a:p>
                  </a:txBody>
                  <a:tcPr/>
                </a:tc>
                <a:tc gridSpan="2">
                  <a:txBody>
                    <a:bodyPr/>
                    <a:lstStyle/>
                    <a:p>
                      <a:pPr algn="ctr"/>
                      <a:r>
                        <a:rPr lang="zh-CN" altLang="en-US" dirty="0"/>
                        <a:t>验证</a:t>
                      </a:r>
                    </a:p>
                  </a:txBody>
                  <a:tcPr/>
                </a:tc>
                <a:tc hMerge="1">
                  <a:txBody>
                    <a:bodyPr/>
                    <a:lstStyle/>
                    <a:p>
                      <a:endParaRPr lang="zh-CN" altLang="en-US"/>
                    </a:p>
                  </a:txBody>
                  <a:tcPr/>
                </a:tc>
                <a:extLst>
                  <a:ext uri="{0D108BD9-81ED-4DB2-BD59-A6C34878D82A}">
                    <a16:rowId xmlns:a16="http://schemas.microsoft.com/office/drawing/2014/main" val="3065800983"/>
                  </a:ext>
                </a:extLst>
              </a:tr>
              <a:tr h="185420">
                <a:tc vMerge="1">
                  <a:txBody>
                    <a:bodyPr/>
                    <a:lstStyle/>
                    <a:p>
                      <a:endParaRPr lang="zh-CN" altLang="en-US"/>
                    </a:p>
                  </a:txBody>
                  <a:tcPr/>
                </a:tc>
                <a:tc vMerge="1">
                  <a:txBody>
                    <a:bodyPr/>
                    <a:lstStyle/>
                    <a:p>
                      <a:endParaRPr lang="zh-CN" altLang="en-US"/>
                    </a:p>
                  </a:txBody>
                  <a:tcPr/>
                </a:tc>
                <a:tc>
                  <a:txBody>
                    <a:bodyPr/>
                    <a:lstStyle/>
                    <a:p>
                      <a:pPr algn="ctr"/>
                      <a:r>
                        <a:rPr lang="zh-CN" altLang="en-US" dirty="0"/>
                        <a:t>定理证明</a:t>
                      </a:r>
                    </a:p>
                  </a:txBody>
                  <a:tcPr/>
                </a:tc>
                <a:tc>
                  <a:txBody>
                    <a:bodyPr/>
                    <a:lstStyle/>
                    <a:p>
                      <a:pPr algn="ctr"/>
                      <a:r>
                        <a:rPr lang="zh-CN" altLang="en-US" dirty="0"/>
                        <a:t>模型检查</a:t>
                      </a:r>
                    </a:p>
                  </a:txBody>
                  <a:tcPr/>
                </a:tc>
                <a:extLst>
                  <a:ext uri="{0D108BD9-81ED-4DB2-BD59-A6C34878D82A}">
                    <a16:rowId xmlns:a16="http://schemas.microsoft.com/office/drawing/2014/main" val="335865443"/>
                  </a:ext>
                </a:extLst>
              </a:tr>
              <a:tr h="370840">
                <a:tc>
                  <a:txBody>
                    <a:bodyPr/>
                    <a:lstStyle/>
                    <a:p>
                      <a:pPr algn="ctr"/>
                      <a:r>
                        <a:rPr lang="zh-CN" altLang="en-US" dirty="0"/>
                        <a:t>模型</a:t>
                      </a:r>
                    </a:p>
                  </a:txBody>
                  <a:tcPr/>
                </a:tc>
                <a:tc>
                  <a:txBody>
                    <a:bodyPr/>
                    <a:lstStyle/>
                    <a:p>
                      <a:pPr algn="ctr"/>
                      <a:r>
                        <a:rPr lang="zh-CN" altLang="en-US" dirty="0"/>
                        <a:t>易</a:t>
                      </a:r>
                    </a:p>
                  </a:txBody>
                  <a:tcPr/>
                </a:tc>
                <a:tc>
                  <a:txBody>
                    <a:bodyPr/>
                    <a:lstStyle/>
                    <a:p>
                      <a:pPr algn="ctr"/>
                      <a:r>
                        <a:rPr lang="zh-CN" altLang="en-US" dirty="0"/>
                        <a:t>难</a:t>
                      </a:r>
                    </a:p>
                  </a:txBody>
                  <a:tcPr/>
                </a:tc>
                <a:tc>
                  <a:txBody>
                    <a:bodyPr/>
                    <a:lstStyle/>
                    <a:p>
                      <a:pPr algn="ctr"/>
                      <a:r>
                        <a:rPr lang="zh-CN" altLang="en-US" dirty="0"/>
                        <a:t>难</a:t>
                      </a:r>
                    </a:p>
                  </a:txBody>
                  <a:tcPr/>
                </a:tc>
                <a:extLst>
                  <a:ext uri="{0D108BD9-81ED-4DB2-BD59-A6C34878D82A}">
                    <a16:rowId xmlns:a16="http://schemas.microsoft.com/office/drawing/2014/main" val="1492057380"/>
                  </a:ext>
                </a:extLst>
              </a:tr>
              <a:tr h="370840">
                <a:tc>
                  <a:txBody>
                    <a:bodyPr/>
                    <a:lstStyle/>
                    <a:p>
                      <a:pPr algn="ctr"/>
                      <a:r>
                        <a:rPr lang="zh-CN" altLang="en-US" dirty="0"/>
                        <a:t>性质</a:t>
                      </a:r>
                    </a:p>
                  </a:txBody>
                  <a:tcPr/>
                </a:tc>
                <a:tc>
                  <a:txBody>
                    <a:bodyPr/>
                    <a:lstStyle/>
                    <a:p>
                      <a:pPr algn="ctr"/>
                      <a:r>
                        <a:rPr lang="zh-CN" altLang="en-US" dirty="0"/>
                        <a:t>易</a:t>
                      </a:r>
                    </a:p>
                  </a:txBody>
                  <a:tcPr/>
                </a:tc>
                <a:tc>
                  <a:txBody>
                    <a:bodyPr/>
                    <a:lstStyle/>
                    <a:p>
                      <a:pPr algn="ctr"/>
                      <a:r>
                        <a:rPr lang="zh-CN" altLang="en-US" dirty="0"/>
                        <a:t>难</a:t>
                      </a:r>
                    </a:p>
                  </a:txBody>
                  <a:tcPr/>
                </a:tc>
                <a:tc>
                  <a:txBody>
                    <a:bodyPr/>
                    <a:lstStyle/>
                    <a:p>
                      <a:pPr algn="ctr"/>
                      <a:r>
                        <a:rPr lang="zh-CN" altLang="en-US" dirty="0"/>
                        <a:t>难</a:t>
                      </a:r>
                    </a:p>
                  </a:txBody>
                  <a:tcPr/>
                </a:tc>
                <a:extLst>
                  <a:ext uri="{0D108BD9-81ED-4DB2-BD59-A6C34878D82A}">
                    <a16:rowId xmlns:a16="http://schemas.microsoft.com/office/drawing/2014/main" val="4097831185"/>
                  </a:ext>
                </a:extLst>
              </a:tr>
              <a:tr h="185420">
                <a:tc>
                  <a:txBody>
                    <a:bodyPr/>
                    <a:lstStyle/>
                    <a:p>
                      <a:pPr algn="ctr"/>
                      <a:r>
                        <a:rPr lang="zh-CN" altLang="en-US" dirty="0"/>
                        <a:t>算法</a:t>
                      </a:r>
                    </a:p>
                  </a:txBody>
                  <a:tcPr/>
                </a:tc>
                <a:tc>
                  <a:txBody>
                    <a:bodyPr/>
                    <a:lstStyle/>
                    <a:p>
                      <a:pPr algn="ctr"/>
                      <a:r>
                        <a:rPr lang="zh-CN" altLang="en-US" dirty="0"/>
                        <a:t>易</a:t>
                      </a:r>
                    </a:p>
                  </a:txBody>
                  <a:tcPr/>
                </a:tc>
                <a:tc>
                  <a:txBody>
                    <a:bodyPr/>
                    <a:lstStyle/>
                    <a:p>
                      <a:pPr algn="ctr"/>
                      <a:r>
                        <a:rPr lang="zh-CN" altLang="en-US" dirty="0"/>
                        <a:t>无自动化</a:t>
                      </a:r>
                    </a:p>
                  </a:txBody>
                  <a:tcPr/>
                </a:tc>
                <a:tc>
                  <a:txBody>
                    <a:bodyPr/>
                    <a:lstStyle/>
                    <a:p>
                      <a:pPr algn="ctr"/>
                      <a:r>
                        <a:rPr lang="zh-CN" altLang="en-US" dirty="0"/>
                        <a:t>自动化</a:t>
                      </a:r>
                    </a:p>
                  </a:txBody>
                  <a:tcPr/>
                </a:tc>
                <a:extLst>
                  <a:ext uri="{0D108BD9-81ED-4DB2-BD59-A6C34878D82A}">
                    <a16:rowId xmlns:a16="http://schemas.microsoft.com/office/drawing/2014/main" val="1680301441"/>
                  </a:ext>
                </a:extLst>
              </a:tr>
              <a:tr h="185420">
                <a:tc>
                  <a:txBody>
                    <a:bodyPr/>
                    <a:lstStyle/>
                    <a:p>
                      <a:pPr algn="ctr"/>
                      <a:r>
                        <a:rPr lang="zh-CN" altLang="en-US" dirty="0"/>
                        <a:t>完备性</a:t>
                      </a:r>
                    </a:p>
                  </a:txBody>
                  <a:tcPr/>
                </a:tc>
                <a:tc>
                  <a:txBody>
                    <a:bodyPr/>
                    <a:lstStyle/>
                    <a:p>
                      <a:pPr algn="ctr"/>
                      <a:r>
                        <a:rPr lang="zh-CN" altLang="en-US" dirty="0"/>
                        <a:t>否</a:t>
                      </a:r>
                    </a:p>
                  </a:txBody>
                  <a:tcPr/>
                </a:tc>
                <a:tc>
                  <a:txBody>
                    <a:bodyPr/>
                    <a:lstStyle/>
                    <a:p>
                      <a:pPr algn="ctr"/>
                      <a:r>
                        <a:rPr lang="zh-CN" altLang="en-US" dirty="0"/>
                        <a:t>是</a:t>
                      </a:r>
                    </a:p>
                  </a:txBody>
                  <a:tcPr/>
                </a:tc>
                <a:tc>
                  <a:txBody>
                    <a:bodyPr/>
                    <a:lstStyle/>
                    <a:p>
                      <a:pPr algn="ctr"/>
                      <a:r>
                        <a:rPr lang="zh-CN" altLang="en-US" dirty="0"/>
                        <a:t>是</a:t>
                      </a:r>
                    </a:p>
                  </a:txBody>
                  <a:tcPr/>
                </a:tc>
                <a:extLst>
                  <a:ext uri="{0D108BD9-81ED-4DB2-BD59-A6C34878D82A}">
                    <a16:rowId xmlns:a16="http://schemas.microsoft.com/office/drawing/2014/main" val="2170618364"/>
                  </a:ext>
                </a:extLst>
              </a:tr>
            </a:tbl>
          </a:graphicData>
        </a:graphic>
      </p:graphicFrame>
      <p:sp>
        <p:nvSpPr>
          <p:cNvPr id="3" name="灯片编号占位符 2">
            <a:extLst>
              <a:ext uri="{FF2B5EF4-FFF2-40B4-BE49-F238E27FC236}">
                <a16:creationId xmlns:a16="http://schemas.microsoft.com/office/drawing/2014/main" id="{7F55B963-AA90-4B1F-8933-994A0C6ACD4B}"/>
              </a:ext>
            </a:extLst>
          </p:cNvPr>
          <p:cNvSpPr>
            <a:spLocks noGrp="1"/>
          </p:cNvSpPr>
          <p:nvPr>
            <p:ph type="sldNum" sz="quarter" idx="12"/>
          </p:nvPr>
        </p:nvSpPr>
        <p:spPr/>
        <p:txBody>
          <a:bodyPr/>
          <a:lstStyle/>
          <a:p>
            <a:fld id="{D7908312-C304-4E11-A3D5-5AF4AE311060}" type="slidenum">
              <a:rPr lang="en-US" smtClean="0"/>
              <a:t>73</a:t>
            </a:fld>
            <a:endParaRPr lang="en-US"/>
          </a:p>
        </p:txBody>
      </p:sp>
    </p:spTree>
    <p:extLst>
      <p:ext uri="{BB962C8B-B14F-4D97-AF65-F5344CB8AC3E}">
        <p14:creationId xmlns:p14="http://schemas.microsoft.com/office/powerpoint/2010/main" val="199680674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54CDF2-D264-4ADE-8866-308AB544AF9B}"/>
              </a:ext>
            </a:extLst>
          </p:cNvPr>
          <p:cNvSpPr>
            <a:spLocks noGrp="1"/>
          </p:cNvSpPr>
          <p:nvPr>
            <p:ph type="title"/>
          </p:nvPr>
        </p:nvSpPr>
        <p:spPr/>
        <p:txBody>
          <a:bodyPr/>
          <a:lstStyle/>
          <a:p>
            <a:r>
              <a:rPr lang="zh-CN" altLang="en-US" dirty="0"/>
              <a:t>验证的困境</a:t>
            </a:r>
          </a:p>
        </p:txBody>
      </p:sp>
      <p:graphicFrame>
        <p:nvGraphicFramePr>
          <p:cNvPr id="7" name="表格 7">
            <a:extLst>
              <a:ext uri="{FF2B5EF4-FFF2-40B4-BE49-F238E27FC236}">
                <a16:creationId xmlns:a16="http://schemas.microsoft.com/office/drawing/2014/main" id="{62F29364-9CD0-4C8B-9362-46B822BFE36E}"/>
              </a:ext>
            </a:extLst>
          </p:cNvPr>
          <p:cNvGraphicFramePr>
            <a:graphicFrameLocks noGrp="1"/>
          </p:cNvGraphicFramePr>
          <p:nvPr>
            <p:ph idx="1"/>
          </p:nvPr>
        </p:nvGraphicFramePr>
        <p:xfrm>
          <a:off x="838200" y="1825625"/>
          <a:ext cx="10601737" cy="2204720"/>
        </p:xfrm>
        <a:graphic>
          <a:graphicData uri="http://schemas.openxmlformats.org/drawingml/2006/table">
            <a:tbl>
              <a:tblPr firstRow="1" bandRow="1">
                <a:tableStyleId>{5C22544A-7EE6-4342-B048-85BDC9FD1C3A}</a:tableStyleId>
              </a:tblPr>
              <a:tblGrid>
                <a:gridCol w="3505199">
                  <a:extLst>
                    <a:ext uri="{9D8B030D-6E8A-4147-A177-3AD203B41FA5}">
                      <a16:colId xmlns:a16="http://schemas.microsoft.com/office/drawing/2014/main" val="3863237986"/>
                    </a:ext>
                  </a:extLst>
                </a:gridCol>
                <a:gridCol w="2971801">
                  <a:extLst>
                    <a:ext uri="{9D8B030D-6E8A-4147-A177-3AD203B41FA5}">
                      <a16:colId xmlns:a16="http://schemas.microsoft.com/office/drawing/2014/main" val="1913043204"/>
                    </a:ext>
                  </a:extLst>
                </a:gridCol>
                <a:gridCol w="1988598">
                  <a:extLst>
                    <a:ext uri="{9D8B030D-6E8A-4147-A177-3AD203B41FA5}">
                      <a16:colId xmlns:a16="http://schemas.microsoft.com/office/drawing/2014/main" val="3038853926"/>
                    </a:ext>
                  </a:extLst>
                </a:gridCol>
                <a:gridCol w="2136139">
                  <a:extLst>
                    <a:ext uri="{9D8B030D-6E8A-4147-A177-3AD203B41FA5}">
                      <a16:colId xmlns:a16="http://schemas.microsoft.com/office/drawing/2014/main" val="460885418"/>
                    </a:ext>
                  </a:extLst>
                </a:gridCol>
              </a:tblGrid>
              <a:tr h="185420">
                <a:tc rowSpan="2">
                  <a:txBody>
                    <a:bodyPr/>
                    <a:lstStyle/>
                    <a:p>
                      <a:pPr algn="ctr"/>
                      <a:endParaRPr lang="zh-CN" altLang="en-US" dirty="0"/>
                    </a:p>
                  </a:txBody>
                  <a:tcPr/>
                </a:tc>
                <a:tc rowSpan="2">
                  <a:txBody>
                    <a:bodyPr/>
                    <a:lstStyle/>
                    <a:p>
                      <a:pPr algn="ctr"/>
                      <a:r>
                        <a:rPr lang="zh-CN" altLang="en-US" dirty="0"/>
                        <a:t>测试</a:t>
                      </a:r>
                    </a:p>
                  </a:txBody>
                  <a:tcPr/>
                </a:tc>
                <a:tc gridSpan="2">
                  <a:txBody>
                    <a:bodyPr/>
                    <a:lstStyle/>
                    <a:p>
                      <a:pPr algn="ctr"/>
                      <a:r>
                        <a:rPr lang="zh-CN" altLang="en-US" dirty="0">
                          <a:solidFill>
                            <a:srgbClr val="FF0000"/>
                          </a:solidFill>
                        </a:rPr>
                        <a:t>硬件</a:t>
                      </a:r>
                      <a:r>
                        <a:rPr lang="zh-CN" altLang="en-US" dirty="0"/>
                        <a:t>验证</a:t>
                      </a:r>
                    </a:p>
                  </a:txBody>
                  <a:tcPr/>
                </a:tc>
                <a:tc hMerge="1">
                  <a:txBody>
                    <a:bodyPr/>
                    <a:lstStyle/>
                    <a:p>
                      <a:endParaRPr lang="zh-CN" altLang="en-US"/>
                    </a:p>
                  </a:txBody>
                  <a:tcPr/>
                </a:tc>
                <a:extLst>
                  <a:ext uri="{0D108BD9-81ED-4DB2-BD59-A6C34878D82A}">
                    <a16:rowId xmlns:a16="http://schemas.microsoft.com/office/drawing/2014/main" val="3065800983"/>
                  </a:ext>
                </a:extLst>
              </a:tr>
              <a:tr h="185420">
                <a:tc vMerge="1">
                  <a:txBody>
                    <a:bodyPr/>
                    <a:lstStyle/>
                    <a:p>
                      <a:endParaRPr lang="zh-CN" altLang="en-US"/>
                    </a:p>
                  </a:txBody>
                  <a:tcPr/>
                </a:tc>
                <a:tc vMerge="1">
                  <a:txBody>
                    <a:bodyPr/>
                    <a:lstStyle/>
                    <a:p>
                      <a:endParaRPr lang="zh-CN" altLang="en-US"/>
                    </a:p>
                  </a:txBody>
                  <a:tcPr/>
                </a:tc>
                <a:tc>
                  <a:txBody>
                    <a:bodyPr/>
                    <a:lstStyle/>
                    <a:p>
                      <a:pPr algn="ctr"/>
                      <a:r>
                        <a:rPr lang="zh-CN" altLang="en-US" dirty="0"/>
                        <a:t>定理证明</a:t>
                      </a:r>
                    </a:p>
                  </a:txBody>
                  <a:tcPr/>
                </a:tc>
                <a:tc>
                  <a:txBody>
                    <a:bodyPr/>
                    <a:lstStyle/>
                    <a:p>
                      <a:pPr algn="ctr"/>
                      <a:r>
                        <a:rPr lang="zh-CN" altLang="en-US" dirty="0"/>
                        <a:t>模型检查</a:t>
                      </a:r>
                    </a:p>
                  </a:txBody>
                  <a:tcPr/>
                </a:tc>
                <a:extLst>
                  <a:ext uri="{0D108BD9-81ED-4DB2-BD59-A6C34878D82A}">
                    <a16:rowId xmlns:a16="http://schemas.microsoft.com/office/drawing/2014/main" val="335865443"/>
                  </a:ext>
                </a:extLst>
              </a:tr>
              <a:tr h="370840">
                <a:tc>
                  <a:txBody>
                    <a:bodyPr/>
                    <a:lstStyle/>
                    <a:p>
                      <a:pPr algn="ctr"/>
                      <a:r>
                        <a:rPr lang="zh-CN" altLang="en-US" dirty="0"/>
                        <a:t>模型</a:t>
                      </a:r>
                    </a:p>
                  </a:txBody>
                  <a:tcPr/>
                </a:tc>
                <a:tc>
                  <a:txBody>
                    <a:bodyPr/>
                    <a:lstStyle/>
                    <a:p>
                      <a:pPr algn="ctr"/>
                      <a:r>
                        <a:rPr lang="zh-CN" altLang="en-US" dirty="0"/>
                        <a:t>易</a:t>
                      </a:r>
                    </a:p>
                  </a:txBody>
                  <a:tcPr/>
                </a:tc>
                <a:tc>
                  <a:txBody>
                    <a:bodyPr/>
                    <a:lstStyle/>
                    <a:p>
                      <a:pPr algn="ctr"/>
                      <a:r>
                        <a:rPr lang="zh-CN" altLang="en-US" dirty="0"/>
                        <a:t>难</a:t>
                      </a:r>
                    </a:p>
                  </a:txBody>
                  <a:tcPr/>
                </a:tc>
                <a:tc>
                  <a:txBody>
                    <a:bodyPr/>
                    <a:lstStyle/>
                    <a:p>
                      <a:pPr algn="ctr"/>
                      <a:r>
                        <a:rPr lang="zh-CN" altLang="en-US" dirty="0">
                          <a:solidFill>
                            <a:srgbClr val="FF0000"/>
                          </a:solidFill>
                        </a:rPr>
                        <a:t>易</a:t>
                      </a:r>
                    </a:p>
                  </a:txBody>
                  <a:tcPr/>
                </a:tc>
                <a:extLst>
                  <a:ext uri="{0D108BD9-81ED-4DB2-BD59-A6C34878D82A}">
                    <a16:rowId xmlns:a16="http://schemas.microsoft.com/office/drawing/2014/main" val="1492057380"/>
                  </a:ext>
                </a:extLst>
              </a:tr>
              <a:tr h="370840">
                <a:tc>
                  <a:txBody>
                    <a:bodyPr/>
                    <a:lstStyle/>
                    <a:p>
                      <a:pPr algn="ctr"/>
                      <a:r>
                        <a:rPr lang="zh-CN" altLang="en-US" dirty="0"/>
                        <a:t>性质</a:t>
                      </a:r>
                    </a:p>
                  </a:txBody>
                  <a:tcPr/>
                </a:tc>
                <a:tc>
                  <a:txBody>
                    <a:bodyPr/>
                    <a:lstStyle/>
                    <a:p>
                      <a:pPr algn="ctr"/>
                      <a:r>
                        <a:rPr lang="zh-CN" altLang="en-US" dirty="0"/>
                        <a:t>易</a:t>
                      </a:r>
                    </a:p>
                  </a:txBody>
                  <a:tcPr/>
                </a:tc>
                <a:tc>
                  <a:txBody>
                    <a:bodyPr/>
                    <a:lstStyle/>
                    <a:p>
                      <a:pPr algn="ctr"/>
                      <a:r>
                        <a:rPr lang="zh-CN" altLang="en-US" dirty="0"/>
                        <a:t>难</a:t>
                      </a:r>
                    </a:p>
                  </a:txBody>
                  <a:tcPr/>
                </a:tc>
                <a:tc>
                  <a:txBody>
                    <a:bodyPr/>
                    <a:lstStyle/>
                    <a:p>
                      <a:pPr algn="ctr"/>
                      <a:r>
                        <a:rPr lang="zh-CN" altLang="en-US" dirty="0">
                          <a:solidFill>
                            <a:srgbClr val="FF0000"/>
                          </a:solidFill>
                        </a:rPr>
                        <a:t>易</a:t>
                      </a:r>
                    </a:p>
                  </a:txBody>
                  <a:tcPr/>
                </a:tc>
                <a:extLst>
                  <a:ext uri="{0D108BD9-81ED-4DB2-BD59-A6C34878D82A}">
                    <a16:rowId xmlns:a16="http://schemas.microsoft.com/office/drawing/2014/main" val="4097831185"/>
                  </a:ext>
                </a:extLst>
              </a:tr>
              <a:tr h="185420">
                <a:tc>
                  <a:txBody>
                    <a:bodyPr/>
                    <a:lstStyle/>
                    <a:p>
                      <a:pPr algn="ctr"/>
                      <a:r>
                        <a:rPr lang="zh-CN" altLang="en-US" dirty="0"/>
                        <a:t>算法</a:t>
                      </a:r>
                    </a:p>
                  </a:txBody>
                  <a:tcPr/>
                </a:tc>
                <a:tc>
                  <a:txBody>
                    <a:bodyPr/>
                    <a:lstStyle/>
                    <a:p>
                      <a:pPr algn="ctr"/>
                      <a:r>
                        <a:rPr lang="zh-CN" altLang="en-US" dirty="0"/>
                        <a:t>易</a:t>
                      </a:r>
                    </a:p>
                  </a:txBody>
                  <a:tcPr/>
                </a:tc>
                <a:tc>
                  <a:txBody>
                    <a:bodyPr/>
                    <a:lstStyle/>
                    <a:p>
                      <a:pPr algn="ctr"/>
                      <a:r>
                        <a:rPr lang="zh-CN" altLang="en-US" dirty="0"/>
                        <a:t>无自动化</a:t>
                      </a:r>
                    </a:p>
                  </a:txBody>
                  <a:tcPr/>
                </a:tc>
                <a:tc>
                  <a:txBody>
                    <a:bodyPr/>
                    <a:lstStyle/>
                    <a:p>
                      <a:pPr algn="ctr"/>
                      <a:r>
                        <a:rPr lang="zh-CN" altLang="en-US" dirty="0"/>
                        <a:t>自动化（</a:t>
                      </a:r>
                      <a:r>
                        <a:rPr lang="zh-CN" altLang="en-US" dirty="0">
                          <a:solidFill>
                            <a:srgbClr val="FF0000"/>
                          </a:solidFill>
                        </a:rPr>
                        <a:t>难</a:t>
                      </a:r>
                      <a:r>
                        <a:rPr lang="zh-CN" altLang="en-US" dirty="0"/>
                        <a:t>）</a:t>
                      </a:r>
                    </a:p>
                  </a:txBody>
                  <a:tcPr/>
                </a:tc>
                <a:extLst>
                  <a:ext uri="{0D108BD9-81ED-4DB2-BD59-A6C34878D82A}">
                    <a16:rowId xmlns:a16="http://schemas.microsoft.com/office/drawing/2014/main" val="1680301441"/>
                  </a:ext>
                </a:extLst>
              </a:tr>
              <a:tr h="185420">
                <a:tc>
                  <a:txBody>
                    <a:bodyPr/>
                    <a:lstStyle/>
                    <a:p>
                      <a:pPr algn="ctr"/>
                      <a:r>
                        <a:rPr lang="zh-CN" altLang="en-US" dirty="0"/>
                        <a:t>完备性</a:t>
                      </a:r>
                    </a:p>
                  </a:txBody>
                  <a:tcPr/>
                </a:tc>
                <a:tc>
                  <a:txBody>
                    <a:bodyPr/>
                    <a:lstStyle/>
                    <a:p>
                      <a:pPr algn="ctr"/>
                      <a:r>
                        <a:rPr lang="zh-CN" altLang="en-US" dirty="0"/>
                        <a:t>否</a:t>
                      </a:r>
                    </a:p>
                  </a:txBody>
                  <a:tcPr/>
                </a:tc>
                <a:tc>
                  <a:txBody>
                    <a:bodyPr/>
                    <a:lstStyle/>
                    <a:p>
                      <a:pPr algn="ctr"/>
                      <a:r>
                        <a:rPr lang="zh-CN" altLang="en-US" dirty="0"/>
                        <a:t>是</a:t>
                      </a:r>
                    </a:p>
                  </a:txBody>
                  <a:tcPr/>
                </a:tc>
                <a:tc>
                  <a:txBody>
                    <a:bodyPr/>
                    <a:lstStyle/>
                    <a:p>
                      <a:pPr algn="ctr"/>
                      <a:r>
                        <a:rPr lang="zh-CN" altLang="en-US" dirty="0"/>
                        <a:t>是</a:t>
                      </a:r>
                    </a:p>
                  </a:txBody>
                  <a:tcPr/>
                </a:tc>
                <a:extLst>
                  <a:ext uri="{0D108BD9-81ED-4DB2-BD59-A6C34878D82A}">
                    <a16:rowId xmlns:a16="http://schemas.microsoft.com/office/drawing/2014/main" val="2170618364"/>
                  </a:ext>
                </a:extLst>
              </a:tr>
            </a:tbl>
          </a:graphicData>
        </a:graphic>
      </p:graphicFrame>
      <p:sp>
        <p:nvSpPr>
          <p:cNvPr id="3" name="灯片编号占位符 2">
            <a:extLst>
              <a:ext uri="{FF2B5EF4-FFF2-40B4-BE49-F238E27FC236}">
                <a16:creationId xmlns:a16="http://schemas.microsoft.com/office/drawing/2014/main" id="{424B598A-D9E4-4F5C-98E4-38FF2373A228}"/>
              </a:ext>
            </a:extLst>
          </p:cNvPr>
          <p:cNvSpPr>
            <a:spLocks noGrp="1"/>
          </p:cNvSpPr>
          <p:nvPr>
            <p:ph type="sldNum" sz="quarter" idx="12"/>
          </p:nvPr>
        </p:nvSpPr>
        <p:spPr/>
        <p:txBody>
          <a:bodyPr/>
          <a:lstStyle/>
          <a:p>
            <a:fld id="{D7908312-C304-4E11-A3D5-5AF4AE311060}" type="slidenum">
              <a:rPr lang="en-US" smtClean="0"/>
              <a:t>74</a:t>
            </a:fld>
            <a:endParaRPr lang="en-US"/>
          </a:p>
        </p:txBody>
      </p:sp>
    </p:spTree>
    <p:extLst>
      <p:ext uri="{BB962C8B-B14F-4D97-AF65-F5344CB8AC3E}">
        <p14:creationId xmlns:p14="http://schemas.microsoft.com/office/powerpoint/2010/main" val="68357781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192501" y="2837824"/>
            <a:ext cx="7819698" cy="1446550"/>
          </a:xfrm>
          <a:prstGeom prst="rect">
            <a:avLst/>
          </a:prstGeom>
        </p:spPr>
        <p:txBody>
          <a:bodyPr wrap="square">
            <a:spAutoFit/>
          </a:bodyPr>
          <a:lstStyle/>
          <a:p>
            <a:pPr algn="ctr">
              <a:defRPr/>
            </a:pPr>
            <a:r>
              <a:rPr lang="zh-CN" altLang="en-US" sz="4400" b="1" dirty="0">
                <a:solidFill>
                  <a:schemeClr val="tx1">
                    <a:lumMod val="85000"/>
                    <a:lumOff val="15000"/>
                  </a:schemeClr>
                </a:solidFill>
                <a:latin typeface="微软雅黑" panose="020B0503020204020204" pitchFamily="34" charset="-122"/>
                <a:ea typeface="微软雅黑" panose="020B0503020204020204" pitchFamily="34" charset="-122"/>
                <a:cs typeface="Times New Roman" pitchFamily="18" charset="0"/>
              </a:rPr>
              <a:t>航空发动机控制软件的</a:t>
            </a:r>
            <a:endParaRPr lang="en-US" altLang="zh-CN" sz="4400" b="1" dirty="0">
              <a:solidFill>
                <a:schemeClr val="tx1">
                  <a:lumMod val="85000"/>
                  <a:lumOff val="15000"/>
                </a:schemeClr>
              </a:solidFill>
              <a:latin typeface="微软雅黑" panose="020B0503020204020204" pitchFamily="34" charset="-122"/>
              <a:ea typeface="微软雅黑" panose="020B0503020204020204" pitchFamily="34" charset="-122"/>
              <a:cs typeface="Times New Roman" pitchFamily="18" charset="0"/>
            </a:endParaRPr>
          </a:p>
          <a:p>
            <a:pPr algn="ctr">
              <a:defRPr/>
            </a:pPr>
            <a:r>
              <a:rPr lang="zh-CN" altLang="en-US" sz="4400" b="1" dirty="0">
                <a:solidFill>
                  <a:schemeClr val="tx1">
                    <a:lumMod val="85000"/>
                    <a:lumOff val="15000"/>
                  </a:schemeClr>
                </a:solidFill>
                <a:latin typeface="微软雅黑" panose="020B0503020204020204" pitchFamily="34" charset="-122"/>
                <a:ea typeface="微软雅黑" panose="020B0503020204020204" pitchFamily="34" charset="-122"/>
                <a:cs typeface="Times New Roman" pitchFamily="18" charset="0"/>
              </a:rPr>
              <a:t>验证分析</a:t>
            </a:r>
            <a:endParaRPr lang="zh-CN" altLang="en-US" sz="2800" b="1" dirty="0">
              <a:solidFill>
                <a:schemeClr val="tx1">
                  <a:lumMod val="85000"/>
                  <a:lumOff val="15000"/>
                </a:schemeClr>
              </a:solidFill>
              <a:latin typeface="微软雅黑" panose="020B0503020204020204" pitchFamily="34" charset="-122"/>
              <a:ea typeface="微软雅黑" panose="020B0503020204020204" pitchFamily="34" charset="-122"/>
              <a:cs typeface="Times New Roman" pitchFamily="18" charset="0"/>
            </a:endParaRPr>
          </a:p>
        </p:txBody>
      </p:sp>
    </p:spTree>
    <p:extLst>
      <p:ext uri="{BB962C8B-B14F-4D97-AF65-F5344CB8AC3E}">
        <p14:creationId xmlns:p14="http://schemas.microsoft.com/office/powerpoint/2010/main" val="106801308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矩形 155">
            <a:extLst>
              <a:ext uri="{FF2B5EF4-FFF2-40B4-BE49-F238E27FC236}">
                <a16:creationId xmlns:a16="http://schemas.microsoft.com/office/drawing/2014/main" id="{01F8EC2B-AD2B-4CB9-900B-42D336B6A689}"/>
              </a:ext>
            </a:extLst>
          </p:cNvPr>
          <p:cNvSpPr/>
          <p:nvPr/>
        </p:nvSpPr>
        <p:spPr bwMode="auto">
          <a:xfrm>
            <a:off x="8701453" y="4255634"/>
            <a:ext cx="2443514" cy="2196060"/>
          </a:xfrm>
          <a:prstGeom prst="rect">
            <a:avLst/>
          </a:prstGeom>
          <a:solidFill>
            <a:schemeClr val="bg1"/>
          </a:solidFill>
          <a:ln w="6350" cap="flat" cmpd="sng" algn="ctr">
            <a:solidFill>
              <a:schemeClr val="tx1"/>
            </a:solidFill>
            <a:prstDash val="dash"/>
            <a:round/>
            <a:headEnd type="none" w="med" len="med"/>
            <a:tailEnd type="none" w="med" len="med"/>
          </a:ln>
        </p:spPr>
        <p:txBody>
          <a:bodyPr vert="horz" wrap="square" lIns="91440" tIns="45720" rIns="91440" bIns="45720" numCol="1" rtlCol="0" anchor="t" anchorCtr="0" compatLnSpc="1"/>
          <a:lstStyle/>
          <a:p>
            <a:pPr fontAlgn="base">
              <a:spcBef>
                <a:spcPct val="0"/>
              </a:spcBef>
              <a:spcAft>
                <a:spcPct val="0"/>
              </a:spcAft>
            </a:pPr>
            <a:endParaRPr lang="zh-CN" altLang="en-US" b="1">
              <a:latin typeface="Arial" panose="020B0604020202020204" pitchFamily="34" charset="0"/>
            </a:endParaRPr>
          </a:p>
        </p:txBody>
      </p:sp>
      <p:sp>
        <p:nvSpPr>
          <p:cNvPr id="64" name="矩形 63">
            <a:extLst>
              <a:ext uri="{FF2B5EF4-FFF2-40B4-BE49-F238E27FC236}">
                <a16:creationId xmlns:a16="http://schemas.microsoft.com/office/drawing/2014/main" id="{BA5A95CD-F57D-4B91-9B1C-E672FE6E3A21}"/>
              </a:ext>
            </a:extLst>
          </p:cNvPr>
          <p:cNvSpPr/>
          <p:nvPr/>
        </p:nvSpPr>
        <p:spPr bwMode="auto">
          <a:xfrm>
            <a:off x="5201499" y="3982064"/>
            <a:ext cx="2443514" cy="2469630"/>
          </a:xfrm>
          <a:prstGeom prst="rect">
            <a:avLst/>
          </a:prstGeom>
          <a:solidFill>
            <a:schemeClr val="bg1"/>
          </a:solidFill>
          <a:ln w="6350" cap="flat" cmpd="sng" algn="ctr">
            <a:solidFill>
              <a:schemeClr val="tx1"/>
            </a:solidFill>
            <a:prstDash val="dash"/>
            <a:round/>
            <a:headEnd type="none" w="med" len="med"/>
            <a:tailEnd type="none" w="med" len="med"/>
          </a:ln>
        </p:spPr>
        <p:txBody>
          <a:bodyPr vert="horz" wrap="square" lIns="91440" tIns="45720" rIns="91440" bIns="45720" numCol="1" rtlCol="0" anchor="t" anchorCtr="0" compatLnSpc="1"/>
          <a:lstStyle/>
          <a:p>
            <a:pPr fontAlgn="base">
              <a:spcBef>
                <a:spcPct val="0"/>
              </a:spcBef>
              <a:spcAft>
                <a:spcPct val="0"/>
              </a:spcAft>
            </a:pPr>
            <a:endParaRPr lang="zh-CN" altLang="en-US" b="1">
              <a:latin typeface="Arial" panose="020B0604020202020204" pitchFamily="34" charset="0"/>
            </a:endParaRPr>
          </a:p>
        </p:txBody>
      </p:sp>
      <p:sp>
        <p:nvSpPr>
          <p:cNvPr id="2" name="标题 1"/>
          <p:cNvSpPr>
            <a:spLocks noGrp="1"/>
          </p:cNvSpPr>
          <p:nvPr>
            <p:ph type="title"/>
          </p:nvPr>
        </p:nvSpPr>
        <p:spPr>
          <a:xfrm>
            <a:off x="1397794" y="46038"/>
            <a:ext cx="9396412" cy="1143000"/>
          </a:xfrm>
        </p:spPr>
        <p:txBody>
          <a:bodyPr/>
          <a:lstStyle/>
          <a:p>
            <a:r>
              <a:rPr lang="en-US" altLang="zh-CN" dirty="0">
                <a:latin typeface="Times New Roman" panose="02020603050405020304" pitchFamily="18" charset="0"/>
                <a:cs typeface="Times New Roman" panose="02020603050405020304" pitchFamily="18" charset="0"/>
              </a:rPr>
              <a:t>Architecture model</a:t>
            </a:r>
            <a:endParaRPr lang="zh-CN" altLang="en-US" dirty="0">
              <a:latin typeface="Times New Roman" panose="02020603050405020304" pitchFamily="18" charset="0"/>
              <a:cs typeface="Times New Roman" panose="02020603050405020304" pitchFamily="18" charset="0"/>
            </a:endParaRPr>
          </a:p>
        </p:txBody>
      </p:sp>
      <p:sp>
        <p:nvSpPr>
          <p:cNvPr id="123" name="矩形 122">
            <a:extLst>
              <a:ext uri="{FF2B5EF4-FFF2-40B4-BE49-F238E27FC236}">
                <a16:creationId xmlns:a16="http://schemas.microsoft.com/office/drawing/2014/main" id="{25916EB4-66A9-4CD3-B540-FEE7751B2B99}"/>
              </a:ext>
            </a:extLst>
          </p:cNvPr>
          <p:cNvSpPr/>
          <p:nvPr/>
        </p:nvSpPr>
        <p:spPr bwMode="auto">
          <a:xfrm>
            <a:off x="5335459" y="2267529"/>
            <a:ext cx="2188544" cy="1316329"/>
          </a:xfrm>
          <a:prstGeom prst="rect">
            <a:avLst/>
          </a:prstGeom>
          <a:solidFill>
            <a:srgbClr val="D0E5FC"/>
          </a:solidFill>
          <a:ln w="3175" cap="flat" cmpd="sng" algn="ctr">
            <a:solidFill>
              <a:schemeClr val="tx1"/>
            </a:solidFill>
            <a:prstDash val="solid"/>
            <a:round/>
            <a:headEnd type="none" w="med" len="med"/>
            <a:tailEnd type="none" w="med" len="med"/>
          </a:ln>
        </p:spPr>
        <p:txBody>
          <a:bodyPr vert="horz" wrap="square" lIns="91440" tIns="45720" rIns="91440" bIns="45720" numCol="1" rtlCol="0" anchor="ctr" anchorCtr="0" compatLnSpc="1"/>
          <a:lstStyle/>
          <a:p>
            <a:pPr algn="ctr" fontAlgn="base">
              <a:spcBef>
                <a:spcPct val="0"/>
              </a:spcBef>
              <a:spcAft>
                <a:spcPct val="0"/>
              </a:spcAft>
              <a:defRPr/>
            </a:pPr>
            <a:r>
              <a:rPr lang="en-US" altLang="zh-CN" sz="1200" dirty="0">
                <a:solidFill>
                  <a:prstClr val="black"/>
                </a:solidFill>
                <a:latin typeface="Arial" panose="020B0604020202020204" pitchFamily="34" charset="0"/>
                <a:ea typeface="宋体" panose="02010600030101010101" pitchFamily="2" charset="-122"/>
              </a:rPr>
              <a:t>Sensor</a:t>
            </a:r>
            <a:endParaRPr lang="zh-CN" altLang="en-US" sz="1200" dirty="0">
              <a:solidFill>
                <a:prstClr val="black"/>
              </a:solidFill>
              <a:latin typeface="Arial" panose="020B0604020202020204" pitchFamily="34" charset="0"/>
              <a:ea typeface="宋体" panose="02010600030101010101" pitchFamily="2" charset="-122"/>
            </a:endParaRPr>
          </a:p>
        </p:txBody>
      </p:sp>
      <p:sp>
        <p:nvSpPr>
          <p:cNvPr id="136" name="矩形 135">
            <a:extLst>
              <a:ext uri="{FF2B5EF4-FFF2-40B4-BE49-F238E27FC236}">
                <a16:creationId xmlns:a16="http://schemas.microsoft.com/office/drawing/2014/main" id="{3C5F73D8-D44C-41AF-ABC8-1750B43DFB04}"/>
              </a:ext>
            </a:extLst>
          </p:cNvPr>
          <p:cNvSpPr/>
          <p:nvPr/>
        </p:nvSpPr>
        <p:spPr bwMode="auto">
          <a:xfrm>
            <a:off x="5445080" y="4600769"/>
            <a:ext cx="615974" cy="391636"/>
          </a:xfrm>
          <a:prstGeom prst="rect">
            <a:avLst/>
          </a:prstGeom>
          <a:solidFill>
            <a:srgbClr val="D0E5FC"/>
          </a:solidFill>
          <a:ln w="3175" cap="flat" cmpd="sng" algn="ctr">
            <a:solidFill>
              <a:schemeClr val="tx1"/>
            </a:solidFill>
            <a:prstDash val="solid"/>
            <a:round/>
            <a:headEnd type="none" w="med" len="med"/>
            <a:tailEnd type="none" w="med" len="med"/>
          </a:ln>
        </p:spPr>
        <p:txBody>
          <a:bodyPr vert="horz" wrap="square" lIns="91440" tIns="45720" rIns="91440" bIns="45720" numCol="1" rtlCol="0" anchor="ctr" anchorCtr="0" compatLnSpc="1"/>
          <a:lstStyle/>
          <a:p>
            <a:pPr algn="ctr" fontAlgn="base">
              <a:spcBef>
                <a:spcPct val="0"/>
              </a:spcBef>
              <a:spcAft>
                <a:spcPct val="0"/>
              </a:spcAft>
              <a:defRPr/>
            </a:pPr>
            <a:r>
              <a:rPr lang="en-US" altLang="zh-CN" sz="700" dirty="0">
                <a:solidFill>
                  <a:prstClr val="black"/>
                </a:solidFill>
                <a:latin typeface="Arial" panose="020B0604020202020204" pitchFamily="34" charset="0"/>
                <a:ea typeface="宋体" panose="02010600030101010101" pitchFamily="2" charset="-122"/>
              </a:rPr>
              <a:t>Diagnosis P1</a:t>
            </a:r>
            <a:endParaRPr lang="zh-CN" altLang="en-US" sz="900" dirty="0">
              <a:solidFill>
                <a:prstClr val="black"/>
              </a:solidFill>
              <a:latin typeface="Arial" panose="020B0604020202020204" pitchFamily="34" charset="0"/>
              <a:ea typeface="宋体" panose="02010600030101010101" pitchFamily="2" charset="-122"/>
            </a:endParaRPr>
          </a:p>
        </p:txBody>
      </p:sp>
      <p:sp>
        <p:nvSpPr>
          <p:cNvPr id="147" name="矩形 146">
            <a:extLst>
              <a:ext uri="{FF2B5EF4-FFF2-40B4-BE49-F238E27FC236}">
                <a16:creationId xmlns:a16="http://schemas.microsoft.com/office/drawing/2014/main" id="{A0473353-6217-4FCE-8C4E-08D70600C7EA}"/>
              </a:ext>
            </a:extLst>
          </p:cNvPr>
          <p:cNvSpPr/>
          <p:nvPr/>
        </p:nvSpPr>
        <p:spPr bwMode="auto">
          <a:xfrm>
            <a:off x="6113861" y="4600769"/>
            <a:ext cx="631041" cy="391636"/>
          </a:xfrm>
          <a:prstGeom prst="rect">
            <a:avLst/>
          </a:prstGeom>
          <a:solidFill>
            <a:srgbClr val="D0E5FC"/>
          </a:solidFill>
          <a:ln w="3175" cap="flat" cmpd="sng" algn="ctr">
            <a:solidFill>
              <a:schemeClr val="tx1"/>
            </a:solidFill>
            <a:prstDash val="solid"/>
            <a:round/>
            <a:headEnd type="none" w="med" len="med"/>
            <a:tailEnd type="none" w="med" len="med"/>
          </a:ln>
        </p:spPr>
        <p:txBody>
          <a:bodyPr vert="horz" wrap="square" lIns="91440" tIns="45720" rIns="91440" bIns="45720" numCol="1" rtlCol="0" anchor="ctr" anchorCtr="0" compatLnSpc="1"/>
          <a:lstStyle/>
          <a:p>
            <a:pPr algn="ctr" fontAlgn="base">
              <a:spcBef>
                <a:spcPct val="0"/>
              </a:spcBef>
              <a:spcAft>
                <a:spcPct val="0"/>
              </a:spcAft>
              <a:defRPr/>
            </a:pPr>
            <a:r>
              <a:rPr lang="en-US" altLang="zh-CN" sz="700" dirty="0">
                <a:solidFill>
                  <a:prstClr val="black"/>
                </a:solidFill>
                <a:latin typeface="Arial" panose="020B0604020202020204" pitchFamily="34" charset="0"/>
                <a:ea typeface="宋体" panose="02010600030101010101" pitchFamily="2" charset="-122"/>
              </a:rPr>
              <a:t>Diagnosis P2</a:t>
            </a:r>
            <a:endParaRPr lang="zh-CN" altLang="en-US" sz="900" dirty="0">
              <a:solidFill>
                <a:prstClr val="black"/>
              </a:solidFill>
              <a:latin typeface="Arial" panose="020B0604020202020204" pitchFamily="34" charset="0"/>
              <a:ea typeface="宋体" panose="02010600030101010101" pitchFamily="2" charset="-122"/>
            </a:endParaRPr>
          </a:p>
        </p:txBody>
      </p:sp>
      <p:sp>
        <p:nvSpPr>
          <p:cNvPr id="148" name="矩形 147">
            <a:extLst>
              <a:ext uri="{FF2B5EF4-FFF2-40B4-BE49-F238E27FC236}">
                <a16:creationId xmlns:a16="http://schemas.microsoft.com/office/drawing/2014/main" id="{D2A01D10-D4A5-468D-8CF3-5E3C55AABF69}"/>
              </a:ext>
            </a:extLst>
          </p:cNvPr>
          <p:cNvSpPr/>
          <p:nvPr/>
        </p:nvSpPr>
        <p:spPr bwMode="auto">
          <a:xfrm>
            <a:off x="6813895" y="4593512"/>
            <a:ext cx="623508" cy="391636"/>
          </a:xfrm>
          <a:prstGeom prst="rect">
            <a:avLst/>
          </a:prstGeom>
          <a:solidFill>
            <a:srgbClr val="D0E5FC"/>
          </a:solidFill>
          <a:ln w="3175" cap="flat" cmpd="sng" algn="ctr">
            <a:solidFill>
              <a:schemeClr val="tx1"/>
            </a:solidFill>
            <a:prstDash val="solid"/>
            <a:round/>
            <a:headEnd type="none" w="med" len="med"/>
            <a:tailEnd type="none" w="med" len="med"/>
          </a:ln>
        </p:spPr>
        <p:txBody>
          <a:bodyPr vert="horz" wrap="square" lIns="91440" tIns="45720" rIns="91440" bIns="45720" numCol="1" rtlCol="0" anchor="ctr" anchorCtr="0" compatLnSpc="1"/>
          <a:lstStyle/>
          <a:p>
            <a:pPr algn="ctr" fontAlgn="base">
              <a:spcBef>
                <a:spcPct val="0"/>
              </a:spcBef>
              <a:spcAft>
                <a:spcPct val="0"/>
              </a:spcAft>
              <a:defRPr/>
            </a:pPr>
            <a:r>
              <a:rPr lang="en-US" altLang="zh-CN" sz="700" dirty="0">
                <a:solidFill>
                  <a:prstClr val="black"/>
                </a:solidFill>
                <a:latin typeface="Arial" panose="020B0604020202020204" pitchFamily="34" charset="0"/>
                <a:ea typeface="宋体" panose="02010600030101010101" pitchFamily="2" charset="-122"/>
              </a:rPr>
              <a:t>Diagnosis P3</a:t>
            </a:r>
            <a:endParaRPr lang="zh-CN" altLang="en-US" sz="900" dirty="0">
              <a:solidFill>
                <a:prstClr val="black"/>
              </a:solidFill>
              <a:latin typeface="Arial" panose="020B0604020202020204" pitchFamily="34" charset="0"/>
              <a:ea typeface="宋体" panose="02010600030101010101" pitchFamily="2" charset="-122"/>
            </a:endParaRPr>
          </a:p>
        </p:txBody>
      </p:sp>
      <p:sp>
        <p:nvSpPr>
          <p:cNvPr id="149" name="矩形 148">
            <a:extLst>
              <a:ext uri="{FF2B5EF4-FFF2-40B4-BE49-F238E27FC236}">
                <a16:creationId xmlns:a16="http://schemas.microsoft.com/office/drawing/2014/main" id="{71AD4484-754E-4D01-BA1B-E715D032C9AA}"/>
              </a:ext>
            </a:extLst>
          </p:cNvPr>
          <p:cNvSpPr/>
          <p:nvPr/>
        </p:nvSpPr>
        <p:spPr bwMode="auto">
          <a:xfrm>
            <a:off x="5435626" y="5696600"/>
            <a:ext cx="1999305" cy="431828"/>
          </a:xfrm>
          <a:prstGeom prst="rect">
            <a:avLst/>
          </a:prstGeom>
          <a:solidFill>
            <a:srgbClr val="D0E5FC"/>
          </a:solidFill>
          <a:ln w="3175" cap="flat" cmpd="sng" algn="ctr">
            <a:solidFill>
              <a:schemeClr val="tx1"/>
            </a:solidFill>
            <a:prstDash val="solid"/>
            <a:round/>
            <a:headEnd type="none" w="med" len="med"/>
            <a:tailEnd type="none" w="med" len="med"/>
          </a:ln>
        </p:spPr>
        <p:txBody>
          <a:bodyPr vert="horz" wrap="square" lIns="91440" tIns="45720" rIns="91440" bIns="45720" numCol="1" rtlCol="0" anchor="ctr" anchorCtr="0" compatLnSpc="1"/>
          <a:lstStyle/>
          <a:p>
            <a:pPr algn="ctr" fontAlgn="base">
              <a:spcBef>
                <a:spcPct val="0"/>
              </a:spcBef>
              <a:spcAft>
                <a:spcPct val="0"/>
              </a:spcAft>
              <a:defRPr/>
            </a:pPr>
            <a:r>
              <a:rPr lang="en-US" altLang="zh-CN" sz="800" dirty="0">
                <a:solidFill>
                  <a:prstClr val="black"/>
                </a:solidFill>
                <a:latin typeface="Arial" panose="020B0604020202020204" pitchFamily="34" charset="0"/>
                <a:ea typeface="宋体" panose="02010600030101010101" pitchFamily="2" charset="-122"/>
              </a:rPr>
              <a:t>Diagnosis Decider</a:t>
            </a:r>
            <a:endParaRPr lang="zh-CN" altLang="en-US" sz="1000" dirty="0">
              <a:solidFill>
                <a:prstClr val="black"/>
              </a:solidFill>
              <a:latin typeface="Arial" panose="020B0604020202020204" pitchFamily="34" charset="0"/>
              <a:ea typeface="宋体" panose="02010600030101010101" pitchFamily="2" charset="-122"/>
            </a:endParaRPr>
          </a:p>
        </p:txBody>
      </p:sp>
      <p:sp>
        <p:nvSpPr>
          <p:cNvPr id="150" name="矩形 149">
            <a:extLst>
              <a:ext uri="{FF2B5EF4-FFF2-40B4-BE49-F238E27FC236}">
                <a16:creationId xmlns:a16="http://schemas.microsoft.com/office/drawing/2014/main" id="{E89FE739-5C4F-45E1-BC98-5CD26A9E080B}"/>
              </a:ext>
            </a:extLst>
          </p:cNvPr>
          <p:cNvSpPr/>
          <p:nvPr/>
        </p:nvSpPr>
        <p:spPr bwMode="auto">
          <a:xfrm>
            <a:off x="8956758" y="2267528"/>
            <a:ext cx="1932904" cy="1854646"/>
          </a:xfrm>
          <a:prstGeom prst="rect">
            <a:avLst/>
          </a:prstGeom>
          <a:solidFill>
            <a:srgbClr val="D0E5FC"/>
          </a:solidFill>
          <a:ln w="3175" cap="flat" cmpd="sng" algn="ctr">
            <a:solidFill>
              <a:schemeClr val="tx1"/>
            </a:solidFill>
            <a:prstDash val="solid"/>
            <a:round/>
            <a:headEnd type="none" w="med" len="med"/>
            <a:tailEnd type="none" w="med" len="med"/>
          </a:ln>
        </p:spPr>
        <p:txBody>
          <a:bodyPr vert="horz" wrap="square" lIns="91440" tIns="45720" rIns="91440" bIns="45720" numCol="1" rtlCol="0" anchor="ctr" anchorCtr="0" compatLnSpc="1"/>
          <a:lstStyle/>
          <a:p>
            <a:pPr algn="ctr" fontAlgn="base">
              <a:spcBef>
                <a:spcPct val="0"/>
              </a:spcBef>
              <a:spcAft>
                <a:spcPct val="0"/>
              </a:spcAft>
              <a:defRPr/>
            </a:pPr>
            <a:r>
              <a:rPr lang="en-US" altLang="zh-CN" sz="1200" dirty="0">
                <a:solidFill>
                  <a:prstClr val="black"/>
                </a:solidFill>
                <a:latin typeface="Arial" panose="020B0604020202020204" pitchFamily="34" charset="0"/>
                <a:ea typeface="宋体" panose="02010600030101010101" pitchFamily="2" charset="-122"/>
              </a:rPr>
              <a:t>Calibration</a:t>
            </a:r>
            <a:endParaRPr lang="en-US" altLang="zh-CN" sz="1200" dirty="0">
              <a:solidFill>
                <a:prstClr val="black"/>
              </a:solidFill>
            </a:endParaRPr>
          </a:p>
          <a:p>
            <a:pPr algn="ctr" fontAlgn="base">
              <a:spcBef>
                <a:spcPct val="0"/>
              </a:spcBef>
              <a:spcAft>
                <a:spcPct val="0"/>
              </a:spcAft>
              <a:defRPr/>
            </a:pPr>
            <a:r>
              <a:rPr lang="en-US" altLang="zh-CN" sz="1200" dirty="0">
                <a:solidFill>
                  <a:prstClr val="black"/>
                </a:solidFill>
                <a:latin typeface="Arial" panose="020B0604020202020204" pitchFamily="34" charset="0"/>
                <a:ea typeface="宋体" panose="02010600030101010101" pitchFamily="2" charset="-122"/>
              </a:rPr>
              <a:t>Conversion</a:t>
            </a:r>
            <a:endParaRPr lang="zh-CN" altLang="en-US" sz="1200" dirty="0">
              <a:solidFill>
                <a:prstClr val="black"/>
              </a:solidFill>
              <a:latin typeface="Arial" panose="020B0604020202020204" pitchFamily="34" charset="0"/>
              <a:ea typeface="宋体" panose="02010600030101010101" pitchFamily="2" charset="-122"/>
            </a:endParaRPr>
          </a:p>
        </p:txBody>
      </p:sp>
      <p:sp>
        <p:nvSpPr>
          <p:cNvPr id="152" name="矩形 151">
            <a:extLst>
              <a:ext uri="{FF2B5EF4-FFF2-40B4-BE49-F238E27FC236}">
                <a16:creationId xmlns:a16="http://schemas.microsoft.com/office/drawing/2014/main" id="{D3F100C3-6039-48B9-9AE8-4C45703ADB81}"/>
              </a:ext>
            </a:extLst>
          </p:cNvPr>
          <p:cNvSpPr/>
          <p:nvPr/>
        </p:nvSpPr>
        <p:spPr bwMode="auto">
          <a:xfrm>
            <a:off x="9087704" y="4600769"/>
            <a:ext cx="799200" cy="428400"/>
          </a:xfrm>
          <a:prstGeom prst="rect">
            <a:avLst/>
          </a:prstGeom>
          <a:solidFill>
            <a:srgbClr val="D0E5FC"/>
          </a:solidFill>
          <a:ln w="3175" cap="flat" cmpd="sng" algn="ctr">
            <a:solidFill>
              <a:schemeClr val="tx1"/>
            </a:solidFill>
            <a:prstDash val="solid"/>
            <a:round/>
            <a:headEnd type="none" w="med" len="med"/>
            <a:tailEnd type="none" w="med" len="med"/>
          </a:ln>
        </p:spPr>
        <p:txBody>
          <a:bodyPr vert="horz" wrap="square" lIns="91440" tIns="45720" rIns="91440" bIns="45720" numCol="1" rtlCol="0" anchor="ctr" anchorCtr="0" compatLnSpc="1"/>
          <a:lstStyle/>
          <a:p>
            <a:pPr algn="ctr" fontAlgn="base">
              <a:spcBef>
                <a:spcPct val="0"/>
              </a:spcBef>
              <a:spcAft>
                <a:spcPct val="0"/>
              </a:spcAft>
              <a:defRPr/>
            </a:pPr>
            <a:r>
              <a:rPr lang="en-US" altLang="zh-CN" sz="800" dirty="0">
                <a:solidFill>
                  <a:prstClr val="black"/>
                </a:solidFill>
                <a:latin typeface="Arial" panose="020B0604020202020204" pitchFamily="34" charset="0"/>
                <a:ea typeface="宋体" panose="02010600030101010101" pitchFamily="2" charset="-122"/>
              </a:rPr>
              <a:t>Diagnosis P1</a:t>
            </a:r>
            <a:endParaRPr lang="zh-CN" altLang="en-US" sz="800" dirty="0">
              <a:solidFill>
                <a:prstClr val="black"/>
              </a:solidFill>
              <a:latin typeface="Arial" panose="020B0604020202020204" pitchFamily="34" charset="0"/>
              <a:ea typeface="宋体" panose="02010600030101010101" pitchFamily="2" charset="-122"/>
            </a:endParaRPr>
          </a:p>
        </p:txBody>
      </p:sp>
      <p:sp>
        <p:nvSpPr>
          <p:cNvPr id="154" name="矩形 153">
            <a:extLst>
              <a:ext uri="{FF2B5EF4-FFF2-40B4-BE49-F238E27FC236}">
                <a16:creationId xmlns:a16="http://schemas.microsoft.com/office/drawing/2014/main" id="{A4195087-0547-4FCA-BCCA-73E90019EC9B}"/>
              </a:ext>
            </a:extLst>
          </p:cNvPr>
          <p:cNvSpPr/>
          <p:nvPr/>
        </p:nvSpPr>
        <p:spPr bwMode="auto">
          <a:xfrm>
            <a:off x="9997619" y="4600769"/>
            <a:ext cx="799200" cy="428400"/>
          </a:xfrm>
          <a:prstGeom prst="rect">
            <a:avLst/>
          </a:prstGeom>
          <a:solidFill>
            <a:srgbClr val="D0E5FC"/>
          </a:solidFill>
          <a:ln w="3175" cap="flat" cmpd="sng" algn="ctr">
            <a:solidFill>
              <a:schemeClr val="tx1"/>
            </a:solidFill>
            <a:prstDash val="solid"/>
            <a:round/>
            <a:headEnd type="none" w="med" len="med"/>
            <a:tailEnd type="none" w="med" len="med"/>
          </a:ln>
        </p:spPr>
        <p:txBody>
          <a:bodyPr vert="horz" wrap="square" lIns="91440" tIns="45720" rIns="91440" bIns="45720" numCol="1" rtlCol="0" anchor="ctr" anchorCtr="0" compatLnSpc="1"/>
          <a:lstStyle/>
          <a:p>
            <a:pPr algn="ctr" fontAlgn="base">
              <a:spcBef>
                <a:spcPct val="0"/>
              </a:spcBef>
              <a:spcAft>
                <a:spcPct val="0"/>
              </a:spcAft>
              <a:defRPr/>
            </a:pPr>
            <a:r>
              <a:rPr lang="en-US" altLang="zh-CN" sz="800" dirty="0">
                <a:solidFill>
                  <a:prstClr val="black"/>
                </a:solidFill>
                <a:latin typeface="Arial" panose="020B0604020202020204" pitchFamily="34" charset="0"/>
                <a:ea typeface="宋体" panose="02010600030101010101" pitchFamily="2" charset="-122"/>
              </a:rPr>
              <a:t>Diagnosis P2</a:t>
            </a:r>
            <a:endParaRPr lang="zh-CN" altLang="en-US" sz="800" dirty="0">
              <a:solidFill>
                <a:prstClr val="black"/>
              </a:solidFill>
              <a:latin typeface="Arial" panose="020B0604020202020204" pitchFamily="34" charset="0"/>
              <a:ea typeface="宋体" panose="02010600030101010101" pitchFamily="2" charset="-122"/>
            </a:endParaRPr>
          </a:p>
        </p:txBody>
      </p:sp>
      <p:sp>
        <p:nvSpPr>
          <p:cNvPr id="155" name="矩形 154">
            <a:extLst>
              <a:ext uri="{FF2B5EF4-FFF2-40B4-BE49-F238E27FC236}">
                <a16:creationId xmlns:a16="http://schemas.microsoft.com/office/drawing/2014/main" id="{0B67205F-C85F-4797-9BE4-2DF4D24AF70D}"/>
              </a:ext>
            </a:extLst>
          </p:cNvPr>
          <p:cNvSpPr/>
          <p:nvPr/>
        </p:nvSpPr>
        <p:spPr bwMode="auto">
          <a:xfrm>
            <a:off x="8834210" y="5649714"/>
            <a:ext cx="2178000" cy="525600"/>
          </a:xfrm>
          <a:prstGeom prst="rect">
            <a:avLst/>
          </a:prstGeom>
          <a:solidFill>
            <a:srgbClr val="D0E5FC"/>
          </a:solidFill>
          <a:ln w="3175" cap="flat" cmpd="sng" algn="ctr">
            <a:solidFill>
              <a:schemeClr val="tx1"/>
            </a:solidFill>
            <a:prstDash val="solid"/>
            <a:round/>
            <a:headEnd type="none" w="med" len="med"/>
            <a:tailEnd type="none" w="med" len="med"/>
          </a:ln>
        </p:spPr>
        <p:txBody>
          <a:bodyPr vert="horz" wrap="square" lIns="91440" tIns="45720" rIns="91440" bIns="45720" numCol="1" rtlCol="0" anchor="ctr" anchorCtr="0" compatLnSpc="1"/>
          <a:lstStyle/>
          <a:p>
            <a:pPr algn="ctr" fontAlgn="base">
              <a:spcBef>
                <a:spcPct val="0"/>
              </a:spcBef>
              <a:spcAft>
                <a:spcPct val="0"/>
              </a:spcAft>
              <a:defRPr/>
            </a:pPr>
            <a:r>
              <a:rPr lang="en-US" altLang="zh-CN" sz="1100" dirty="0">
                <a:solidFill>
                  <a:prstClr val="black"/>
                </a:solidFill>
                <a:latin typeface="Arial" panose="020B0604020202020204" pitchFamily="34" charset="0"/>
                <a:ea typeface="宋体" panose="02010600030101010101" pitchFamily="2" charset="-122"/>
              </a:rPr>
              <a:t>Diagnosis Decider</a:t>
            </a:r>
            <a:endParaRPr lang="zh-CN" altLang="en-US" sz="1100" dirty="0">
              <a:solidFill>
                <a:prstClr val="black"/>
              </a:solidFill>
              <a:latin typeface="Arial" panose="020B0604020202020204" pitchFamily="34" charset="0"/>
              <a:ea typeface="宋体" panose="02010600030101010101" pitchFamily="2" charset="-122"/>
            </a:endParaRPr>
          </a:p>
        </p:txBody>
      </p:sp>
      <p:cxnSp>
        <p:nvCxnSpPr>
          <p:cNvPr id="15" name="连接符: 肘形 14">
            <a:extLst>
              <a:ext uri="{FF2B5EF4-FFF2-40B4-BE49-F238E27FC236}">
                <a16:creationId xmlns:a16="http://schemas.microsoft.com/office/drawing/2014/main" id="{A9AF2780-34AB-4C9D-B90C-100CF13BD727}"/>
              </a:ext>
            </a:extLst>
          </p:cNvPr>
          <p:cNvCxnSpPr>
            <a:cxnSpLocks/>
          </p:cNvCxnSpPr>
          <p:nvPr/>
        </p:nvCxnSpPr>
        <p:spPr bwMode="auto">
          <a:xfrm rot="5400000">
            <a:off x="5582943" y="3753981"/>
            <a:ext cx="1016912" cy="676664"/>
          </a:xfrm>
          <a:prstGeom prst="bentConnector3">
            <a:avLst/>
          </a:prstGeom>
          <a:solidFill>
            <a:schemeClr val="accent1"/>
          </a:solidFill>
          <a:ln w="9525" cap="flat" cmpd="sng" algn="ctr">
            <a:solidFill>
              <a:schemeClr val="tx1"/>
            </a:solidFill>
            <a:prstDash val="solid"/>
            <a:round/>
            <a:headEnd type="none" w="med" len="med"/>
            <a:tailEnd type="triangle"/>
          </a:ln>
        </p:spPr>
      </p:cxnSp>
      <p:cxnSp>
        <p:nvCxnSpPr>
          <p:cNvPr id="22" name="直接箭头连接符 21">
            <a:extLst>
              <a:ext uri="{FF2B5EF4-FFF2-40B4-BE49-F238E27FC236}">
                <a16:creationId xmlns:a16="http://schemas.microsoft.com/office/drawing/2014/main" id="{474CE345-F5D0-433D-88DD-8FEAFF1EA9AC}"/>
              </a:ext>
            </a:extLst>
          </p:cNvPr>
          <p:cNvCxnSpPr>
            <a:cxnSpLocks/>
          </p:cNvCxnSpPr>
          <p:nvPr/>
        </p:nvCxnSpPr>
        <p:spPr bwMode="auto">
          <a:xfrm>
            <a:off x="6429731" y="4092313"/>
            <a:ext cx="4132" cy="508456"/>
          </a:xfrm>
          <a:prstGeom prst="straightConnector1">
            <a:avLst/>
          </a:prstGeom>
          <a:solidFill>
            <a:schemeClr val="accent1"/>
          </a:solidFill>
          <a:ln w="9525" cap="flat" cmpd="sng" algn="ctr">
            <a:solidFill>
              <a:schemeClr val="tx1"/>
            </a:solidFill>
            <a:prstDash val="solid"/>
            <a:round/>
            <a:headEnd type="none" w="med" len="med"/>
            <a:tailEnd type="triangle"/>
          </a:ln>
        </p:spPr>
      </p:cxnSp>
      <p:cxnSp>
        <p:nvCxnSpPr>
          <p:cNvPr id="24" name="连接符: 肘形 23">
            <a:extLst>
              <a:ext uri="{FF2B5EF4-FFF2-40B4-BE49-F238E27FC236}">
                <a16:creationId xmlns:a16="http://schemas.microsoft.com/office/drawing/2014/main" id="{CD9C5D98-8893-40E8-B10F-4E56F985592A}"/>
              </a:ext>
            </a:extLst>
          </p:cNvPr>
          <p:cNvCxnSpPr>
            <a:cxnSpLocks/>
          </p:cNvCxnSpPr>
          <p:nvPr/>
        </p:nvCxnSpPr>
        <p:spPr bwMode="auto">
          <a:xfrm>
            <a:off x="6433863" y="4090811"/>
            <a:ext cx="691787" cy="505681"/>
          </a:xfrm>
          <a:prstGeom prst="bentConnector2">
            <a:avLst/>
          </a:prstGeom>
          <a:solidFill>
            <a:schemeClr val="accent1"/>
          </a:solidFill>
          <a:ln w="9525" cap="flat" cmpd="sng" algn="ctr">
            <a:solidFill>
              <a:schemeClr val="tx1"/>
            </a:solidFill>
            <a:prstDash val="solid"/>
            <a:round/>
            <a:headEnd type="none" w="med" len="med"/>
            <a:tailEnd type="triangle"/>
          </a:ln>
        </p:spPr>
      </p:cxnSp>
      <p:cxnSp>
        <p:nvCxnSpPr>
          <p:cNvPr id="27" name="连接符: 肘形 26">
            <a:extLst>
              <a:ext uri="{FF2B5EF4-FFF2-40B4-BE49-F238E27FC236}">
                <a16:creationId xmlns:a16="http://schemas.microsoft.com/office/drawing/2014/main" id="{D38B379E-79D6-45AF-9CAE-3D48012F7472}"/>
              </a:ext>
            </a:extLst>
          </p:cNvPr>
          <p:cNvCxnSpPr>
            <a:stCxn id="136" idx="2"/>
            <a:endCxn id="149" idx="0"/>
          </p:cNvCxnSpPr>
          <p:nvPr/>
        </p:nvCxnSpPr>
        <p:spPr bwMode="auto">
          <a:xfrm rot="16200000" flipH="1">
            <a:off x="5742076" y="5003397"/>
            <a:ext cx="704195" cy="682211"/>
          </a:xfrm>
          <a:prstGeom prst="bentConnector3">
            <a:avLst/>
          </a:prstGeom>
          <a:solidFill>
            <a:schemeClr val="accent1"/>
          </a:solidFill>
          <a:ln w="9525" cap="flat" cmpd="sng" algn="ctr">
            <a:solidFill>
              <a:schemeClr val="tx1"/>
            </a:solidFill>
            <a:prstDash val="solid"/>
            <a:round/>
            <a:headEnd type="none" w="med" len="med"/>
            <a:tailEnd type="triangle"/>
          </a:ln>
        </p:spPr>
      </p:cxnSp>
      <p:cxnSp>
        <p:nvCxnSpPr>
          <p:cNvPr id="29" name="直接连接符 28">
            <a:extLst>
              <a:ext uri="{FF2B5EF4-FFF2-40B4-BE49-F238E27FC236}">
                <a16:creationId xmlns:a16="http://schemas.microsoft.com/office/drawing/2014/main" id="{9E61827D-B82D-4EBC-B799-C067F3A3BFEA}"/>
              </a:ext>
            </a:extLst>
          </p:cNvPr>
          <p:cNvCxnSpPr>
            <a:cxnSpLocks/>
          </p:cNvCxnSpPr>
          <p:nvPr/>
        </p:nvCxnSpPr>
        <p:spPr bwMode="auto">
          <a:xfrm>
            <a:off x="6435339" y="4992406"/>
            <a:ext cx="0" cy="359025"/>
          </a:xfrm>
          <a:prstGeom prst="line">
            <a:avLst/>
          </a:prstGeom>
          <a:solidFill>
            <a:schemeClr val="accent1"/>
          </a:solidFill>
          <a:ln w="9525" cap="flat" cmpd="sng" algn="ctr">
            <a:solidFill>
              <a:schemeClr val="tx1"/>
            </a:solidFill>
            <a:prstDash val="solid"/>
            <a:round/>
            <a:headEnd type="none" w="med" len="med"/>
            <a:tailEnd type="none" w="med" len="med"/>
          </a:ln>
        </p:spPr>
      </p:cxnSp>
      <p:cxnSp>
        <p:nvCxnSpPr>
          <p:cNvPr id="41" name="连接符: 肘形 40">
            <a:extLst>
              <a:ext uri="{FF2B5EF4-FFF2-40B4-BE49-F238E27FC236}">
                <a16:creationId xmlns:a16="http://schemas.microsoft.com/office/drawing/2014/main" id="{81048EA2-491C-4830-B997-8E2BE342B71F}"/>
              </a:ext>
            </a:extLst>
          </p:cNvPr>
          <p:cNvCxnSpPr>
            <a:cxnSpLocks/>
            <a:endCxn id="148" idx="2"/>
          </p:cNvCxnSpPr>
          <p:nvPr/>
        </p:nvCxnSpPr>
        <p:spPr bwMode="auto">
          <a:xfrm flipV="1">
            <a:off x="6432711" y="4985148"/>
            <a:ext cx="692939" cy="357346"/>
          </a:xfrm>
          <a:prstGeom prst="bentConnector2">
            <a:avLst/>
          </a:prstGeom>
          <a:solidFill>
            <a:schemeClr val="accent1"/>
          </a:solidFill>
          <a:ln w="9525" cap="flat" cmpd="sng" algn="ctr">
            <a:solidFill>
              <a:schemeClr val="tx1"/>
            </a:solidFill>
            <a:prstDash val="solid"/>
            <a:round/>
            <a:headEnd type="none" w="med" len="med"/>
            <a:tailEnd type="none" w="med" len="med"/>
          </a:ln>
        </p:spPr>
      </p:cxnSp>
      <p:cxnSp>
        <p:nvCxnSpPr>
          <p:cNvPr id="48" name="连接符: 肘形 47">
            <a:extLst>
              <a:ext uri="{FF2B5EF4-FFF2-40B4-BE49-F238E27FC236}">
                <a16:creationId xmlns:a16="http://schemas.microsoft.com/office/drawing/2014/main" id="{E5DF3850-D4E6-4468-8529-FF7CA2472B1E}"/>
              </a:ext>
            </a:extLst>
          </p:cNvPr>
          <p:cNvCxnSpPr>
            <a:stCxn id="150" idx="2"/>
            <a:endCxn id="152" idx="0"/>
          </p:cNvCxnSpPr>
          <p:nvPr/>
        </p:nvCxnSpPr>
        <p:spPr bwMode="auto">
          <a:xfrm rot="5400000">
            <a:off x="9465961" y="4143518"/>
            <a:ext cx="478595" cy="435906"/>
          </a:xfrm>
          <a:prstGeom prst="bentConnector3">
            <a:avLst/>
          </a:prstGeom>
          <a:solidFill>
            <a:schemeClr val="accent1"/>
          </a:solidFill>
          <a:ln w="9525" cap="flat" cmpd="sng" algn="ctr">
            <a:solidFill>
              <a:schemeClr val="tx1"/>
            </a:solidFill>
            <a:prstDash val="solid"/>
            <a:round/>
            <a:headEnd type="none" w="med" len="med"/>
            <a:tailEnd type="triangle"/>
          </a:ln>
        </p:spPr>
      </p:cxnSp>
      <p:cxnSp>
        <p:nvCxnSpPr>
          <p:cNvPr id="50" name="连接符: 肘形 49">
            <a:extLst>
              <a:ext uri="{FF2B5EF4-FFF2-40B4-BE49-F238E27FC236}">
                <a16:creationId xmlns:a16="http://schemas.microsoft.com/office/drawing/2014/main" id="{38C9C14E-86E1-4B63-A527-05C9703E1C1A}"/>
              </a:ext>
            </a:extLst>
          </p:cNvPr>
          <p:cNvCxnSpPr>
            <a:cxnSpLocks/>
            <a:endCxn id="154" idx="0"/>
          </p:cNvCxnSpPr>
          <p:nvPr/>
        </p:nvCxnSpPr>
        <p:spPr bwMode="auto">
          <a:xfrm>
            <a:off x="9923211" y="4361227"/>
            <a:ext cx="474008" cy="239542"/>
          </a:xfrm>
          <a:prstGeom prst="bentConnector2">
            <a:avLst/>
          </a:prstGeom>
          <a:solidFill>
            <a:schemeClr val="accent1"/>
          </a:solidFill>
          <a:ln w="9525" cap="flat" cmpd="sng" algn="ctr">
            <a:solidFill>
              <a:schemeClr val="tx1"/>
            </a:solidFill>
            <a:prstDash val="solid"/>
            <a:round/>
            <a:headEnd type="none" w="med" len="med"/>
            <a:tailEnd type="triangle"/>
          </a:ln>
        </p:spPr>
      </p:cxnSp>
      <p:cxnSp>
        <p:nvCxnSpPr>
          <p:cNvPr id="53" name="连接符: 肘形 52">
            <a:extLst>
              <a:ext uri="{FF2B5EF4-FFF2-40B4-BE49-F238E27FC236}">
                <a16:creationId xmlns:a16="http://schemas.microsoft.com/office/drawing/2014/main" id="{54D1129C-2DDE-4506-AE33-5A242AD292AC}"/>
              </a:ext>
            </a:extLst>
          </p:cNvPr>
          <p:cNvCxnSpPr>
            <a:stCxn id="152" idx="2"/>
            <a:endCxn id="155" idx="0"/>
          </p:cNvCxnSpPr>
          <p:nvPr/>
        </p:nvCxnSpPr>
        <p:spPr bwMode="auto">
          <a:xfrm rot="16200000" flipH="1">
            <a:off x="9394986" y="5121488"/>
            <a:ext cx="620545" cy="435906"/>
          </a:xfrm>
          <a:prstGeom prst="bentConnector3">
            <a:avLst/>
          </a:prstGeom>
          <a:solidFill>
            <a:schemeClr val="accent1"/>
          </a:solidFill>
          <a:ln w="9525" cap="flat" cmpd="sng" algn="ctr">
            <a:solidFill>
              <a:schemeClr val="tx1"/>
            </a:solidFill>
            <a:prstDash val="solid"/>
            <a:round/>
            <a:headEnd type="none" w="med" len="med"/>
            <a:tailEnd type="triangle"/>
          </a:ln>
        </p:spPr>
      </p:cxnSp>
      <p:cxnSp>
        <p:nvCxnSpPr>
          <p:cNvPr id="56" name="连接符: 肘形 55">
            <a:extLst>
              <a:ext uri="{FF2B5EF4-FFF2-40B4-BE49-F238E27FC236}">
                <a16:creationId xmlns:a16="http://schemas.microsoft.com/office/drawing/2014/main" id="{90252036-FE6D-4F36-AAAB-69D8F772AE91}"/>
              </a:ext>
            </a:extLst>
          </p:cNvPr>
          <p:cNvCxnSpPr>
            <a:cxnSpLocks/>
            <a:endCxn id="154" idx="2"/>
          </p:cNvCxnSpPr>
          <p:nvPr/>
        </p:nvCxnSpPr>
        <p:spPr bwMode="auto">
          <a:xfrm flipV="1">
            <a:off x="9923211" y="5029169"/>
            <a:ext cx="474008" cy="309654"/>
          </a:xfrm>
          <a:prstGeom prst="bentConnector2">
            <a:avLst/>
          </a:prstGeom>
          <a:solidFill>
            <a:schemeClr val="accent1"/>
          </a:solidFill>
          <a:ln w="9525" cap="flat" cmpd="sng" algn="ctr">
            <a:solidFill>
              <a:schemeClr val="tx1"/>
            </a:solidFill>
            <a:prstDash val="solid"/>
            <a:round/>
            <a:headEnd type="none" w="med" len="med"/>
            <a:tailEnd type="none" w="med" len="med"/>
          </a:ln>
        </p:spPr>
      </p:cxnSp>
      <p:cxnSp>
        <p:nvCxnSpPr>
          <p:cNvPr id="59" name="直接箭头连接符 58">
            <a:extLst>
              <a:ext uri="{FF2B5EF4-FFF2-40B4-BE49-F238E27FC236}">
                <a16:creationId xmlns:a16="http://schemas.microsoft.com/office/drawing/2014/main" id="{24D9F5EF-039E-4D15-8D79-AD61768B1776}"/>
              </a:ext>
            </a:extLst>
          </p:cNvPr>
          <p:cNvCxnSpPr>
            <a:stCxn id="149" idx="3"/>
            <a:endCxn id="155" idx="1"/>
          </p:cNvCxnSpPr>
          <p:nvPr/>
        </p:nvCxnSpPr>
        <p:spPr bwMode="auto">
          <a:xfrm>
            <a:off x="7434930" y="5912514"/>
            <a:ext cx="1399280" cy="0"/>
          </a:xfrm>
          <a:prstGeom prst="straightConnector1">
            <a:avLst/>
          </a:prstGeom>
          <a:solidFill>
            <a:schemeClr val="accent1"/>
          </a:solidFill>
          <a:ln w="9525" cap="flat" cmpd="sng" algn="ctr">
            <a:solidFill>
              <a:schemeClr val="tx1"/>
            </a:solidFill>
            <a:prstDash val="solid"/>
            <a:round/>
            <a:headEnd type="none" w="med" len="med"/>
            <a:tailEnd type="triangle"/>
          </a:ln>
        </p:spPr>
      </p:cxnSp>
      <p:cxnSp>
        <p:nvCxnSpPr>
          <p:cNvPr id="63" name="连接符: 肘形 62">
            <a:extLst>
              <a:ext uri="{FF2B5EF4-FFF2-40B4-BE49-F238E27FC236}">
                <a16:creationId xmlns:a16="http://schemas.microsoft.com/office/drawing/2014/main" id="{4A573DC7-9898-421C-913F-C32B4E12E388}"/>
              </a:ext>
            </a:extLst>
          </p:cNvPr>
          <p:cNvCxnSpPr>
            <a:stCxn id="123" idx="3"/>
            <a:endCxn id="150" idx="1"/>
          </p:cNvCxnSpPr>
          <p:nvPr/>
        </p:nvCxnSpPr>
        <p:spPr bwMode="auto">
          <a:xfrm>
            <a:off x="7524004" y="2925693"/>
            <a:ext cx="1432755" cy="269158"/>
          </a:xfrm>
          <a:prstGeom prst="bentConnector3">
            <a:avLst/>
          </a:prstGeom>
          <a:solidFill>
            <a:schemeClr val="accent1"/>
          </a:solidFill>
          <a:ln w="9525" cap="flat" cmpd="sng" algn="ctr">
            <a:solidFill>
              <a:schemeClr val="tx1"/>
            </a:solidFill>
            <a:prstDash val="solid"/>
            <a:round/>
            <a:headEnd type="none" w="med" len="med"/>
            <a:tailEnd type="triangle"/>
          </a:ln>
        </p:spPr>
      </p:cxnSp>
      <p:sp>
        <p:nvSpPr>
          <p:cNvPr id="159" name="文本框 158">
            <a:extLst>
              <a:ext uri="{FF2B5EF4-FFF2-40B4-BE49-F238E27FC236}">
                <a16:creationId xmlns:a16="http://schemas.microsoft.com/office/drawing/2014/main" id="{C9A32396-1AA4-4964-86F6-8376FA8DED3E}"/>
              </a:ext>
            </a:extLst>
          </p:cNvPr>
          <p:cNvSpPr txBox="1"/>
          <p:nvPr/>
        </p:nvSpPr>
        <p:spPr>
          <a:xfrm>
            <a:off x="5457858" y="5072162"/>
            <a:ext cx="298158" cy="153888"/>
          </a:xfrm>
          <a:prstGeom prst="rect">
            <a:avLst/>
          </a:prstGeom>
          <a:noFill/>
        </p:spPr>
        <p:txBody>
          <a:bodyPr wrap="square" lIns="0" tIns="0" rIns="0" bIns="0" rtlCol="0">
            <a:spAutoFit/>
          </a:bodyPr>
          <a:lstStyle/>
          <a:p>
            <a:r>
              <a:rPr lang="en-US" altLang="zh-CN" sz="1000" i="1" dirty="0">
                <a:latin typeface="Cambria Math" panose="02040503050406030204" pitchFamily="18" charset="0"/>
              </a:rPr>
              <a:t>Res1</a:t>
            </a:r>
            <a:endParaRPr lang="zh-CN" altLang="en-US" sz="1000" i="1" dirty="0">
              <a:latin typeface="Cambria Math" panose="02040503050406030204" pitchFamily="18" charset="0"/>
            </a:endParaRPr>
          </a:p>
        </p:txBody>
      </p:sp>
      <p:sp>
        <p:nvSpPr>
          <p:cNvPr id="160" name="文本框 159">
            <a:extLst>
              <a:ext uri="{FF2B5EF4-FFF2-40B4-BE49-F238E27FC236}">
                <a16:creationId xmlns:a16="http://schemas.microsoft.com/office/drawing/2014/main" id="{60F3DADF-CA58-455F-A9AB-609ADCD21B65}"/>
              </a:ext>
            </a:extLst>
          </p:cNvPr>
          <p:cNvSpPr txBox="1"/>
          <p:nvPr/>
        </p:nvSpPr>
        <p:spPr>
          <a:xfrm>
            <a:off x="6131693" y="5077094"/>
            <a:ext cx="298158" cy="153888"/>
          </a:xfrm>
          <a:prstGeom prst="rect">
            <a:avLst/>
          </a:prstGeom>
          <a:noFill/>
        </p:spPr>
        <p:txBody>
          <a:bodyPr wrap="square" lIns="0" tIns="0" rIns="0" bIns="0" rtlCol="0">
            <a:spAutoFit/>
          </a:bodyPr>
          <a:lstStyle/>
          <a:p>
            <a:r>
              <a:rPr lang="en-US" altLang="zh-CN" sz="1000" i="1" dirty="0">
                <a:latin typeface="Cambria Math" panose="02040503050406030204" pitchFamily="18" charset="0"/>
              </a:rPr>
              <a:t>Res2</a:t>
            </a:r>
            <a:endParaRPr lang="zh-CN" altLang="en-US" sz="1000" i="1" dirty="0">
              <a:latin typeface="Cambria Math" panose="02040503050406030204" pitchFamily="18" charset="0"/>
            </a:endParaRPr>
          </a:p>
        </p:txBody>
      </p:sp>
      <p:sp>
        <p:nvSpPr>
          <p:cNvPr id="161" name="文本框 160">
            <a:extLst>
              <a:ext uri="{FF2B5EF4-FFF2-40B4-BE49-F238E27FC236}">
                <a16:creationId xmlns:a16="http://schemas.microsoft.com/office/drawing/2014/main" id="{722795E1-169C-4F5E-B290-9F61473493D9}"/>
              </a:ext>
            </a:extLst>
          </p:cNvPr>
          <p:cNvSpPr txBox="1"/>
          <p:nvPr/>
        </p:nvSpPr>
        <p:spPr>
          <a:xfrm>
            <a:off x="6812498" y="5077094"/>
            <a:ext cx="298158" cy="153888"/>
          </a:xfrm>
          <a:prstGeom prst="rect">
            <a:avLst/>
          </a:prstGeom>
          <a:noFill/>
        </p:spPr>
        <p:txBody>
          <a:bodyPr wrap="square" lIns="0" tIns="0" rIns="0" bIns="0" rtlCol="0">
            <a:spAutoFit/>
          </a:bodyPr>
          <a:lstStyle/>
          <a:p>
            <a:r>
              <a:rPr lang="en-US" altLang="zh-CN" sz="1000" i="1" dirty="0">
                <a:latin typeface="Cambria Math" panose="02040503050406030204" pitchFamily="18" charset="0"/>
              </a:rPr>
              <a:t>Res3</a:t>
            </a:r>
            <a:endParaRPr lang="zh-CN" altLang="en-US" sz="1000" i="1" dirty="0">
              <a:latin typeface="Cambria Math" panose="02040503050406030204" pitchFamily="18" charset="0"/>
            </a:endParaRPr>
          </a:p>
        </p:txBody>
      </p:sp>
      <p:sp>
        <p:nvSpPr>
          <p:cNvPr id="163" name="文本框 162">
            <a:extLst>
              <a:ext uri="{FF2B5EF4-FFF2-40B4-BE49-F238E27FC236}">
                <a16:creationId xmlns:a16="http://schemas.microsoft.com/office/drawing/2014/main" id="{F8A5C2B1-3CCB-4416-A6E6-B9827DC11755}"/>
              </a:ext>
            </a:extLst>
          </p:cNvPr>
          <p:cNvSpPr txBox="1"/>
          <p:nvPr/>
        </p:nvSpPr>
        <p:spPr>
          <a:xfrm>
            <a:off x="7973574" y="5686197"/>
            <a:ext cx="357976" cy="189837"/>
          </a:xfrm>
          <a:prstGeom prst="rect">
            <a:avLst/>
          </a:prstGeom>
          <a:noFill/>
        </p:spPr>
        <p:txBody>
          <a:bodyPr wrap="square" lIns="0" tIns="0" rIns="0" bIns="0" rtlCol="0">
            <a:spAutoFit/>
          </a:bodyPr>
          <a:lstStyle/>
          <a:p>
            <a:r>
              <a:rPr lang="en-US" altLang="zh-CN" sz="1200" i="1" dirty="0">
                <a:latin typeface="Cambria Math" panose="02040503050406030204" pitchFamily="18" charset="0"/>
              </a:rPr>
              <a:t>Res4</a:t>
            </a:r>
            <a:endParaRPr lang="zh-CN" altLang="en-US" sz="1200" i="1" dirty="0">
              <a:latin typeface="Cambria Math" panose="02040503050406030204" pitchFamily="18" charset="0"/>
            </a:endParaRPr>
          </a:p>
        </p:txBody>
      </p:sp>
      <p:sp>
        <p:nvSpPr>
          <p:cNvPr id="164" name="文本框 163">
            <a:extLst>
              <a:ext uri="{FF2B5EF4-FFF2-40B4-BE49-F238E27FC236}">
                <a16:creationId xmlns:a16="http://schemas.microsoft.com/office/drawing/2014/main" id="{DE12B8AF-07A7-43E8-8D66-3031B5B91ADB}"/>
              </a:ext>
            </a:extLst>
          </p:cNvPr>
          <p:cNvSpPr txBox="1"/>
          <p:nvPr/>
        </p:nvSpPr>
        <p:spPr>
          <a:xfrm>
            <a:off x="9170993" y="5139935"/>
            <a:ext cx="298158" cy="153888"/>
          </a:xfrm>
          <a:prstGeom prst="rect">
            <a:avLst/>
          </a:prstGeom>
          <a:noFill/>
        </p:spPr>
        <p:txBody>
          <a:bodyPr wrap="square" lIns="0" tIns="0" rIns="0" bIns="0" rtlCol="0">
            <a:spAutoFit/>
          </a:bodyPr>
          <a:lstStyle/>
          <a:p>
            <a:r>
              <a:rPr lang="en-US" altLang="zh-CN" sz="1000" i="1" dirty="0">
                <a:latin typeface="Cambria Math" panose="02040503050406030204" pitchFamily="18" charset="0"/>
              </a:rPr>
              <a:t>Res5</a:t>
            </a:r>
            <a:endParaRPr lang="zh-CN" altLang="en-US" sz="1000" i="1" dirty="0">
              <a:latin typeface="Cambria Math" panose="02040503050406030204" pitchFamily="18" charset="0"/>
            </a:endParaRPr>
          </a:p>
        </p:txBody>
      </p:sp>
      <p:sp>
        <p:nvSpPr>
          <p:cNvPr id="165" name="文本框 164">
            <a:extLst>
              <a:ext uri="{FF2B5EF4-FFF2-40B4-BE49-F238E27FC236}">
                <a16:creationId xmlns:a16="http://schemas.microsoft.com/office/drawing/2014/main" id="{8309A846-76CB-4827-AC89-4DAED43597D7}"/>
              </a:ext>
            </a:extLst>
          </p:cNvPr>
          <p:cNvSpPr txBox="1"/>
          <p:nvPr/>
        </p:nvSpPr>
        <p:spPr>
          <a:xfrm>
            <a:off x="10458311" y="5141235"/>
            <a:ext cx="298158" cy="153888"/>
          </a:xfrm>
          <a:prstGeom prst="rect">
            <a:avLst/>
          </a:prstGeom>
          <a:noFill/>
        </p:spPr>
        <p:txBody>
          <a:bodyPr wrap="square" lIns="0" tIns="0" rIns="0" bIns="0" rtlCol="0">
            <a:spAutoFit/>
          </a:bodyPr>
          <a:lstStyle/>
          <a:p>
            <a:r>
              <a:rPr lang="en-US" altLang="zh-CN" sz="1000" i="1" dirty="0">
                <a:latin typeface="Cambria Math" panose="02040503050406030204" pitchFamily="18" charset="0"/>
              </a:rPr>
              <a:t>Res6</a:t>
            </a:r>
            <a:endParaRPr lang="zh-CN" altLang="en-US" sz="1000" i="1" dirty="0">
              <a:latin typeface="Cambria Math" panose="02040503050406030204" pitchFamily="18" charset="0"/>
            </a:endParaRPr>
          </a:p>
        </p:txBody>
      </p:sp>
      <p:sp>
        <p:nvSpPr>
          <p:cNvPr id="166" name="文本框 165">
            <a:extLst>
              <a:ext uri="{FF2B5EF4-FFF2-40B4-BE49-F238E27FC236}">
                <a16:creationId xmlns:a16="http://schemas.microsoft.com/office/drawing/2014/main" id="{24E65A30-736F-4DE1-946C-8D20AAABB72B}"/>
              </a:ext>
            </a:extLst>
          </p:cNvPr>
          <p:cNvSpPr txBox="1"/>
          <p:nvPr/>
        </p:nvSpPr>
        <p:spPr>
          <a:xfrm>
            <a:off x="6451672" y="3742686"/>
            <a:ext cx="193791" cy="153888"/>
          </a:xfrm>
          <a:prstGeom prst="rect">
            <a:avLst/>
          </a:prstGeom>
          <a:noFill/>
        </p:spPr>
        <p:txBody>
          <a:bodyPr wrap="square" lIns="0" tIns="0" rIns="0" bIns="0" rtlCol="0">
            <a:spAutoFit/>
          </a:bodyPr>
          <a:lstStyle/>
          <a:p>
            <a:r>
              <a:rPr lang="en-US" altLang="zh-CN" sz="1000" i="1" dirty="0">
                <a:latin typeface="Cambria Math" panose="02040503050406030204" pitchFamily="18" charset="0"/>
              </a:rPr>
              <a:t>TX</a:t>
            </a:r>
            <a:endParaRPr lang="zh-CN" altLang="en-US" sz="1000" i="1" dirty="0">
              <a:latin typeface="Cambria Math" panose="02040503050406030204" pitchFamily="18" charset="0"/>
            </a:endParaRPr>
          </a:p>
        </p:txBody>
      </p:sp>
      <p:sp>
        <p:nvSpPr>
          <p:cNvPr id="167" name="文本框 166">
            <a:extLst>
              <a:ext uri="{FF2B5EF4-FFF2-40B4-BE49-F238E27FC236}">
                <a16:creationId xmlns:a16="http://schemas.microsoft.com/office/drawing/2014/main" id="{BD8F1E88-32DA-4D76-B26D-F86710ADF3A1}"/>
              </a:ext>
            </a:extLst>
          </p:cNvPr>
          <p:cNvSpPr txBox="1"/>
          <p:nvPr/>
        </p:nvSpPr>
        <p:spPr>
          <a:xfrm>
            <a:off x="8296664" y="2947045"/>
            <a:ext cx="193791" cy="153888"/>
          </a:xfrm>
          <a:prstGeom prst="rect">
            <a:avLst/>
          </a:prstGeom>
          <a:noFill/>
        </p:spPr>
        <p:txBody>
          <a:bodyPr wrap="square" lIns="0" tIns="0" rIns="0" bIns="0" rtlCol="0">
            <a:spAutoFit/>
          </a:bodyPr>
          <a:lstStyle/>
          <a:p>
            <a:r>
              <a:rPr lang="en-US" altLang="zh-CN" sz="1000" i="1" dirty="0">
                <a:latin typeface="Cambria Math" panose="02040503050406030204" pitchFamily="18" charset="0"/>
              </a:rPr>
              <a:t>TX</a:t>
            </a:r>
            <a:endParaRPr lang="zh-CN" altLang="en-US" sz="1000" i="1" dirty="0">
              <a:latin typeface="Cambria Math" panose="02040503050406030204" pitchFamily="18" charset="0"/>
            </a:endParaRPr>
          </a:p>
        </p:txBody>
      </p:sp>
      <p:sp>
        <p:nvSpPr>
          <p:cNvPr id="168" name="文本框 167">
            <a:extLst>
              <a:ext uri="{FF2B5EF4-FFF2-40B4-BE49-F238E27FC236}">
                <a16:creationId xmlns:a16="http://schemas.microsoft.com/office/drawing/2014/main" id="{3C013762-FC95-4B5F-8356-711372F7EADB}"/>
              </a:ext>
            </a:extLst>
          </p:cNvPr>
          <p:cNvSpPr txBox="1"/>
          <p:nvPr/>
        </p:nvSpPr>
        <p:spPr>
          <a:xfrm>
            <a:off x="9946891" y="4101746"/>
            <a:ext cx="193791" cy="153888"/>
          </a:xfrm>
          <a:prstGeom prst="rect">
            <a:avLst/>
          </a:prstGeom>
          <a:noFill/>
        </p:spPr>
        <p:txBody>
          <a:bodyPr wrap="square" lIns="0" tIns="0" rIns="0" bIns="0" rtlCol="0">
            <a:spAutoFit/>
          </a:bodyPr>
          <a:lstStyle/>
          <a:p>
            <a:r>
              <a:rPr lang="en-US" altLang="zh-CN" sz="1000" i="1" dirty="0">
                <a:latin typeface="Cambria Math" panose="02040503050406030204" pitchFamily="18" charset="0"/>
              </a:rPr>
              <a:t>TX</a:t>
            </a:r>
            <a:endParaRPr lang="zh-CN" altLang="en-US" sz="1000" i="1" dirty="0">
              <a:latin typeface="Cambria Math" panose="02040503050406030204" pitchFamily="18" charset="0"/>
            </a:endParaRPr>
          </a:p>
        </p:txBody>
      </p:sp>
      <p:sp>
        <p:nvSpPr>
          <p:cNvPr id="170" name="文本框 169">
            <a:extLst>
              <a:ext uri="{FF2B5EF4-FFF2-40B4-BE49-F238E27FC236}">
                <a16:creationId xmlns:a16="http://schemas.microsoft.com/office/drawing/2014/main" id="{112EC47E-6B42-41CD-96F2-7E10409FB4EF}"/>
              </a:ext>
            </a:extLst>
          </p:cNvPr>
          <p:cNvSpPr txBox="1"/>
          <p:nvPr/>
        </p:nvSpPr>
        <p:spPr>
          <a:xfrm>
            <a:off x="6779180" y="6211894"/>
            <a:ext cx="798117" cy="153888"/>
          </a:xfrm>
          <a:prstGeom prst="rect">
            <a:avLst/>
          </a:prstGeom>
          <a:noFill/>
        </p:spPr>
        <p:txBody>
          <a:bodyPr wrap="square" lIns="0" tIns="0" rIns="0" bIns="0" rtlCol="0">
            <a:spAutoFit/>
          </a:bodyPr>
          <a:lstStyle/>
          <a:p>
            <a:r>
              <a:rPr lang="en-US" altLang="zh-CN" sz="1000" i="1" dirty="0">
                <a:latin typeface="Cambria Math" panose="02040503050406030204" pitchFamily="18" charset="0"/>
              </a:rPr>
              <a:t>BIT Diagnosis</a:t>
            </a:r>
            <a:endParaRPr lang="zh-CN" altLang="en-US" sz="1000" i="1" dirty="0">
              <a:latin typeface="Cambria Math" panose="02040503050406030204" pitchFamily="18" charset="0"/>
            </a:endParaRPr>
          </a:p>
        </p:txBody>
      </p:sp>
      <p:sp>
        <p:nvSpPr>
          <p:cNvPr id="171" name="文本框 170">
            <a:extLst>
              <a:ext uri="{FF2B5EF4-FFF2-40B4-BE49-F238E27FC236}">
                <a16:creationId xmlns:a16="http://schemas.microsoft.com/office/drawing/2014/main" id="{FF209301-A6C9-4392-A8CA-BE5E0BBF7D4C}"/>
              </a:ext>
            </a:extLst>
          </p:cNvPr>
          <p:cNvSpPr txBox="1"/>
          <p:nvPr/>
        </p:nvSpPr>
        <p:spPr>
          <a:xfrm>
            <a:off x="9469152" y="6231830"/>
            <a:ext cx="1617683" cy="153888"/>
          </a:xfrm>
          <a:prstGeom prst="rect">
            <a:avLst/>
          </a:prstGeom>
          <a:noFill/>
        </p:spPr>
        <p:txBody>
          <a:bodyPr wrap="square" lIns="0" tIns="0" rIns="0" bIns="0" rtlCol="0">
            <a:spAutoFit/>
          </a:bodyPr>
          <a:lstStyle/>
          <a:p>
            <a:r>
              <a:rPr lang="en-US" altLang="zh-CN" sz="1000" i="1" dirty="0">
                <a:latin typeface="Cambria Math" panose="02040503050406030204" pitchFamily="18" charset="0"/>
              </a:rPr>
              <a:t>Extremum &amp; Slope Diagnosis</a:t>
            </a:r>
            <a:endParaRPr lang="zh-CN" altLang="en-US" sz="1000" i="1" dirty="0">
              <a:latin typeface="Cambria Math" panose="02040503050406030204" pitchFamily="18" charset="0"/>
            </a:endParaRPr>
          </a:p>
        </p:txBody>
      </p:sp>
      <p:pic>
        <p:nvPicPr>
          <p:cNvPr id="3" name="图片 2">
            <a:extLst>
              <a:ext uri="{FF2B5EF4-FFF2-40B4-BE49-F238E27FC236}">
                <a16:creationId xmlns:a16="http://schemas.microsoft.com/office/drawing/2014/main" id="{207C7B6A-C2FF-45C1-96DE-384566F507D2}"/>
              </a:ext>
            </a:extLst>
          </p:cNvPr>
          <p:cNvPicPr>
            <a:picLocks noChangeAspect="1"/>
          </p:cNvPicPr>
          <p:nvPr/>
        </p:nvPicPr>
        <p:blipFill>
          <a:blip r:embed="rId3"/>
          <a:stretch>
            <a:fillRect/>
          </a:stretch>
        </p:blipFill>
        <p:spPr>
          <a:xfrm>
            <a:off x="992140" y="1382731"/>
            <a:ext cx="3560467" cy="1725527"/>
          </a:xfrm>
          <a:prstGeom prst="rect">
            <a:avLst/>
          </a:prstGeom>
        </p:spPr>
      </p:pic>
      <p:cxnSp>
        <p:nvCxnSpPr>
          <p:cNvPr id="9" name="连接符: 肘形 8">
            <a:extLst>
              <a:ext uri="{FF2B5EF4-FFF2-40B4-BE49-F238E27FC236}">
                <a16:creationId xmlns:a16="http://schemas.microsoft.com/office/drawing/2014/main" id="{09DF110A-526F-4D9E-B134-F61C9E72AA9A}"/>
              </a:ext>
            </a:extLst>
          </p:cNvPr>
          <p:cNvCxnSpPr>
            <a:cxnSpLocks/>
          </p:cNvCxnSpPr>
          <p:nvPr/>
        </p:nvCxnSpPr>
        <p:spPr bwMode="auto">
          <a:xfrm rot="16200000" flipH="1">
            <a:off x="3129899" y="3217912"/>
            <a:ext cx="1524724" cy="1606651"/>
          </a:xfrm>
          <a:prstGeom prst="curvedConnector2">
            <a:avLst/>
          </a:prstGeom>
          <a:solidFill>
            <a:schemeClr val="accent1"/>
          </a:solidFill>
          <a:ln w="9525" cap="flat" cmpd="sng" algn="ctr">
            <a:solidFill>
              <a:schemeClr val="tx1"/>
            </a:solidFill>
            <a:prstDash val="solid"/>
            <a:round/>
            <a:headEnd type="none" w="med" len="med"/>
            <a:tailEnd type="triangle"/>
          </a:ln>
        </p:spPr>
      </p:cxnSp>
      <p:sp>
        <p:nvSpPr>
          <p:cNvPr id="45" name="文本框 44">
            <a:extLst>
              <a:ext uri="{FF2B5EF4-FFF2-40B4-BE49-F238E27FC236}">
                <a16:creationId xmlns:a16="http://schemas.microsoft.com/office/drawing/2014/main" id="{0C542234-1CA6-4322-B225-29E225D81962}"/>
              </a:ext>
            </a:extLst>
          </p:cNvPr>
          <p:cNvSpPr txBox="1"/>
          <p:nvPr/>
        </p:nvSpPr>
        <p:spPr>
          <a:xfrm>
            <a:off x="3606992" y="3835986"/>
            <a:ext cx="683376" cy="254825"/>
          </a:xfrm>
          <a:prstGeom prst="rect">
            <a:avLst/>
          </a:prstGeom>
          <a:noFill/>
        </p:spPr>
        <p:txBody>
          <a:bodyPr wrap="square" lIns="0" tIns="0" rIns="0" bIns="0" rtlCol="0">
            <a:spAutoFit/>
          </a:bodyPr>
          <a:lstStyle/>
          <a:p>
            <a:r>
              <a:rPr lang="en-US" altLang="zh-CN" sz="1600" i="1" dirty="0">
                <a:latin typeface="Cambria Math" panose="02040503050406030204" pitchFamily="18" charset="0"/>
              </a:rPr>
              <a:t>Flatted</a:t>
            </a:r>
            <a:endParaRPr lang="zh-CN" altLang="en-US" sz="1600" i="1" dirty="0">
              <a:latin typeface="Cambria Math" panose="02040503050406030204" pitchFamily="18" charset="0"/>
            </a:endParaRPr>
          </a:p>
        </p:txBody>
      </p:sp>
    </p:spTree>
    <p:extLst>
      <p:ext uri="{BB962C8B-B14F-4D97-AF65-F5344CB8AC3E}">
        <p14:creationId xmlns:p14="http://schemas.microsoft.com/office/powerpoint/2010/main" val="154265101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 name="矩形 301">
            <a:extLst>
              <a:ext uri="{FF2B5EF4-FFF2-40B4-BE49-F238E27FC236}">
                <a16:creationId xmlns:a16="http://schemas.microsoft.com/office/drawing/2014/main" id="{538EF51C-4015-45D4-8B4C-7E1101CA79C1}"/>
              </a:ext>
            </a:extLst>
          </p:cNvPr>
          <p:cNvSpPr/>
          <p:nvPr/>
        </p:nvSpPr>
        <p:spPr>
          <a:xfrm>
            <a:off x="6096001" y="2175886"/>
            <a:ext cx="4895107" cy="4153604"/>
          </a:xfrm>
          <a:prstGeom prst="rect">
            <a:avLst/>
          </a:prstGeom>
          <a:solidFill>
            <a:schemeClr val="bg1"/>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83092"/>
            <a:endParaRPr lang="zh-CN" altLang="en-US" sz="1542">
              <a:solidFill>
                <a:prstClr val="white"/>
              </a:solidFill>
              <a:latin typeface="等线" panose="020F0502020204030204"/>
              <a:ea typeface="等线" panose="02010600030101010101" pitchFamily="2" charset="-122"/>
            </a:endParaRPr>
          </a:p>
        </p:txBody>
      </p:sp>
      <p:sp>
        <p:nvSpPr>
          <p:cNvPr id="299" name="矩形 298">
            <a:extLst>
              <a:ext uri="{FF2B5EF4-FFF2-40B4-BE49-F238E27FC236}">
                <a16:creationId xmlns:a16="http://schemas.microsoft.com/office/drawing/2014/main" id="{95CC311D-C3C3-4A0D-BAE5-30C31CFADAD2}"/>
              </a:ext>
            </a:extLst>
          </p:cNvPr>
          <p:cNvSpPr/>
          <p:nvPr/>
        </p:nvSpPr>
        <p:spPr>
          <a:xfrm>
            <a:off x="966686" y="2143705"/>
            <a:ext cx="4741352" cy="4205604"/>
          </a:xfrm>
          <a:prstGeom prst="rect">
            <a:avLst/>
          </a:prstGeom>
          <a:solidFill>
            <a:schemeClr val="bg1"/>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83092"/>
            <a:endParaRPr lang="zh-CN" altLang="en-US" sz="1542">
              <a:solidFill>
                <a:prstClr val="white"/>
              </a:solidFill>
              <a:latin typeface="等线" panose="020F0502020204030204"/>
              <a:ea typeface="等线" panose="02010600030101010101" pitchFamily="2" charset="-122"/>
            </a:endParaRPr>
          </a:p>
        </p:txBody>
      </p:sp>
      <p:sp>
        <p:nvSpPr>
          <p:cNvPr id="4" name="矩形 3">
            <a:extLst>
              <a:ext uri="{FF2B5EF4-FFF2-40B4-BE49-F238E27FC236}">
                <a16:creationId xmlns:a16="http://schemas.microsoft.com/office/drawing/2014/main" id="{AFC3F112-8AEA-48A8-BE6F-894783646740}"/>
              </a:ext>
            </a:extLst>
          </p:cNvPr>
          <p:cNvSpPr/>
          <p:nvPr/>
        </p:nvSpPr>
        <p:spPr bwMode="auto">
          <a:xfrm>
            <a:off x="1690599" y="705348"/>
            <a:ext cx="3247522" cy="1391843"/>
          </a:xfrm>
          <a:prstGeom prst="rect">
            <a:avLst/>
          </a:prstGeom>
          <a:solidFill>
            <a:srgbClr val="D0E5FC"/>
          </a:solidFill>
          <a:ln w="3175" cap="flat" cmpd="sng" algn="ctr">
            <a:solidFill>
              <a:schemeClr val="tx1"/>
            </a:solidFill>
            <a:prstDash val="solid"/>
            <a:round/>
            <a:headEnd type="none" w="med" len="med"/>
            <a:tailEnd type="none" w="med" len="med"/>
          </a:ln>
        </p:spPr>
        <p:txBody>
          <a:bodyPr vert="horz" wrap="square" lIns="78307" tIns="39154" rIns="78307" bIns="39154" numCol="1" rtlCol="0" anchor="ctr" anchorCtr="0" compatLnSpc="1"/>
          <a:lstStyle/>
          <a:p>
            <a:pPr algn="ctr" defTabSz="783092">
              <a:defRPr/>
            </a:pPr>
            <a:endParaRPr lang="zh-CN" altLang="en-US" sz="1028" dirty="0">
              <a:solidFill>
                <a:prstClr val="black"/>
              </a:solidFill>
            </a:endParaRPr>
          </a:p>
        </p:txBody>
      </p:sp>
      <p:sp>
        <p:nvSpPr>
          <p:cNvPr id="5" name="矩形 4">
            <a:extLst>
              <a:ext uri="{FF2B5EF4-FFF2-40B4-BE49-F238E27FC236}">
                <a16:creationId xmlns:a16="http://schemas.microsoft.com/office/drawing/2014/main" id="{ECBD1270-7074-4BF6-AA3E-1B0B6E776BBC}"/>
              </a:ext>
            </a:extLst>
          </p:cNvPr>
          <p:cNvSpPr/>
          <p:nvPr/>
        </p:nvSpPr>
        <p:spPr bwMode="auto">
          <a:xfrm>
            <a:off x="1035271" y="2298577"/>
            <a:ext cx="1310657" cy="2089369"/>
          </a:xfrm>
          <a:prstGeom prst="rect">
            <a:avLst/>
          </a:prstGeom>
          <a:solidFill>
            <a:srgbClr val="D0E5FC"/>
          </a:solidFill>
          <a:ln w="3175" cap="flat" cmpd="sng" algn="ctr">
            <a:solidFill>
              <a:schemeClr val="tx1"/>
            </a:solidFill>
            <a:prstDash val="solid"/>
            <a:round/>
            <a:headEnd type="none" w="med" len="med"/>
            <a:tailEnd type="none" w="med" len="med"/>
          </a:ln>
        </p:spPr>
        <p:txBody>
          <a:bodyPr vert="horz" wrap="square" lIns="78307" tIns="39154" rIns="78307" bIns="39154" numCol="1" rtlCol="0" anchor="ctr" anchorCtr="0" compatLnSpc="1"/>
          <a:lstStyle/>
          <a:p>
            <a:pPr algn="ctr" defTabSz="783092">
              <a:defRPr/>
            </a:pPr>
            <a:endParaRPr lang="zh-CN" altLang="en-US" sz="771" dirty="0">
              <a:solidFill>
                <a:prstClr val="black"/>
              </a:solidFill>
            </a:endParaRPr>
          </a:p>
        </p:txBody>
      </p:sp>
      <p:sp>
        <p:nvSpPr>
          <p:cNvPr id="6" name="矩形 5">
            <a:extLst>
              <a:ext uri="{FF2B5EF4-FFF2-40B4-BE49-F238E27FC236}">
                <a16:creationId xmlns:a16="http://schemas.microsoft.com/office/drawing/2014/main" id="{C94B3F81-A491-4988-BE54-0DF071B3EF0F}"/>
              </a:ext>
            </a:extLst>
          </p:cNvPr>
          <p:cNvSpPr/>
          <p:nvPr/>
        </p:nvSpPr>
        <p:spPr bwMode="auto">
          <a:xfrm>
            <a:off x="1111966" y="4698078"/>
            <a:ext cx="4374984" cy="1602960"/>
          </a:xfrm>
          <a:prstGeom prst="rect">
            <a:avLst/>
          </a:prstGeom>
          <a:solidFill>
            <a:srgbClr val="D0E5FC"/>
          </a:solidFill>
          <a:ln w="3175" cap="flat" cmpd="sng" algn="ctr">
            <a:solidFill>
              <a:schemeClr val="tx1"/>
            </a:solidFill>
            <a:prstDash val="solid"/>
            <a:round/>
            <a:headEnd type="none" w="med" len="med"/>
            <a:tailEnd type="none" w="med" len="med"/>
          </a:ln>
        </p:spPr>
        <p:txBody>
          <a:bodyPr vert="horz" wrap="square" lIns="78307" tIns="39154" rIns="78307" bIns="39154" numCol="1" rtlCol="0" anchor="ctr" anchorCtr="0" compatLnSpc="1"/>
          <a:lstStyle/>
          <a:p>
            <a:pPr algn="ctr" defTabSz="783092">
              <a:defRPr/>
            </a:pPr>
            <a:endParaRPr lang="zh-CN" altLang="en-US" sz="856" dirty="0">
              <a:solidFill>
                <a:prstClr val="black"/>
              </a:solidFill>
            </a:endParaRPr>
          </a:p>
        </p:txBody>
      </p:sp>
      <p:sp>
        <p:nvSpPr>
          <p:cNvPr id="7" name="矩形 6">
            <a:extLst>
              <a:ext uri="{FF2B5EF4-FFF2-40B4-BE49-F238E27FC236}">
                <a16:creationId xmlns:a16="http://schemas.microsoft.com/office/drawing/2014/main" id="{DA284876-1EB2-4F40-8392-0DB14855BBF6}"/>
              </a:ext>
            </a:extLst>
          </p:cNvPr>
          <p:cNvSpPr/>
          <p:nvPr/>
        </p:nvSpPr>
        <p:spPr bwMode="auto">
          <a:xfrm>
            <a:off x="6817969" y="703591"/>
            <a:ext cx="3234802" cy="1391843"/>
          </a:xfrm>
          <a:prstGeom prst="rect">
            <a:avLst/>
          </a:prstGeom>
          <a:solidFill>
            <a:srgbClr val="D0E5FC"/>
          </a:solidFill>
          <a:ln w="3175" cap="flat" cmpd="sng" algn="ctr">
            <a:solidFill>
              <a:schemeClr val="tx1"/>
            </a:solidFill>
            <a:prstDash val="solid"/>
            <a:round/>
            <a:headEnd type="none" w="med" len="med"/>
            <a:tailEnd type="none" w="med" len="med"/>
          </a:ln>
        </p:spPr>
        <p:txBody>
          <a:bodyPr vert="horz" wrap="square" lIns="78307" tIns="39154" rIns="78307" bIns="39154" numCol="1" rtlCol="0" anchor="ctr" anchorCtr="0" compatLnSpc="1"/>
          <a:lstStyle/>
          <a:p>
            <a:pPr algn="ctr" defTabSz="783092">
              <a:defRPr/>
            </a:pPr>
            <a:endParaRPr lang="zh-CN" altLang="en-US" sz="1028" dirty="0">
              <a:solidFill>
                <a:prstClr val="black"/>
              </a:solidFill>
            </a:endParaRPr>
          </a:p>
        </p:txBody>
      </p:sp>
      <p:sp>
        <p:nvSpPr>
          <p:cNvPr id="9" name="矩形 8">
            <a:extLst>
              <a:ext uri="{FF2B5EF4-FFF2-40B4-BE49-F238E27FC236}">
                <a16:creationId xmlns:a16="http://schemas.microsoft.com/office/drawing/2014/main" id="{A2A8F0FD-7972-4FBB-9CBC-2C07AC252683}"/>
              </a:ext>
            </a:extLst>
          </p:cNvPr>
          <p:cNvSpPr/>
          <p:nvPr/>
        </p:nvSpPr>
        <p:spPr bwMode="auto">
          <a:xfrm>
            <a:off x="6308907" y="4694349"/>
            <a:ext cx="4551200" cy="1602960"/>
          </a:xfrm>
          <a:prstGeom prst="rect">
            <a:avLst/>
          </a:prstGeom>
          <a:solidFill>
            <a:srgbClr val="D0E5FC"/>
          </a:solidFill>
          <a:ln w="3175" cap="flat" cmpd="sng" algn="ctr">
            <a:solidFill>
              <a:schemeClr val="tx1"/>
            </a:solidFill>
            <a:prstDash val="solid"/>
            <a:round/>
            <a:headEnd type="none" w="med" len="med"/>
            <a:tailEnd type="none" w="med" len="med"/>
          </a:ln>
        </p:spPr>
        <p:txBody>
          <a:bodyPr vert="horz" wrap="square" lIns="78307" tIns="39154" rIns="78307" bIns="39154" numCol="1" rtlCol="0" anchor="ctr" anchorCtr="0" compatLnSpc="1"/>
          <a:lstStyle/>
          <a:p>
            <a:pPr algn="ctr" defTabSz="783092">
              <a:defRPr/>
            </a:pPr>
            <a:endParaRPr lang="zh-CN" altLang="en-US" sz="942" dirty="0">
              <a:solidFill>
                <a:prstClr val="black"/>
              </a:solidFill>
            </a:endParaRPr>
          </a:p>
        </p:txBody>
      </p:sp>
      <p:sp>
        <p:nvSpPr>
          <p:cNvPr id="18" name="椭圆 17">
            <a:extLst>
              <a:ext uri="{FF2B5EF4-FFF2-40B4-BE49-F238E27FC236}">
                <a16:creationId xmlns:a16="http://schemas.microsoft.com/office/drawing/2014/main" id="{EE9A0B44-E306-41E8-988C-8D11D5AFA7AF}"/>
              </a:ext>
            </a:extLst>
          </p:cNvPr>
          <p:cNvSpPr/>
          <p:nvPr/>
        </p:nvSpPr>
        <p:spPr bwMode="auto">
          <a:xfrm>
            <a:off x="1935665" y="1023204"/>
            <a:ext cx="407129" cy="402775"/>
          </a:xfrm>
          <a:prstGeom prst="ellipse">
            <a:avLst/>
          </a:prstGeom>
          <a:solidFill>
            <a:srgbClr val="4F81BD"/>
          </a:solidFill>
          <a:ln w="9525" cap="flat" cmpd="sng" algn="ctr">
            <a:solidFill>
              <a:sysClr val="windowText" lastClr="000000"/>
            </a:solidFill>
            <a:prstDash val="solid"/>
            <a:round/>
            <a:headEnd type="none" w="med" len="med"/>
            <a:tailEnd type="none" w="med" len="med"/>
          </a:ln>
        </p:spPr>
        <p:txBody>
          <a:bodyPr vert="horz" wrap="square" lIns="78307" tIns="39154" rIns="78307" bIns="39154" numCol="1" rtlCol="0" anchor="ctr" anchorCtr="0" compatLnSpc="1"/>
          <a:lstStyle/>
          <a:p>
            <a:pPr algn="ctr" defTabSz="783092">
              <a:defRPr/>
            </a:pPr>
            <a:r>
              <a:rPr lang="en-US" altLang="zh-CN" sz="428" kern="0" dirty="0">
                <a:solidFill>
                  <a:prstClr val="black"/>
                </a:solidFill>
              </a:rPr>
              <a:t>Wait</a:t>
            </a:r>
            <a:endParaRPr lang="zh-CN" altLang="en-US" sz="428" kern="0" dirty="0">
              <a:solidFill>
                <a:prstClr val="black"/>
              </a:solidFill>
            </a:endParaRPr>
          </a:p>
        </p:txBody>
      </p:sp>
      <p:sp>
        <p:nvSpPr>
          <p:cNvPr id="19" name="椭圆 18">
            <a:extLst>
              <a:ext uri="{FF2B5EF4-FFF2-40B4-BE49-F238E27FC236}">
                <a16:creationId xmlns:a16="http://schemas.microsoft.com/office/drawing/2014/main" id="{70CCB84F-40D6-4A47-877D-471E3B828C0F}"/>
              </a:ext>
            </a:extLst>
          </p:cNvPr>
          <p:cNvSpPr/>
          <p:nvPr/>
        </p:nvSpPr>
        <p:spPr bwMode="auto">
          <a:xfrm>
            <a:off x="2737178" y="1023206"/>
            <a:ext cx="407129" cy="402775"/>
          </a:xfrm>
          <a:prstGeom prst="ellipse">
            <a:avLst/>
          </a:prstGeom>
          <a:solidFill>
            <a:srgbClr val="4F81BD"/>
          </a:solidFill>
          <a:ln w="9525" cap="flat" cmpd="sng" algn="ctr">
            <a:solidFill>
              <a:sysClr val="windowText" lastClr="000000"/>
            </a:solidFill>
            <a:prstDash val="solid"/>
            <a:round/>
            <a:headEnd type="none" w="med" len="med"/>
            <a:tailEnd type="none" w="med" len="med"/>
          </a:ln>
        </p:spPr>
        <p:txBody>
          <a:bodyPr vert="horz" wrap="square" lIns="78307" tIns="39154" rIns="78307" bIns="39154" numCol="1" rtlCol="0" anchor="ctr" anchorCtr="0" compatLnSpc="1"/>
          <a:lstStyle/>
          <a:p>
            <a:pPr algn="ctr" defTabSz="783092">
              <a:defRPr/>
            </a:pPr>
            <a:r>
              <a:rPr lang="en-US" altLang="zh-CN" sz="428" kern="0" dirty="0">
                <a:solidFill>
                  <a:prstClr val="black"/>
                </a:solidFill>
              </a:rPr>
              <a:t>Start</a:t>
            </a:r>
            <a:endParaRPr lang="zh-CN" altLang="en-US" sz="428" kern="0" dirty="0">
              <a:solidFill>
                <a:prstClr val="black"/>
              </a:solidFill>
            </a:endParaRPr>
          </a:p>
        </p:txBody>
      </p:sp>
      <p:sp>
        <p:nvSpPr>
          <p:cNvPr id="20" name="椭圆 19">
            <a:extLst>
              <a:ext uri="{FF2B5EF4-FFF2-40B4-BE49-F238E27FC236}">
                <a16:creationId xmlns:a16="http://schemas.microsoft.com/office/drawing/2014/main" id="{9BEFB030-F13D-42EB-973C-1FD803694126}"/>
              </a:ext>
            </a:extLst>
          </p:cNvPr>
          <p:cNvSpPr/>
          <p:nvPr/>
        </p:nvSpPr>
        <p:spPr bwMode="auto">
          <a:xfrm>
            <a:off x="3583181" y="1023205"/>
            <a:ext cx="407129" cy="402775"/>
          </a:xfrm>
          <a:prstGeom prst="ellipse">
            <a:avLst/>
          </a:prstGeom>
          <a:solidFill>
            <a:srgbClr val="4F81BD"/>
          </a:solidFill>
          <a:ln w="9525" cap="flat" cmpd="sng" algn="ctr">
            <a:solidFill>
              <a:sysClr val="windowText" lastClr="000000"/>
            </a:solidFill>
            <a:prstDash val="solid"/>
            <a:round/>
            <a:headEnd type="none" w="med" len="med"/>
            <a:tailEnd type="none" w="med" len="med"/>
          </a:ln>
        </p:spPr>
        <p:txBody>
          <a:bodyPr vert="horz" wrap="square" lIns="78307" tIns="39154" rIns="78307" bIns="39154" numCol="1" rtlCol="0" anchor="ctr" anchorCtr="0" compatLnSpc="1"/>
          <a:lstStyle/>
          <a:p>
            <a:pPr algn="ctr" defTabSz="783092">
              <a:defRPr/>
            </a:pPr>
            <a:r>
              <a:rPr lang="en-US" altLang="zh-CN" sz="343" kern="0" dirty="0">
                <a:solidFill>
                  <a:prstClr val="black"/>
                </a:solidFill>
              </a:rPr>
              <a:t>Send</a:t>
            </a:r>
            <a:endParaRPr lang="zh-CN" altLang="en-US" sz="343" kern="0" dirty="0">
              <a:solidFill>
                <a:prstClr val="black"/>
              </a:solidFill>
            </a:endParaRPr>
          </a:p>
        </p:txBody>
      </p:sp>
      <p:sp>
        <p:nvSpPr>
          <p:cNvPr id="21" name="椭圆 20">
            <a:extLst>
              <a:ext uri="{FF2B5EF4-FFF2-40B4-BE49-F238E27FC236}">
                <a16:creationId xmlns:a16="http://schemas.microsoft.com/office/drawing/2014/main" id="{5F4384F1-DD16-4951-A7A9-58AE08884DFB}"/>
              </a:ext>
            </a:extLst>
          </p:cNvPr>
          <p:cNvSpPr/>
          <p:nvPr/>
        </p:nvSpPr>
        <p:spPr bwMode="auto">
          <a:xfrm>
            <a:off x="4429184" y="1023206"/>
            <a:ext cx="407129" cy="402775"/>
          </a:xfrm>
          <a:prstGeom prst="ellipse">
            <a:avLst/>
          </a:prstGeom>
          <a:solidFill>
            <a:srgbClr val="4F81BD"/>
          </a:solidFill>
          <a:ln w="9525" cap="flat" cmpd="sng" algn="ctr">
            <a:solidFill>
              <a:sysClr val="windowText" lastClr="000000"/>
            </a:solidFill>
            <a:prstDash val="solid"/>
            <a:round/>
            <a:headEnd type="none" w="med" len="med"/>
            <a:tailEnd type="none" w="med" len="med"/>
          </a:ln>
        </p:spPr>
        <p:txBody>
          <a:bodyPr vert="horz" wrap="square" lIns="78307" tIns="39154" rIns="78307" bIns="39154" numCol="1" rtlCol="0" anchor="ctr" anchorCtr="0" compatLnSpc="1"/>
          <a:lstStyle/>
          <a:p>
            <a:pPr algn="ctr" defTabSz="783092">
              <a:defRPr/>
            </a:pPr>
            <a:r>
              <a:rPr lang="en-US" altLang="zh-CN" sz="514" kern="0" dirty="0">
                <a:solidFill>
                  <a:prstClr val="black"/>
                </a:solidFill>
              </a:rPr>
              <a:t>End</a:t>
            </a:r>
            <a:endParaRPr lang="zh-CN" altLang="en-US" sz="514" kern="0" dirty="0">
              <a:solidFill>
                <a:prstClr val="black"/>
              </a:solidFill>
            </a:endParaRPr>
          </a:p>
        </p:txBody>
      </p:sp>
      <p:cxnSp>
        <p:nvCxnSpPr>
          <p:cNvPr id="27" name="直接箭头连接符 26">
            <a:extLst>
              <a:ext uri="{FF2B5EF4-FFF2-40B4-BE49-F238E27FC236}">
                <a16:creationId xmlns:a16="http://schemas.microsoft.com/office/drawing/2014/main" id="{CA533BF3-B292-4D75-8CD4-836216C83089}"/>
              </a:ext>
            </a:extLst>
          </p:cNvPr>
          <p:cNvCxnSpPr>
            <a:stCxn id="18" idx="6"/>
            <a:endCxn id="19" idx="2"/>
          </p:cNvCxnSpPr>
          <p:nvPr/>
        </p:nvCxnSpPr>
        <p:spPr>
          <a:xfrm>
            <a:off x="2342793" y="1224591"/>
            <a:ext cx="394384" cy="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270FCBB0-BF8C-493C-929A-FF826A2D655C}"/>
              </a:ext>
            </a:extLst>
          </p:cNvPr>
          <p:cNvCxnSpPr>
            <a:stCxn id="19" idx="6"/>
            <a:endCxn id="20" idx="2"/>
          </p:cNvCxnSpPr>
          <p:nvPr/>
        </p:nvCxnSpPr>
        <p:spPr>
          <a:xfrm flipV="1">
            <a:off x="3144307" y="1224593"/>
            <a:ext cx="438873"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BAAEA5E2-B96E-4C83-B525-2647F63BC6C4}"/>
              </a:ext>
            </a:extLst>
          </p:cNvPr>
          <p:cNvCxnSpPr>
            <a:stCxn id="20" idx="6"/>
            <a:endCxn id="21" idx="2"/>
          </p:cNvCxnSpPr>
          <p:nvPr/>
        </p:nvCxnSpPr>
        <p:spPr>
          <a:xfrm>
            <a:off x="3990309" y="1224593"/>
            <a:ext cx="438874"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连接符: 肘形 32">
            <a:extLst>
              <a:ext uri="{FF2B5EF4-FFF2-40B4-BE49-F238E27FC236}">
                <a16:creationId xmlns:a16="http://schemas.microsoft.com/office/drawing/2014/main" id="{26414BC1-03CA-474B-A4C6-8638C7B1005D}"/>
              </a:ext>
            </a:extLst>
          </p:cNvPr>
          <p:cNvCxnSpPr>
            <a:stCxn id="21" idx="4"/>
            <a:endCxn id="18" idx="4"/>
          </p:cNvCxnSpPr>
          <p:nvPr/>
        </p:nvCxnSpPr>
        <p:spPr>
          <a:xfrm rot="5400000" flipH="1">
            <a:off x="3385987" y="179220"/>
            <a:ext cx="2" cy="2493519"/>
          </a:xfrm>
          <a:prstGeom prst="curvedConnector3">
            <a:avLst>
              <a:gd name="adj1" fmla="val -1143000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文本框 36">
            <a:extLst>
              <a:ext uri="{FF2B5EF4-FFF2-40B4-BE49-F238E27FC236}">
                <a16:creationId xmlns:a16="http://schemas.microsoft.com/office/drawing/2014/main" id="{AE670CD9-70D3-4E33-8891-6A7731A7A93C}"/>
              </a:ext>
            </a:extLst>
          </p:cNvPr>
          <p:cNvSpPr txBox="1"/>
          <p:nvPr/>
        </p:nvSpPr>
        <p:spPr>
          <a:xfrm>
            <a:off x="2284236" y="879355"/>
            <a:ext cx="488081" cy="158248"/>
          </a:xfrm>
          <a:prstGeom prst="rect">
            <a:avLst/>
          </a:prstGeom>
          <a:noFill/>
        </p:spPr>
        <p:txBody>
          <a:bodyPr wrap="square" lIns="0" tIns="0" rIns="0" bIns="0" rtlCol="0" anchor="ctr">
            <a:spAutoFit/>
          </a:bodyPr>
          <a:lstStyle/>
          <a:p>
            <a:pPr algn="ctr" defTabSz="783092"/>
            <a:r>
              <a:rPr lang="en-US" altLang="zh-CN" sz="514" i="1" dirty="0">
                <a:solidFill>
                  <a:prstClr val="black"/>
                </a:solidFill>
                <a:latin typeface="Cambria Math" panose="02040503050406030204" pitchFamily="18" charset="0"/>
              </a:rPr>
              <a:t>Produce</a:t>
            </a:r>
          </a:p>
          <a:p>
            <a:pPr algn="ctr" defTabSz="783092"/>
            <a:r>
              <a:rPr lang="en-US" altLang="zh-CN" sz="514" i="1" dirty="0">
                <a:solidFill>
                  <a:prstClr val="black"/>
                </a:solidFill>
                <a:latin typeface="Cambria Math" panose="02040503050406030204" pitchFamily="18" charset="0"/>
              </a:rPr>
              <a:t>(PLA.sin, PLA.cos)</a:t>
            </a:r>
          </a:p>
        </p:txBody>
      </p:sp>
      <p:sp>
        <p:nvSpPr>
          <p:cNvPr id="40" name="椭圆 39">
            <a:extLst>
              <a:ext uri="{FF2B5EF4-FFF2-40B4-BE49-F238E27FC236}">
                <a16:creationId xmlns:a16="http://schemas.microsoft.com/office/drawing/2014/main" id="{ACBEE64C-9072-4C9D-A3C0-2AAF15D1979A}"/>
              </a:ext>
            </a:extLst>
          </p:cNvPr>
          <p:cNvSpPr/>
          <p:nvPr/>
        </p:nvSpPr>
        <p:spPr bwMode="auto">
          <a:xfrm>
            <a:off x="1672189" y="2350400"/>
            <a:ext cx="284695" cy="290897"/>
          </a:xfrm>
          <a:prstGeom prst="ellipse">
            <a:avLst/>
          </a:prstGeom>
          <a:solidFill>
            <a:srgbClr val="4F81BD"/>
          </a:solidFill>
          <a:ln w="9525" cap="flat" cmpd="sng" algn="ctr">
            <a:solidFill>
              <a:sysClr val="windowText" lastClr="000000"/>
            </a:solidFill>
            <a:prstDash val="solid"/>
            <a:round/>
            <a:headEnd type="none" w="med" len="med"/>
            <a:tailEnd type="none" w="med" len="med"/>
          </a:ln>
        </p:spPr>
        <p:txBody>
          <a:bodyPr vert="horz" wrap="square" lIns="78307" tIns="39154" rIns="78307" bIns="39154" numCol="1" rtlCol="0" anchor="ctr" anchorCtr="0" compatLnSpc="1"/>
          <a:lstStyle/>
          <a:p>
            <a:pPr algn="ctr" defTabSz="783092">
              <a:defRPr/>
            </a:pPr>
            <a:endParaRPr lang="zh-CN" altLang="en-US" sz="428" kern="0" dirty="0">
              <a:solidFill>
                <a:prstClr val="black"/>
              </a:solidFill>
            </a:endParaRPr>
          </a:p>
        </p:txBody>
      </p:sp>
      <p:sp>
        <p:nvSpPr>
          <p:cNvPr id="44" name="椭圆 43">
            <a:extLst>
              <a:ext uri="{FF2B5EF4-FFF2-40B4-BE49-F238E27FC236}">
                <a16:creationId xmlns:a16="http://schemas.microsoft.com/office/drawing/2014/main" id="{FA788034-78C9-4264-B823-CE545890B560}"/>
              </a:ext>
            </a:extLst>
          </p:cNvPr>
          <p:cNvSpPr/>
          <p:nvPr/>
        </p:nvSpPr>
        <p:spPr bwMode="auto">
          <a:xfrm>
            <a:off x="1672189" y="2782273"/>
            <a:ext cx="284695" cy="290897"/>
          </a:xfrm>
          <a:prstGeom prst="ellipse">
            <a:avLst/>
          </a:prstGeom>
          <a:solidFill>
            <a:srgbClr val="4F81BD"/>
          </a:solidFill>
          <a:ln w="9525" cap="flat" cmpd="sng" algn="ctr">
            <a:solidFill>
              <a:sysClr val="windowText" lastClr="000000"/>
            </a:solidFill>
            <a:prstDash val="solid"/>
            <a:round/>
            <a:headEnd type="none" w="med" len="med"/>
            <a:tailEnd type="none" w="med" len="med"/>
          </a:ln>
        </p:spPr>
        <p:txBody>
          <a:bodyPr vert="horz" wrap="square" lIns="78307" tIns="39154" rIns="78307" bIns="39154" numCol="1" rtlCol="0" anchor="ctr" anchorCtr="0" compatLnSpc="1"/>
          <a:lstStyle/>
          <a:p>
            <a:pPr algn="ctr" defTabSz="783092">
              <a:defRPr/>
            </a:pPr>
            <a:endParaRPr lang="zh-CN" altLang="en-US" sz="428" kern="0" dirty="0">
              <a:solidFill>
                <a:prstClr val="black"/>
              </a:solidFill>
            </a:endParaRPr>
          </a:p>
        </p:txBody>
      </p:sp>
      <p:sp>
        <p:nvSpPr>
          <p:cNvPr id="45" name="椭圆 44">
            <a:extLst>
              <a:ext uri="{FF2B5EF4-FFF2-40B4-BE49-F238E27FC236}">
                <a16:creationId xmlns:a16="http://schemas.microsoft.com/office/drawing/2014/main" id="{E5B3CE3D-1315-437F-9DAA-A2E964DAE92D}"/>
              </a:ext>
            </a:extLst>
          </p:cNvPr>
          <p:cNvSpPr/>
          <p:nvPr/>
        </p:nvSpPr>
        <p:spPr bwMode="auto">
          <a:xfrm>
            <a:off x="1672189" y="3207773"/>
            <a:ext cx="284695" cy="290897"/>
          </a:xfrm>
          <a:prstGeom prst="ellipse">
            <a:avLst/>
          </a:prstGeom>
          <a:solidFill>
            <a:srgbClr val="4F81BD"/>
          </a:solidFill>
          <a:ln w="9525" cap="flat" cmpd="sng" algn="ctr">
            <a:solidFill>
              <a:sysClr val="windowText" lastClr="000000"/>
            </a:solidFill>
            <a:prstDash val="solid"/>
            <a:round/>
            <a:headEnd type="none" w="med" len="med"/>
            <a:tailEnd type="none" w="med" len="med"/>
          </a:ln>
        </p:spPr>
        <p:txBody>
          <a:bodyPr vert="horz" wrap="square" lIns="78307" tIns="39154" rIns="78307" bIns="39154" numCol="1" rtlCol="0" anchor="ctr" anchorCtr="0" compatLnSpc="1"/>
          <a:lstStyle/>
          <a:p>
            <a:pPr algn="ctr" defTabSz="783092">
              <a:defRPr/>
            </a:pPr>
            <a:endParaRPr lang="zh-CN" altLang="en-US" sz="428" kern="0" dirty="0">
              <a:solidFill>
                <a:prstClr val="black"/>
              </a:solidFill>
            </a:endParaRPr>
          </a:p>
        </p:txBody>
      </p:sp>
      <p:sp>
        <p:nvSpPr>
          <p:cNvPr id="46" name="椭圆 45">
            <a:extLst>
              <a:ext uri="{FF2B5EF4-FFF2-40B4-BE49-F238E27FC236}">
                <a16:creationId xmlns:a16="http://schemas.microsoft.com/office/drawing/2014/main" id="{C8C5B898-9706-40F5-BADA-EAB5481684B4}"/>
              </a:ext>
            </a:extLst>
          </p:cNvPr>
          <p:cNvSpPr/>
          <p:nvPr/>
        </p:nvSpPr>
        <p:spPr bwMode="auto">
          <a:xfrm>
            <a:off x="1416696" y="3645050"/>
            <a:ext cx="284695" cy="290897"/>
          </a:xfrm>
          <a:prstGeom prst="ellipse">
            <a:avLst/>
          </a:prstGeom>
          <a:solidFill>
            <a:srgbClr val="4F81BD"/>
          </a:solidFill>
          <a:ln w="9525" cap="flat" cmpd="sng" algn="ctr">
            <a:solidFill>
              <a:sysClr val="windowText" lastClr="000000"/>
            </a:solidFill>
            <a:prstDash val="solid"/>
            <a:round/>
            <a:headEnd type="none" w="med" len="med"/>
            <a:tailEnd type="none" w="med" len="med"/>
          </a:ln>
        </p:spPr>
        <p:txBody>
          <a:bodyPr vert="horz" wrap="square" lIns="78307" tIns="39154" rIns="78307" bIns="39154" numCol="1" rtlCol="0" anchor="ctr" anchorCtr="0" compatLnSpc="1"/>
          <a:lstStyle/>
          <a:p>
            <a:pPr algn="ctr" defTabSz="783092">
              <a:defRPr/>
            </a:pPr>
            <a:endParaRPr lang="zh-CN" altLang="en-US" sz="428" kern="0" dirty="0">
              <a:solidFill>
                <a:prstClr val="black"/>
              </a:solidFill>
            </a:endParaRPr>
          </a:p>
        </p:txBody>
      </p:sp>
      <p:sp>
        <p:nvSpPr>
          <p:cNvPr id="47" name="椭圆 46">
            <a:extLst>
              <a:ext uri="{FF2B5EF4-FFF2-40B4-BE49-F238E27FC236}">
                <a16:creationId xmlns:a16="http://schemas.microsoft.com/office/drawing/2014/main" id="{A7AB0CBB-3D59-4D38-9074-901308519D4F}"/>
              </a:ext>
            </a:extLst>
          </p:cNvPr>
          <p:cNvSpPr/>
          <p:nvPr/>
        </p:nvSpPr>
        <p:spPr bwMode="auto">
          <a:xfrm>
            <a:off x="1943281" y="3645050"/>
            <a:ext cx="284695" cy="290897"/>
          </a:xfrm>
          <a:prstGeom prst="ellipse">
            <a:avLst/>
          </a:prstGeom>
          <a:solidFill>
            <a:srgbClr val="4F81BD"/>
          </a:solidFill>
          <a:ln w="9525" cap="flat" cmpd="sng" algn="ctr">
            <a:solidFill>
              <a:sysClr val="windowText" lastClr="000000"/>
            </a:solidFill>
            <a:prstDash val="solid"/>
            <a:round/>
            <a:headEnd type="none" w="med" len="med"/>
            <a:tailEnd type="none" w="med" len="med"/>
          </a:ln>
        </p:spPr>
        <p:txBody>
          <a:bodyPr vert="horz" wrap="square" lIns="78307" tIns="39154" rIns="78307" bIns="39154" numCol="1" rtlCol="0" anchor="ctr" anchorCtr="0" compatLnSpc="1"/>
          <a:lstStyle/>
          <a:p>
            <a:pPr algn="ctr" defTabSz="783092">
              <a:defRPr/>
            </a:pPr>
            <a:endParaRPr lang="zh-CN" altLang="en-US" sz="428" kern="0" dirty="0">
              <a:solidFill>
                <a:prstClr val="black"/>
              </a:solidFill>
            </a:endParaRPr>
          </a:p>
        </p:txBody>
      </p:sp>
      <p:sp>
        <p:nvSpPr>
          <p:cNvPr id="48" name="椭圆 47">
            <a:extLst>
              <a:ext uri="{FF2B5EF4-FFF2-40B4-BE49-F238E27FC236}">
                <a16:creationId xmlns:a16="http://schemas.microsoft.com/office/drawing/2014/main" id="{57F5E33B-3BA4-4EC1-BA34-B92C1CE8D24D}"/>
              </a:ext>
            </a:extLst>
          </p:cNvPr>
          <p:cNvSpPr/>
          <p:nvPr/>
        </p:nvSpPr>
        <p:spPr bwMode="auto">
          <a:xfrm>
            <a:off x="1672189" y="4070550"/>
            <a:ext cx="284695" cy="290897"/>
          </a:xfrm>
          <a:prstGeom prst="ellipse">
            <a:avLst/>
          </a:prstGeom>
          <a:solidFill>
            <a:srgbClr val="4F81BD"/>
          </a:solidFill>
          <a:ln w="9525" cap="flat" cmpd="sng" algn="ctr">
            <a:solidFill>
              <a:sysClr val="windowText" lastClr="000000"/>
            </a:solidFill>
            <a:prstDash val="solid"/>
            <a:round/>
            <a:headEnd type="none" w="med" len="med"/>
            <a:tailEnd type="none" w="med" len="med"/>
          </a:ln>
        </p:spPr>
        <p:txBody>
          <a:bodyPr vert="horz" wrap="square" lIns="78307" tIns="39154" rIns="78307" bIns="39154" numCol="1" rtlCol="0" anchor="ctr" anchorCtr="0" compatLnSpc="1"/>
          <a:lstStyle/>
          <a:p>
            <a:pPr algn="ctr" defTabSz="783092">
              <a:defRPr/>
            </a:pPr>
            <a:endParaRPr lang="zh-CN" altLang="en-US" sz="428" kern="0" dirty="0">
              <a:solidFill>
                <a:prstClr val="black"/>
              </a:solidFill>
            </a:endParaRPr>
          </a:p>
        </p:txBody>
      </p:sp>
      <p:cxnSp>
        <p:nvCxnSpPr>
          <p:cNvPr id="50" name="直接箭头连接符 49">
            <a:extLst>
              <a:ext uri="{FF2B5EF4-FFF2-40B4-BE49-F238E27FC236}">
                <a16:creationId xmlns:a16="http://schemas.microsoft.com/office/drawing/2014/main" id="{F5915D81-882E-4C71-BA1B-63767D507B88}"/>
              </a:ext>
            </a:extLst>
          </p:cNvPr>
          <p:cNvCxnSpPr>
            <a:stCxn id="40" idx="4"/>
            <a:endCxn id="44" idx="0"/>
          </p:cNvCxnSpPr>
          <p:nvPr/>
        </p:nvCxnSpPr>
        <p:spPr>
          <a:xfrm>
            <a:off x="1814536" y="2641296"/>
            <a:ext cx="0" cy="1409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直接箭头连接符 51">
            <a:extLst>
              <a:ext uri="{FF2B5EF4-FFF2-40B4-BE49-F238E27FC236}">
                <a16:creationId xmlns:a16="http://schemas.microsoft.com/office/drawing/2014/main" id="{374FF4AF-BE87-4017-97E6-060CA0C8B37E}"/>
              </a:ext>
            </a:extLst>
          </p:cNvPr>
          <p:cNvCxnSpPr>
            <a:stCxn id="44" idx="4"/>
          </p:cNvCxnSpPr>
          <p:nvPr/>
        </p:nvCxnSpPr>
        <p:spPr>
          <a:xfrm>
            <a:off x="1814536" y="3073170"/>
            <a:ext cx="0" cy="1346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直接箭头连接符 53">
            <a:extLst>
              <a:ext uri="{FF2B5EF4-FFF2-40B4-BE49-F238E27FC236}">
                <a16:creationId xmlns:a16="http://schemas.microsoft.com/office/drawing/2014/main" id="{8147FD1C-1EF2-4EFA-8D91-FDE4592AA3E1}"/>
              </a:ext>
            </a:extLst>
          </p:cNvPr>
          <p:cNvCxnSpPr>
            <a:stCxn id="45" idx="3"/>
            <a:endCxn id="46" idx="0"/>
          </p:cNvCxnSpPr>
          <p:nvPr/>
        </p:nvCxnSpPr>
        <p:spPr>
          <a:xfrm flipH="1">
            <a:off x="1559043" y="3456069"/>
            <a:ext cx="154839" cy="1889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直接箭头连接符 55">
            <a:extLst>
              <a:ext uri="{FF2B5EF4-FFF2-40B4-BE49-F238E27FC236}">
                <a16:creationId xmlns:a16="http://schemas.microsoft.com/office/drawing/2014/main" id="{D580F073-4E2B-41A3-9B12-4B076137ED43}"/>
              </a:ext>
            </a:extLst>
          </p:cNvPr>
          <p:cNvCxnSpPr>
            <a:stCxn id="45" idx="5"/>
            <a:endCxn id="47" idx="0"/>
          </p:cNvCxnSpPr>
          <p:nvPr/>
        </p:nvCxnSpPr>
        <p:spPr>
          <a:xfrm>
            <a:off x="1915191" y="3456069"/>
            <a:ext cx="170437" cy="1889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直接箭头连接符 57">
            <a:extLst>
              <a:ext uri="{FF2B5EF4-FFF2-40B4-BE49-F238E27FC236}">
                <a16:creationId xmlns:a16="http://schemas.microsoft.com/office/drawing/2014/main" id="{0B24798F-17D2-4E56-BF52-78F715DA9DB1}"/>
              </a:ext>
            </a:extLst>
          </p:cNvPr>
          <p:cNvCxnSpPr>
            <a:stCxn id="46" idx="4"/>
            <a:endCxn id="48" idx="1"/>
          </p:cNvCxnSpPr>
          <p:nvPr/>
        </p:nvCxnSpPr>
        <p:spPr>
          <a:xfrm>
            <a:off x="1559043" y="3935946"/>
            <a:ext cx="154839" cy="1772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直接箭头连接符 59">
            <a:extLst>
              <a:ext uri="{FF2B5EF4-FFF2-40B4-BE49-F238E27FC236}">
                <a16:creationId xmlns:a16="http://schemas.microsoft.com/office/drawing/2014/main" id="{DEECA95C-E2E1-4020-BD80-BC8F1286BB05}"/>
              </a:ext>
            </a:extLst>
          </p:cNvPr>
          <p:cNvCxnSpPr>
            <a:stCxn id="47" idx="4"/>
            <a:endCxn id="48" idx="7"/>
          </p:cNvCxnSpPr>
          <p:nvPr/>
        </p:nvCxnSpPr>
        <p:spPr>
          <a:xfrm flipH="1">
            <a:off x="1915191" y="3935946"/>
            <a:ext cx="170437" cy="1772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连接符: 肘形 61">
            <a:extLst>
              <a:ext uri="{FF2B5EF4-FFF2-40B4-BE49-F238E27FC236}">
                <a16:creationId xmlns:a16="http://schemas.microsoft.com/office/drawing/2014/main" id="{162E1275-B6A6-4A71-BE68-55C5CEDBC12F}"/>
              </a:ext>
            </a:extLst>
          </p:cNvPr>
          <p:cNvCxnSpPr>
            <a:stCxn id="48" idx="2"/>
            <a:endCxn id="44" idx="2"/>
          </p:cNvCxnSpPr>
          <p:nvPr/>
        </p:nvCxnSpPr>
        <p:spPr>
          <a:xfrm rot="10800000">
            <a:off x="1672188" y="2927721"/>
            <a:ext cx="10876" cy="1288278"/>
          </a:xfrm>
          <a:prstGeom prst="curvedConnector3">
            <a:avLst>
              <a:gd name="adj1" fmla="val 4105039"/>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连接符: 肘形 70">
            <a:extLst>
              <a:ext uri="{FF2B5EF4-FFF2-40B4-BE49-F238E27FC236}">
                <a16:creationId xmlns:a16="http://schemas.microsoft.com/office/drawing/2014/main" id="{3E49BB78-9E9E-4E23-8D67-6FD1F36C0CCA}"/>
              </a:ext>
            </a:extLst>
          </p:cNvPr>
          <p:cNvCxnSpPr>
            <a:endCxn id="44" idx="2"/>
          </p:cNvCxnSpPr>
          <p:nvPr/>
        </p:nvCxnSpPr>
        <p:spPr>
          <a:xfrm rot="5400000" flipH="1" flipV="1">
            <a:off x="1181185" y="3204923"/>
            <a:ext cx="768206" cy="213800"/>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连接符: 肘形 72">
            <a:extLst>
              <a:ext uri="{FF2B5EF4-FFF2-40B4-BE49-F238E27FC236}">
                <a16:creationId xmlns:a16="http://schemas.microsoft.com/office/drawing/2014/main" id="{C8D294C7-392C-42B7-BDCF-B64E3DDFE95D}"/>
              </a:ext>
            </a:extLst>
          </p:cNvPr>
          <p:cNvCxnSpPr>
            <a:stCxn id="45" idx="6"/>
            <a:endCxn id="44" idx="6"/>
          </p:cNvCxnSpPr>
          <p:nvPr/>
        </p:nvCxnSpPr>
        <p:spPr>
          <a:xfrm flipV="1">
            <a:off x="1956883" y="2927721"/>
            <a:ext cx="10876" cy="425500"/>
          </a:xfrm>
          <a:prstGeom prst="curvedConnector3">
            <a:avLst>
              <a:gd name="adj1" fmla="val 66043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连接符: 肘形 77">
            <a:extLst>
              <a:ext uri="{FF2B5EF4-FFF2-40B4-BE49-F238E27FC236}">
                <a16:creationId xmlns:a16="http://schemas.microsoft.com/office/drawing/2014/main" id="{E9726D2B-4099-4F38-85E5-CCDEC0B79769}"/>
              </a:ext>
            </a:extLst>
          </p:cNvPr>
          <p:cNvCxnSpPr>
            <a:stCxn id="47" idx="7"/>
            <a:endCxn id="44" idx="6"/>
          </p:cNvCxnSpPr>
          <p:nvPr/>
        </p:nvCxnSpPr>
        <p:spPr>
          <a:xfrm rot="16200000" flipV="1">
            <a:off x="1691618" y="3192987"/>
            <a:ext cx="759930" cy="229399"/>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79" name="文本框 78">
            <a:extLst>
              <a:ext uri="{FF2B5EF4-FFF2-40B4-BE49-F238E27FC236}">
                <a16:creationId xmlns:a16="http://schemas.microsoft.com/office/drawing/2014/main" id="{6DB2D3A7-9222-4E93-856E-502D8DE948CE}"/>
              </a:ext>
            </a:extLst>
          </p:cNvPr>
          <p:cNvSpPr txBox="1"/>
          <p:nvPr/>
        </p:nvSpPr>
        <p:spPr>
          <a:xfrm>
            <a:off x="1686077" y="2446908"/>
            <a:ext cx="247023" cy="92205"/>
          </a:xfrm>
          <a:prstGeom prst="rect">
            <a:avLst/>
          </a:prstGeom>
          <a:noFill/>
        </p:spPr>
        <p:txBody>
          <a:bodyPr wrap="square" lIns="0" tIns="0" rIns="0" bIns="0" rtlCol="0" anchor="ctr">
            <a:spAutoFit/>
          </a:bodyPr>
          <a:lstStyle/>
          <a:p>
            <a:pPr algn="ctr" defTabSz="783092"/>
            <a:r>
              <a:rPr lang="en-US" altLang="zh-CN" sz="599" i="1" dirty="0">
                <a:solidFill>
                  <a:prstClr val="black"/>
                </a:solidFill>
                <a:latin typeface="Cambria Math" panose="02040503050406030204" pitchFamily="18" charset="0"/>
              </a:rPr>
              <a:t>Start</a:t>
            </a:r>
          </a:p>
        </p:txBody>
      </p:sp>
      <p:sp>
        <p:nvSpPr>
          <p:cNvPr id="80" name="文本框 79">
            <a:extLst>
              <a:ext uri="{FF2B5EF4-FFF2-40B4-BE49-F238E27FC236}">
                <a16:creationId xmlns:a16="http://schemas.microsoft.com/office/drawing/2014/main" id="{12897D7B-C9D8-4CD6-B6AC-04B699116295}"/>
              </a:ext>
            </a:extLst>
          </p:cNvPr>
          <p:cNvSpPr txBox="1"/>
          <p:nvPr/>
        </p:nvSpPr>
        <p:spPr>
          <a:xfrm>
            <a:off x="1685247" y="2880787"/>
            <a:ext cx="247023" cy="92205"/>
          </a:xfrm>
          <a:prstGeom prst="rect">
            <a:avLst/>
          </a:prstGeom>
          <a:noFill/>
        </p:spPr>
        <p:txBody>
          <a:bodyPr wrap="square" lIns="0" tIns="0" rIns="0" bIns="0" rtlCol="0" anchor="ctr">
            <a:spAutoFit/>
          </a:bodyPr>
          <a:lstStyle/>
          <a:p>
            <a:pPr algn="ctr" defTabSz="783092"/>
            <a:r>
              <a:rPr lang="en-US" altLang="zh-CN" sz="599" i="1" dirty="0">
                <a:solidFill>
                  <a:prstClr val="black"/>
                </a:solidFill>
                <a:latin typeface="Cambria Math" panose="02040503050406030204" pitchFamily="18" charset="0"/>
              </a:rPr>
              <a:t>Wait</a:t>
            </a:r>
          </a:p>
        </p:txBody>
      </p:sp>
      <p:sp>
        <p:nvSpPr>
          <p:cNvPr id="81" name="文本框 80">
            <a:extLst>
              <a:ext uri="{FF2B5EF4-FFF2-40B4-BE49-F238E27FC236}">
                <a16:creationId xmlns:a16="http://schemas.microsoft.com/office/drawing/2014/main" id="{7D2F9DB4-486A-4390-890E-760F03AF9634}"/>
              </a:ext>
            </a:extLst>
          </p:cNvPr>
          <p:cNvSpPr txBox="1"/>
          <p:nvPr/>
        </p:nvSpPr>
        <p:spPr>
          <a:xfrm>
            <a:off x="1683260" y="3300081"/>
            <a:ext cx="247023" cy="92205"/>
          </a:xfrm>
          <a:prstGeom prst="rect">
            <a:avLst/>
          </a:prstGeom>
          <a:noFill/>
        </p:spPr>
        <p:txBody>
          <a:bodyPr wrap="square" lIns="0" tIns="0" rIns="0" bIns="0" rtlCol="0" anchor="ctr">
            <a:spAutoFit/>
          </a:bodyPr>
          <a:lstStyle/>
          <a:p>
            <a:pPr algn="ctr" defTabSz="783092"/>
            <a:r>
              <a:rPr lang="en-US" altLang="zh-CN" sz="599" i="1" dirty="0">
                <a:solidFill>
                  <a:prstClr val="black"/>
                </a:solidFill>
                <a:latin typeface="Cambria Math" panose="02040503050406030204" pitchFamily="18" charset="0"/>
              </a:rPr>
              <a:t>Exec</a:t>
            </a:r>
          </a:p>
        </p:txBody>
      </p:sp>
      <p:sp>
        <p:nvSpPr>
          <p:cNvPr id="82" name="文本框 81">
            <a:extLst>
              <a:ext uri="{FF2B5EF4-FFF2-40B4-BE49-F238E27FC236}">
                <a16:creationId xmlns:a16="http://schemas.microsoft.com/office/drawing/2014/main" id="{3A982BAA-B3F2-41B5-963E-CF80CD6EE900}"/>
              </a:ext>
            </a:extLst>
          </p:cNvPr>
          <p:cNvSpPr txBox="1"/>
          <p:nvPr/>
        </p:nvSpPr>
        <p:spPr>
          <a:xfrm>
            <a:off x="1420931" y="3744885"/>
            <a:ext cx="247023" cy="92205"/>
          </a:xfrm>
          <a:prstGeom prst="rect">
            <a:avLst/>
          </a:prstGeom>
          <a:noFill/>
        </p:spPr>
        <p:txBody>
          <a:bodyPr wrap="square" lIns="0" tIns="0" rIns="0" bIns="0" rtlCol="0" anchor="ctr">
            <a:spAutoFit/>
          </a:bodyPr>
          <a:lstStyle/>
          <a:p>
            <a:pPr algn="ctr" defTabSz="783092"/>
            <a:r>
              <a:rPr lang="en-US" altLang="zh-CN" sz="599" i="1" dirty="0">
                <a:solidFill>
                  <a:prstClr val="black"/>
                </a:solidFill>
                <a:latin typeface="Cambria Math" panose="02040503050406030204" pitchFamily="18" charset="0"/>
              </a:rPr>
              <a:t>S1</a:t>
            </a:r>
          </a:p>
        </p:txBody>
      </p:sp>
      <p:sp>
        <p:nvSpPr>
          <p:cNvPr id="84" name="文本框 83">
            <a:extLst>
              <a:ext uri="{FF2B5EF4-FFF2-40B4-BE49-F238E27FC236}">
                <a16:creationId xmlns:a16="http://schemas.microsoft.com/office/drawing/2014/main" id="{6DC0CD56-5746-4267-B529-5EF9F45BB838}"/>
              </a:ext>
            </a:extLst>
          </p:cNvPr>
          <p:cNvSpPr txBox="1"/>
          <p:nvPr/>
        </p:nvSpPr>
        <p:spPr>
          <a:xfrm>
            <a:off x="1959304" y="3747921"/>
            <a:ext cx="247023" cy="92205"/>
          </a:xfrm>
          <a:prstGeom prst="rect">
            <a:avLst/>
          </a:prstGeom>
          <a:noFill/>
        </p:spPr>
        <p:txBody>
          <a:bodyPr wrap="square" lIns="0" tIns="0" rIns="0" bIns="0" rtlCol="0" anchor="ctr">
            <a:spAutoFit/>
          </a:bodyPr>
          <a:lstStyle/>
          <a:p>
            <a:pPr algn="ctr" defTabSz="783092"/>
            <a:r>
              <a:rPr lang="en-US" altLang="zh-CN" sz="599" i="1" dirty="0">
                <a:solidFill>
                  <a:prstClr val="black"/>
                </a:solidFill>
                <a:latin typeface="Cambria Math" panose="02040503050406030204" pitchFamily="18" charset="0"/>
              </a:rPr>
              <a:t>S2</a:t>
            </a:r>
          </a:p>
        </p:txBody>
      </p:sp>
      <p:sp>
        <p:nvSpPr>
          <p:cNvPr id="85" name="文本框 84">
            <a:extLst>
              <a:ext uri="{FF2B5EF4-FFF2-40B4-BE49-F238E27FC236}">
                <a16:creationId xmlns:a16="http://schemas.microsoft.com/office/drawing/2014/main" id="{B7430A5C-5C16-47DF-82DA-3BB73B3A7698}"/>
              </a:ext>
            </a:extLst>
          </p:cNvPr>
          <p:cNvSpPr txBox="1"/>
          <p:nvPr/>
        </p:nvSpPr>
        <p:spPr>
          <a:xfrm>
            <a:off x="1683260" y="4173547"/>
            <a:ext cx="247023" cy="92205"/>
          </a:xfrm>
          <a:prstGeom prst="rect">
            <a:avLst/>
          </a:prstGeom>
          <a:noFill/>
        </p:spPr>
        <p:txBody>
          <a:bodyPr wrap="square" lIns="0" tIns="0" rIns="0" bIns="0" rtlCol="0" anchor="ctr">
            <a:spAutoFit/>
          </a:bodyPr>
          <a:lstStyle/>
          <a:p>
            <a:pPr algn="ctr" defTabSz="783092"/>
            <a:r>
              <a:rPr lang="en-US" altLang="zh-CN" sz="599" i="1" dirty="0">
                <a:solidFill>
                  <a:prstClr val="black"/>
                </a:solidFill>
                <a:latin typeface="Cambria Math" panose="02040503050406030204" pitchFamily="18" charset="0"/>
              </a:rPr>
              <a:t>End</a:t>
            </a:r>
          </a:p>
        </p:txBody>
      </p:sp>
      <p:sp>
        <p:nvSpPr>
          <p:cNvPr id="86" name="文本框 85">
            <a:extLst>
              <a:ext uri="{FF2B5EF4-FFF2-40B4-BE49-F238E27FC236}">
                <a16:creationId xmlns:a16="http://schemas.microsoft.com/office/drawing/2014/main" id="{C2D658EE-ACF1-4B02-9933-03B9907BBFBA}"/>
              </a:ext>
            </a:extLst>
          </p:cNvPr>
          <p:cNvSpPr txBox="1"/>
          <p:nvPr/>
        </p:nvSpPr>
        <p:spPr>
          <a:xfrm>
            <a:off x="1333775" y="2640404"/>
            <a:ext cx="445241" cy="105413"/>
          </a:xfrm>
          <a:prstGeom prst="rect">
            <a:avLst/>
          </a:prstGeom>
          <a:noFill/>
        </p:spPr>
        <p:txBody>
          <a:bodyPr wrap="square" lIns="0" tIns="0" rIns="0" bIns="0" rtlCol="0">
            <a:spAutoFit/>
          </a:bodyPr>
          <a:lstStyle/>
          <a:p>
            <a:pPr defTabSz="783092"/>
            <a:r>
              <a:rPr lang="en-US" altLang="zh-CN" sz="685" i="1" dirty="0">
                <a:solidFill>
                  <a:prstClr val="black"/>
                </a:solidFill>
                <a:latin typeface="Cambria Math" panose="02040503050406030204" pitchFamily="18" charset="0"/>
              </a:rPr>
              <a:t>p:=0; q:=0</a:t>
            </a:r>
            <a:endParaRPr lang="zh-CN" altLang="en-US" sz="685" i="1" dirty="0">
              <a:solidFill>
                <a:prstClr val="black"/>
              </a:solidFill>
              <a:latin typeface="Cambria Math" panose="02040503050406030204" pitchFamily="18" charset="0"/>
            </a:endParaRPr>
          </a:p>
        </p:txBody>
      </p:sp>
      <p:sp>
        <p:nvSpPr>
          <p:cNvPr id="87" name="文本框 86">
            <a:extLst>
              <a:ext uri="{FF2B5EF4-FFF2-40B4-BE49-F238E27FC236}">
                <a16:creationId xmlns:a16="http://schemas.microsoft.com/office/drawing/2014/main" id="{73D6E00E-D92E-45BE-8542-1702E6E55C18}"/>
              </a:ext>
            </a:extLst>
          </p:cNvPr>
          <p:cNvSpPr txBox="1"/>
          <p:nvPr/>
        </p:nvSpPr>
        <p:spPr>
          <a:xfrm>
            <a:off x="1546998" y="3062522"/>
            <a:ext cx="524530" cy="131703"/>
          </a:xfrm>
          <a:prstGeom prst="rect">
            <a:avLst/>
          </a:prstGeom>
          <a:noFill/>
        </p:spPr>
        <p:txBody>
          <a:bodyPr wrap="square" lIns="0" tIns="0" rIns="0" bIns="0" rtlCol="0">
            <a:spAutoFit/>
          </a:bodyPr>
          <a:lstStyle/>
          <a:p>
            <a:pPr algn="ctr" defTabSz="783092"/>
            <a:r>
              <a:rPr lang="en-US" altLang="zh-CN" sz="428" i="1" dirty="0">
                <a:solidFill>
                  <a:prstClr val="black"/>
                </a:solidFill>
                <a:latin typeface="Cambria Math" panose="02040503050406030204" pitchFamily="18" charset="0"/>
              </a:rPr>
              <a:t>receiveBIT</a:t>
            </a:r>
          </a:p>
          <a:p>
            <a:pPr algn="ctr" defTabSz="783092"/>
            <a:r>
              <a:rPr lang="en-US" altLang="zh-CN" sz="428" i="1" dirty="0">
                <a:solidFill>
                  <a:prstClr val="black"/>
                </a:solidFill>
                <a:latin typeface="Cambria Math" panose="02040503050406030204" pitchFamily="18" charset="0"/>
              </a:rPr>
              <a:t>(PLA.sin, PLA.cos)</a:t>
            </a:r>
            <a:endParaRPr lang="zh-CN" altLang="en-US" sz="428" i="1" dirty="0">
              <a:solidFill>
                <a:prstClr val="black"/>
              </a:solidFill>
              <a:latin typeface="Cambria Math" panose="02040503050406030204" pitchFamily="18" charset="0"/>
            </a:endParaRPr>
          </a:p>
        </p:txBody>
      </p:sp>
      <p:sp>
        <p:nvSpPr>
          <p:cNvPr id="88" name="椭圆 87">
            <a:extLst>
              <a:ext uri="{FF2B5EF4-FFF2-40B4-BE49-F238E27FC236}">
                <a16:creationId xmlns:a16="http://schemas.microsoft.com/office/drawing/2014/main" id="{52CBA0EB-A4D3-4DB1-82CE-B6C438387295}"/>
              </a:ext>
            </a:extLst>
          </p:cNvPr>
          <p:cNvSpPr/>
          <p:nvPr/>
        </p:nvSpPr>
        <p:spPr bwMode="auto">
          <a:xfrm>
            <a:off x="1480070" y="3372939"/>
            <a:ext cx="170436" cy="187117"/>
          </a:xfrm>
          <a:prstGeom prst="ellipse">
            <a:avLst/>
          </a:prstGeom>
          <a:noFill/>
          <a:ln w="9525" cap="flat" cmpd="sng" algn="ctr">
            <a:noFill/>
            <a:prstDash val="solid"/>
            <a:round/>
            <a:headEnd type="none" w="med" len="med"/>
            <a:tailEnd type="none" w="med" len="med"/>
          </a:ln>
        </p:spPr>
        <p:txBody>
          <a:bodyPr vert="horz" wrap="square" lIns="78307" tIns="39154" rIns="78307" bIns="39154" numCol="1" rtlCol="0" anchor="t" anchorCtr="0" compatLnSpc="1"/>
          <a:lstStyle/>
          <a:p>
            <a:pPr defTabSz="783092"/>
            <a:r>
              <a:rPr lang="zh-CN" altLang="en-US" sz="599" dirty="0">
                <a:solidFill>
                  <a:prstClr val="black"/>
                </a:solidFill>
              </a:rPr>
              <a:t>①</a:t>
            </a:r>
          </a:p>
        </p:txBody>
      </p:sp>
      <p:sp>
        <p:nvSpPr>
          <p:cNvPr id="89" name="椭圆 88">
            <a:extLst>
              <a:ext uri="{FF2B5EF4-FFF2-40B4-BE49-F238E27FC236}">
                <a16:creationId xmlns:a16="http://schemas.microsoft.com/office/drawing/2014/main" id="{5165C9B8-AE65-41AE-B2DE-FFA04E1954A6}"/>
              </a:ext>
            </a:extLst>
          </p:cNvPr>
          <p:cNvSpPr/>
          <p:nvPr/>
        </p:nvSpPr>
        <p:spPr bwMode="auto">
          <a:xfrm>
            <a:off x="1915191" y="3378357"/>
            <a:ext cx="170436" cy="187117"/>
          </a:xfrm>
          <a:prstGeom prst="ellipse">
            <a:avLst/>
          </a:prstGeom>
          <a:noFill/>
          <a:ln w="9525" cap="flat" cmpd="sng" algn="ctr">
            <a:noFill/>
            <a:prstDash val="solid"/>
            <a:round/>
            <a:headEnd type="none" w="med" len="med"/>
            <a:tailEnd type="none" w="med" len="med"/>
          </a:ln>
        </p:spPr>
        <p:txBody>
          <a:bodyPr vert="horz" wrap="square" lIns="78307" tIns="39154" rIns="78307" bIns="39154" numCol="1" rtlCol="0" anchor="t" anchorCtr="0" compatLnSpc="1"/>
          <a:lstStyle/>
          <a:p>
            <a:pPr defTabSz="783092"/>
            <a:r>
              <a:rPr lang="zh-CN" altLang="en-US" sz="599" dirty="0">
                <a:solidFill>
                  <a:prstClr val="black"/>
                </a:solidFill>
              </a:rPr>
              <a:t>②</a:t>
            </a:r>
          </a:p>
        </p:txBody>
      </p:sp>
      <p:sp>
        <p:nvSpPr>
          <p:cNvPr id="90" name="椭圆 89">
            <a:extLst>
              <a:ext uri="{FF2B5EF4-FFF2-40B4-BE49-F238E27FC236}">
                <a16:creationId xmlns:a16="http://schemas.microsoft.com/office/drawing/2014/main" id="{CF87C64E-9D04-4F17-BBAE-3E74BF0C7EB0}"/>
              </a:ext>
            </a:extLst>
          </p:cNvPr>
          <p:cNvSpPr/>
          <p:nvPr/>
        </p:nvSpPr>
        <p:spPr bwMode="auto">
          <a:xfrm>
            <a:off x="1857621" y="3109109"/>
            <a:ext cx="170436" cy="187117"/>
          </a:xfrm>
          <a:prstGeom prst="ellipse">
            <a:avLst/>
          </a:prstGeom>
          <a:noFill/>
          <a:ln w="9525" cap="flat" cmpd="sng" algn="ctr">
            <a:noFill/>
            <a:prstDash val="solid"/>
            <a:round/>
            <a:headEnd type="none" w="med" len="med"/>
            <a:tailEnd type="none" w="med" len="med"/>
          </a:ln>
        </p:spPr>
        <p:txBody>
          <a:bodyPr vert="horz" wrap="square" lIns="78307" tIns="39154" rIns="78307" bIns="39154" numCol="1" rtlCol="0" anchor="t" anchorCtr="0" compatLnSpc="1"/>
          <a:lstStyle/>
          <a:p>
            <a:pPr defTabSz="783092"/>
            <a:r>
              <a:rPr lang="zh-CN" altLang="en-US" sz="599" dirty="0">
                <a:solidFill>
                  <a:prstClr val="black"/>
                </a:solidFill>
              </a:rPr>
              <a:t>③</a:t>
            </a:r>
          </a:p>
        </p:txBody>
      </p:sp>
      <p:sp>
        <p:nvSpPr>
          <p:cNvPr id="91" name="椭圆 90">
            <a:extLst>
              <a:ext uri="{FF2B5EF4-FFF2-40B4-BE49-F238E27FC236}">
                <a16:creationId xmlns:a16="http://schemas.microsoft.com/office/drawing/2014/main" id="{BAFA66F9-EEA6-4709-95A5-EF20D98E441E}"/>
              </a:ext>
            </a:extLst>
          </p:cNvPr>
          <p:cNvSpPr/>
          <p:nvPr/>
        </p:nvSpPr>
        <p:spPr bwMode="auto">
          <a:xfrm>
            <a:off x="1541630" y="3866658"/>
            <a:ext cx="170436" cy="187117"/>
          </a:xfrm>
          <a:prstGeom prst="ellipse">
            <a:avLst/>
          </a:prstGeom>
          <a:noFill/>
          <a:ln w="9525" cap="flat" cmpd="sng" algn="ctr">
            <a:noFill/>
            <a:prstDash val="solid"/>
            <a:round/>
            <a:headEnd type="none" w="med" len="med"/>
            <a:tailEnd type="none" w="med" len="med"/>
          </a:ln>
        </p:spPr>
        <p:txBody>
          <a:bodyPr vert="horz" wrap="square" lIns="78307" tIns="39154" rIns="78307" bIns="39154" numCol="1" rtlCol="0" anchor="t" anchorCtr="0" compatLnSpc="1"/>
          <a:lstStyle/>
          <a:p>
            <a:pPr defTabSz="783092"/>
            <a:r>
              <a:rPr lang="zh-CN" altLang="en-US" sz="599" dirty="0">
                <a:solidFill>
                  <a:prstClr val="black"/>
                </a:solidFill>
              </a:rPr>
              <a:t>④</a:t>
            </a:r>
          </a:p>
        </p:txBody>
      </p:sp>
      <p:sp>
        <p:nvSpPr>
          <p:cNvPr id="92" name="椭圆 91">
            <a:extLst>
              <a:ext uri="{FF2B5EF4-FFF2-40B4-BE49-F238E27FC236}">
                <a16:creationId xmlns:a16="http://schemas.microsoft.com/office/drawing/2014/main" id="{EBA48E1F-F2A6-4BA7-9B76-3C94BA8C2776}"/>
              </a:ext>
            </a:extLst>
          </p:cNvPr>
          <p:cNvSpPr/>
          <p:nvPr/>
        </p:nvSpPr>
        <p:spPr bwMode="auto">
          <a:xfrm>
            <a:off x="1845570" y="3860567"/>
            <a:ext cx="170436" cy="187117"/>
          </a:xfrm>
          <a:prstGeom prst="ellipse">
            <a:avLst/>
          </a:prstGeom>
          <a:noFill/>
          <a:ln w="9525" cap="flat" cmpd="sng" algn="ctr">
            <a:noFill/>
            <a:prstDash val="solid"/>
            <a:round/>
            <a:headEnd type="none" w="med" len="med"/>
            <a:tailEnd type="none" w="med" len="med"/>
          </a:ln>
        </p:spPr>
        <p:txBody>
          <a:bodyPr vert="horz" wrap="square" lIns="78307" tIns="39154" rIns="78307" bIns="39154" numCol="1" rtlCol="0" anchor="t" anchorCtr="0" compatLnSpc="1"/>
          <a:lstStyle/>
          <a:p>
            <a:pPr defTabSz="783092"/>
            <a:r>
              <a:rPr lang="zh-CN" altLang="en-US" sz="599" dirty="0">
                <a:solidFill>
                  <a:prstClr val="black"/>
                </a:solidFill>
              </a:rPr>
              <a:t>⑤</a:t>
            </a:r>
          </a:p>
        </p:txBody>
      </p:sp>
      <p:sp>
        <p:nvSpPr>
          <p:cNvPr id="93" name="椭圆 92">
            <a:extLst>
              <a:ext uri="{FF2B5EF4-FFF2-40B4-BE49-F238E27FC236}">
                <a16:creationId xmlns:a16="http://schemas.microsoft.com/office/drawing/2014/main" id="{82764F4C-6C27-43E2-9A46-58C79235D258}"/>
              </a:ext>
            </a:extLst>
          </p:cNvPr>
          <p:cNvSpPr/>
          <p:nvPr/>
        </p:nvSpPr>
        <p:spPr bwMode="auto">
          <a:xfrm>
            <a:off x="1326036" y="3189139"/>
            <a:ext cx="170436" cy="187117"/>
          </a:xfrm>
          <a:prstGeom prst="ellipse">
            <a:avLst/>
          </a:prstGeom>
          <a:noFill/>
          <a:ln w="9525" cap="flat" cmpd="sng" algn="ctr">
            <a:noFill/>
            <a:prstDash val="solid"/>
            <a:round/>
            <a:headEnd type="none" w="med" len="med"/>
            <a:tailEnd type="none" w="med" len="med"/>
          </a:ln>
        </p:spPr>
        <p:txBody>
          <a:bodyPr vert="horz" wrap="square" lIns="78307" tIns="39154" rIns="78307" bIns="39154" numCol="1" rtlCol="0" anchor="t" anchorCtr="0" compatLnSpc="1"/>
          <a:lstStyle/>
          <a:p>
            <a:pPr defTabSz="783092"/>
            <a:r>
              <a:rPr lang="zh-CN" altLang="en-US" sz="599" dirty="0">
                <a:solidFill>
                  <a:prstClr val="black"/>
                </a:solidFill>
              </a:rPr>
              <a:t>⑥</a:t>
            </a:r>
          </a:p>
        </p:txBody>
      </p:sp>
      <p:sp>
        <p:nvSpPr>
          <p:cNvPr id="94" name="椭圆 93">
            <a:extLst>
              <a:ext uri="{FF2B5EF4-FFF2-40B4-BE49-F238E27FC236}">
                <a16:creationId xmlns:a16="http://schemas.microsoft.com/office/drawing/2014/main" id="{F584A38B-0A1E-4DF2-9D51-C012790EAB61}"/>
              </a:ext>
            </a:extLst>
          </p:cNvPr>
          <p:cNvSpPr/>
          <p:nvPr/>
        </p:nvSpPr>
        <p:spPr bwMode="auto">
          <a:xfrm>
            <a:off x="2082963" y="3202668"/>
            <a:ext cx="170436" cy="187117"/>
          </a:xfrm>
          <a:prstGeom prst="ellipse">
            <a:avLst/>
          </a:prstGeom>
          <a:noFill/>
          <a:ln w="9525" cap="flat" cmpd="sng" algn="ctr">
            <a:noFill/>
            <a:prstDash val="solid"/>
            <a:round/>
            <a:headEnd type="none" w="med" len="med"/>
            <a:tailEnd type="none" w="med" len="med"/>
          </a:ln>
        </p:spPr>
        <p:txBody>
          <a:bodyPr vert="horz" wrap="square" lIns="78307" tIns="39154" rIns="78307" bIns="39154" numCol="1" rtlCol="0" anchor="t" anchorCtr="0" compatLnSpc="1"/>
          <a:lstStyle/>
          <a:p>
            <a:pPr defTabSz="783092"/>
            <a:r>
              <a:rPr lang="zh-CN" altLang="en-US" sz="599" dirty="0">
                <a:solidFill>
                  <a:prstClr val="black"/>
                </a:solidFill>
              </a:rPr>
              <a:t>⑦</a:t>
            </a:r>
          </a:p>
        </p:txBody>
      </p:sp>
      <p:sp>
        <p:nvSpPr>
          <p:cNvPr id="96" name="文本框 95">
            <a:extLst>
              <a:ext uri="{FF2B5EF4-FFF2-40B4-BE49-F238E27FC236}">
                <a16:creationId xmlns:a16="http://schemas.microsoft.com/office/drawing/2014/main" id="{BFAD5001-09BF-423F-A532-3DDA5E634037}"/>
              </a:ext>
            </a:extLst>
          </p:cNvPr>
          <p:cNvSpPr txBox="1"/>
          <p:nvPr/>
        </p:nvSpPr>
        <p:spPr>
          <a:xfrm>
            <a:off x="1067200" y="3005418"/>
            <a:ext cx="397603" cy="131703"/>
          </a:xfrm>
          <a:prstGeom prst="rect">
            <a:avLst/>
          </a:prstGeom>
          <a:noFill/>
        </p:spPr>
        <p:txBody>
          <a:bodyPr wrap="square" lIns="0" tIns="0" rIns="0" bIns="0" rtlCol="0">
            <a:spAutoFit/>
          </a:bodyPr>
          <a:lstStyle/>
          <a:p>
            <a:pPr algn="ctr" defTabSz="783092"/>
            <a:r>
              <a:rPr lang="en-US" altLang="zh-CN" sz="428" i="1" dirty="0">
                <a:solidFill>
                  <a:prstClr val="black"/>
                </a:solidFill>
                <a:latin typeface="Cambria Math" panose="02040503050406030204" pitchFamily="18" charset="0"/>
              </a:rPr>
              <a:t>sendBIT</a:t>
            </a:r>
          </a:p>
          <a:p>
            <a:pPr algn="ctr" defTabSz="783092"/>
            <a:r>
              <a:rPr lang="en-US" altLang="zh-CN" sz="428" i="1" dirty="0">
                <a:solidFill>
                  <a:prstClr val="black"/>
                </a:solidFill>
                <a:latin typeface="Cambria Math" panose="02040503050406030204" pitchFamily="18" charset="0"/>
              </a:rPr>
              <a:t>(PLA.Signal_enc)</a:t>
            </a:r>
            <a:endParaRPr lang="zh-CN" altLang="en-US" sz="428" i="1" dirty="0">
              <a:solidFill>
                <a:prstClr val="black"/>
              </a:solidFill>
              <a:latin typeface="Cambria Math" panose="02040503050406030204" pitchFamily="18" charset="0"/>
            </a:endParaRPr>
          </a:p>
        </p:txBody>
      </p:sp>
      <p:sp>
        <p:nvSpPr>
          <p:cNvPr id="97" name="文本框 96">
            <a:extLst>
              <a:ext uri="{FF2B5EF4-FFF2-40B4-BE49-F238E27FC236}">
                <a16:creationId xmlns:a16="http://schemas.microsoft.com/office/drawing/2014/main" id="{9C41F444-D4F6-4FD1-BF15-D72ED99C9448}"/>
              </a:ext>
            </a:extLst>
          </p:cNvPr>
          <p:cNvSpPr txBox="1"/>
          <p:nvPr/>
        </p:nvSpPr>
        <p:spPr>
          <a:xfrm>
            <a:off x="3103447" y="879355"/>
            <a:ext cx="488081" cy="158248"/>
          </a:xfrm>
          <a:prstGeom prst="rect">
            <a:avLst/>
          </a:prstGeom>
          <a:noFill/>
        </p:spPr>
        <p:txBody>
          <a:bodyPr wrap="square" lIns="0" tIns="0" rIns="0" bIns="0" rtlCol="0" anchor="ctr">
            <a:spAutoFit/>
          </a:bodyPr>
          <a:lstStyle/>
          <a:p>
            <a:pPr algn="ctr" defTabSz="783092"/>
            <a:r>
              <a:rPr lang="en-US" altLang="zh-CN" sz="514" i="1" dirty="0">
                <a:solidFill>
                  <a:prstClr val="black"/>
                </a:solidFill>
                <a:latin typeface="Cambria Math" panose="02040503050406030204" pitchFamily="18" charset="0"/>
              </a:rPr>
              <a:t>SendBIT</a:t>
            </a:r>
          </a:p>
          <a:p>
            <a:pPr algn="ctr" defTabSz="783092"/>
            <a:r>
              <a:rPr lang="en-US" altLang="zh-CN" sz="514" i="1" dirty="0">
                <a:solidFill>
                  <a:prstClr val="black"/>
                </a:solidFill>
                <a:latin typeface="Cambria Math" panose="02040503050406030204" pitchFamily="18" charset="0"/>
              </a:rPr>
              <a:t>(PLA.sin, PLA.cos)</a:t>
            </a:r>
          </a:p>
        </p:txBody>
      </p:sp>
      <p:sp>
        <p:nvSpPr>
          <p:cNvPr id="98" name="文本框 97">
            <a:extLst>
              <a:ext uri="{FF2B5EF4-FFF2-40B4-BE49-F238E27FC236}">
                <a16:creationId xmlns:a16="http://schemas.microsoft.com/office/drawing/2014/main" id="{AB08B5FC-1722-4C26-915D-57357D9420DF}"/>
              </a:ext>
            </a:extLst>
          </p:cNvPr>
          <p:cNvSpPr txBox="1"/>
          <p:nvPr/>
        </p:nvSpPr>
        <p:spPr>
          <a:xfrm>
            <a:off x="3990310" y="879444"/>
            <a:ext cx="488081" cy="158248"/>
          </a:xfrm>
          <a:prstGeom prst="rect">
            <a:avLst/>
          </a:prstGeom>
          <a:noFill/>
        </p:spPr>
        <p:txBody>
          <a:bodyPr wrap="square" lIns="0" tIns="0" rIns="0" bIns="0" rtlCol="0" anchor="ctr">
            <a:spAutoFit/>
          </a:bodyPr>
          <a:lstStyle/>
          <a:p>
            <a:pPr algn="ctr" defTabSz="783092"/>
            <a:r>
              <a:rPr lang="en-US" altLang="zh-CN" sz="514" i="1" dirty="0">
                <a:solidFill>
                  <a:prstClr val="black"/>
                </a:solidFill>
                <a:latin typeface="Cambria Math" panose="02040503050406030204" pitchFamily="18" charset="0"/>
              </a:rPr>
              <a:t>SendMean</a:t>
            </a:r>
          </a:p>
          <a:p>
            <a:pPr algn="ctr" defTabSz="783092"/>
            <a:r>
              <a:rPr lang="en-US" altLang="zh-CN" sz="514" i="1" dirty="0">
                <a:solidFill>
                  <a:prstClr val="black"/>
                </a:solidFill>
                <a:latin typeface="Cambria Math" panose="02040503050406030204" pitchFamily="18" charset="0"/>
              </a:rPr>
              <a:t>(PLA.sin, PLA.cos)</a:t>
            </a:r>
          </a:p>
        </p:txBody>
      </p:sp>
      <p:cxnSp>
        <p:nvCxnSpPr>
          <p:cNvPr id="100" name="连接符: 肘形 99">
            <a:extLst>
              <a:ext uri="{FF2B5EF4-FFF2-40B4-BE49-F238E27FC236}">
                <a16:creationId xmlns:a16="http://schemas.microsoft.com/office/drawing/2014/main" id="{1C3477F5-145F-4FC9-9F2F-E641A4689A4D}"/>
              </a:ext>
            </a:extLst>
          </p:cNvPr>
          <p:cNvCxnSpPr>
            <a:stCxn id="4" idx="2"/>
            <a:endCxn id="5" idx="0"/>
          </p:cNvCxnSpPr>
          <p:nvPr/>
        </p:nvCxnSpPr>
        <p:spPr>
          <a:xfrm rot="5400000">
            <a:off x="2401787" y="1386004"/>
            <a:ext cx="201386" cy="162376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2" name="直接箭头连接符 101">
            <a:extLst>
              <a:ext uri="{FF2B5EF4-FFF2-40B4-BE49-F238E27FC236}">
                <a16:creationId xmlns:a16="http://schemas.microsoft.com/office/drawing/2014/main" id="{A1793017-BEEE-4B63-A7AD-E773C7DF04F5}"/>
              </a:ext>
            </a:extLst>
          </p:cNvPr>
          <p:cNvCxnSpPr>
            <a:cxnSpLocks/>
          </p:cNvCxnSpPr>
          <p:nvPr/>
        </p:nvCxnSpPr>
        <p:spPr>
          <a:xfrm>
            <a:off x="3313744" y="2197884"/>
            <a:ext cx="0" cy="1006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4" name="矩形 103">
            <a:extLst>
              <a:ext uri="{FF2B5EF4-FFF2-40B4-BE49-F238E27FC236}">
                <a16:creationId xmlns:a16="http://schemas.microsoft.com/office/drawing/2014/main" id="{461EDC0D-6AFD-4490-9FD1-2F4A6382E5D7}"/>
              </a:ext>
            </a:extLst>
          </p:cNvPr>
          <p:cNvSpPr/>
          <p:nvPr/>
        </p:nvSpPr>
        <p:spPr bwMode="auto">
          <a:xfrm>
            <a:off x="2619747" y="2298575"/>
            <a:ext cx="1310657" cy="2089369"/>
          </a:xfrm>
          <a:prstGeom prst="rect">
            <a:avLst/>
          </a:prstGeom>
          <a:solidFill>
            <a:srgbClr val="D0E5FC"/>
          </a:solidFill>
          <a:ln w="3175" cap="flat" cmpd="sng" algn="ctr">
            <a:solidFill>
              <a:schemeClr val="tx1"/>
            </a:solidFill>
            <a:prstDash val="solid"/>
            <a:round/>
            <a:headEnd type="none" w="med" len="med"/>
            <a:tailEnd type="none" w="med" len="med"/>
          </a:ln>
        </p:spPr>
        <p:txBody>
          <a:bodyPr vert="horz" wrap="square" lIns="78307" tIns="39154" rIns="78307" bIns="39154" numCol="1" rtlCol="0" anchor="ctr" anchorCtr="0" compatLnSpc="1"/>
          <a:lstStyle/>
          <a:p>
            <a:pPr algn="ctr" defTabSz="783092">
              <a:defRPr/>
            </a:pPr>
            <a:endParaRPr lang="zh-CN" altLang="en-US" sz="771" dirty="0">
              <a:solidFill>
                <a:prstClr val="black"/>
              </a:solidFill>
            </a:endParaRPr>
          </a:p>
        </p:txBody>
      </p:sp>
      <p:sp>
        <p:nvSpPr>
          <p:cNvPr id="105" name="椭圆 104">
            <a:extLst>
              <a:ext uri="{FF2B5EF4-FFF2-40B4-BE49-F238E27FC236}">
                <a16:creationId xmlns:a16="http://schemas.microsoft.com/office/drawing/2014/main" id="{DBD21DB9-06C7-4C1F-A26F-B5058A1A26A9}"/>
              </a:ext>
            </a:extLst>
          </p:cNvPr>
          <p:cNvSpPr/>
          <p:nvPr/>
        </p:nvSpPr>
        <p:spPr bwMode="auto">
          <a:xfrm>
            <a:off x="3256665" y="2350398"/>
            <a:ext cx="284695" cy="290897"/>
          </a:xfrm>
          <a:prstGeom prst="ellipse">
            <a:avLst/>
          </a:prstGeom>
          <a:solidFill>
            <a:srgbClr val="4F81BD"/>
          </a:solidFill>
          <a:ln w="9525" cap="flat" cmpd="sng" algn="ctr">
            <a:solidFill>
              <a:sysClr val="windowText" lastClr="000000"/>
            </a:solidFill>
            <a:prstDash val="solid"/>
            <a:round/>
            <a:headEnd type="none" w="med" len="med"/>
            <a:tailEnd type="none" w="med" len="med"/>
          </a:ln>
        </p:spPr>
        <p:txBody>
          <a:bodyPr vert="horz" wrap="square" lIns="78307" tIns="39154" rIns="78307" bIns="39154" numCol="1" rtlCol="0" anchor="ctr" anchorCtr="0" compatLnSpc="1"/>
          <a:lstStyle/>
          <a:p>
            <a:pPr algn="ctr" defTabSz="783092">
              <a:defRPr/>
            </a:pPr>
            <a:endParaRPr lang="zh-CN" altLang="en-US" sz="428" kern="0" dirty="0">
              <a:solidFill>
                <a:prstClr val="black"/>
              </a:solidFill>
            </a:endParaRPr>
          </a:p>
        </p:txBody>
      </p:sp>
      <p:sp>
        <p:nvSpPr>
          <p:cNvPr id="106" name="椭圆 105">
            <a:extLst>
              <a:ext uri="{FF2B5EF4-FFF2-40B4-BE49-F238E27FC236}">
                <a16:creationId xmlns:a16="http://schemas.microsoft.com/office/drawing/2014/main" id="{EA2951E1-559C-491D-A44D-E688921FA7AD}"/>
              </a:ext>
            </a:extLst>
          </p:cNvPr>
          <p:cNvSpPr/>
          <p:nvPr/>
        </p:nvSpPr>
        <p:spPr bwMode="auto">
          <a:xfrm>
            <a:off x="3256665" y="2782271"/>
            <a:ext cx="284695" cy="290897"/>
          </a:xfrm>
          <a:prstGeom prst="ellipse">
            <a:avLst/>
          </a:prstGeom>
          <a:solidFill>
            <a:srgbClr val="4F81BD"/>
          </a:solidFill>
          <a:ln w="9525" cap="flat" cmpd="sng" algn="ctr">
            <a:solidFill>
              <a:sysClr val="windowText" lastClr="000000"/>
            </a:solidFill>
            <a:prstDash val="solid"/>
            <a:round/>
            <a:headEnd type="none" w="med" len="med"/>
            <a:tailEnd type="none" w="med" len="med"/>
          </a:ln>
        </p:spPr>
        <p:txBody>
          <a:bodyPr vert="horz" wrap="square" lIns="78307" tIns="39154" rIns="78307" bIns="39154" numCol="1" rtlCol="0" anchor="ctr" anchorCtr="0" compatLnSpc="1"/>
          <a:lstStyle/>
          <a:p>
            <a:pPr algn="ctr" defTabSz="783092">
              <a:defRPr/>
            </a:pPr>
            <a:endParaRPr lang="zh-CN" altLang="en-US" sz="428" kern="0" dirty="0">
              <a:solidFill>
                <a:prstClr val="black"/>
              </a:solidFill>
            </a:endParaRPr>
          </a:p>
        </p:txBody>
      </p:sp>
      <p:sp>
        <p:nvSpPr>
          <p:cNvPr id="107" name="椭圆 106">
            <a:extLst>
              <a:ext uri="{FF2B5EF4-FFF2-40B4-BE49-F238E27FC236}">
                <a16:creationId xmlns:a16="http://schemas.microsoft.com/office/drawing/2014/main" id="{39786368-F67C-4491-99EA-1885918A0471}"/>
              </a:ext>
            </a:extLst>
          </p:cNvPr>
          <p:cNvSpPr/>
          <p:nvPr/>
        </p:nvSpPr>
        <p:spPr bwMode="auto">
          <a:xfrm>
            <a:off x="3256665" y="3207771"/>
            <a:ext cx="284695" cy="290897"/>
          </a:xfrm>
          <a:prstGeom prst="ellipse">
            <a:avLst/>
          </a:prstGeom>
          <a:solidFill>
            <a:srgbClr val="4F81BD"/>
          </a:solidFill>
          <a:ln w="9525" cap="flat" cmpd="sng" algn="ctr">
            <a:solidFill>
              <a:sysClr val="windowText" lastClr="000000"/>
            </a:solidFill>
            <a:prstDash val="solid"/>
            <a:round/>
            <a:headEnd type="none" w="med" len="med"/>
            <a:tailEnd type="none" w="med" len="med"/>
          </a:ln>
        </p:spPr>
        <p:txBody>
          <a:bodyPr vert="horz" wrap="square" lIns="78307" tIns="39154" rIns="78307" bIns="39154" numCol="1" rtlCol="0" anchor="ctr" anchorCtr="0" compatLnSpc="1"/>
          <a:lstStyle/>
          <a:p>
            <a:pPr algn="ctr" defTabSz="783092">
              <a:defRPr/>
            </a:pPr>
            <a:endParaRPr lang="zh-CN" altLang="en-US" sz="428" kern="0" dirty="0">
              <a:solidFill>
                <a:prstClr val="black"/>
              </a:solidFill>
            </a:endParaRPr>
          </a:p>
        </p:txBody>
      </p:sp>
      <p:sp>
        <p:nvSpPr>
          <p:cNvPr id="108" name="椭圆 107">
            <a:extLst>
              <a:ext uri="{FF2B5EF4-FFF2-40B4-BE49-F238E27FC236}">
                <a16:creationId xmlns:a16="http://schemas.microsoft.com/office/drawing/2014/main" id="{D3249A5B-F53C-4ADE-A2A6-7389EBEEC7D1}"/>
              </a:ext>
            </a:extLst>
          </p:cNvPr>
          <p:cNvSpPr/>
          <p:nvPr/>
        </p:nvSpPr>
        <p:spPr bwMode="auto">
          <a:xfrm>
            <a:off x="3001171" y="3645049"/>
            <a:ext cx="284695" cy="290897"/>
          </a:xfrm>
          <a:prstGeom prst="ellipse">
            <a:avLst/>
          </a:prstGeom>
          <a:solidFill>
            <a:srgbClr val="4F81BD"/>
          </a:solidFill>
          <a:ln w="9525" cap="flat" cmpd="sng" algn="ctr">
            <a:solidFill>
              <a:sysClr val="windowText" lastClr="000000"/>
            </a:solidFill>
            <a:prstDash val="solid"/>
            <a:round/>
            <a:headEnd type="none" w="med" len="med"/>
            <a:tailEnd type="none" w="med" len="med"/>
          </a:ln>
        </p:spPr>
        <p:txBody>
          <a:bodyPr vert="horz" wrap="square" lIns="78307" tIns="39154" rIns="78307" bIns="39154" numCol="1" rtlCol="0" anchor="ctr" anchorCtr="0" compatLnSpc="1"/>
          <a:lstStyle/>
          <a:p>
            <a:pPr algn="ctr" defTabSz="783092">
              <a:defRPr/>
            </a:pPr>
            <a:endParaRPr lang="zh-CN" altLang="en-US" sz="428" kern="0" dirty="0">
              <a:solidFill>
                <a:prstClr val="black"/>
              </a:solidFill>
            </a:endParaRPr>
          </a:p>
        </p:txBody>
      </p:sp>
      <p:sp>
        <p:nvSpPr>
          <p:cNvPr id="109" name="椭圆 108">
            <a:extLst>
              <a:ext uri="{FF2B5EF4-FFF2-40B4-BE49-F238E27FC236}">
                <a16:creationId xmlns:a16="http://schemas.microsoft.com/office/drawing/2014/main" id="{A3B1AD66-FF25-4961-8333-95385F57D61C}"/>
              </a:ext>
            </a:extLst>
          </p:cNvPr>
          <p:cNvSpPr/>
          <p:nvPr/>
        </p:nvSpPr>
        <p:spPr bwMode="auto">
          <a:xfrm>
            <a:off x="3527756" y="3645049"/>
            <a:ext cx="284695" cy="290897"/>
          </a:xfrm>
          <a:prstGeom prst="ellipse">
            <a:avLst/>
          </a:prstGeom>
          <a:solidFill>
            <a:srgbClr val="4F81BD"/>
          </a:solidFill>
          <a:ln w="9525" cap="flat" cmpd="sng" algn="ctr">
            <a:solidFill>
              <a:sysClr val="windowText" lastClr="000000"/>
            </a:solidFill>
            <a:prstDash val="solid"/>
            <a:round/>
            <a:headEnd type="none" w="med" len="med"/>
            <a:tailEnd type="none" w="med" len="med"/>
          </a:ln>
        </p:spPr>
        <p:txBody>
          <a:bodyPr vert="horz" wrap="square" lIns="78307" tIns="39154" rIns="78307" bIns="39154" numCol="1" rtlCol="0" anchor="ctr" anchorCtr="0" compatLnSpc="1"/>
          <a:lstStyle/>
          <a:p>
            <a:pPr algn="ctr" defTabSz="783092">
              <a:defRPr/>
            </a:pPr>
            <a:endParaRPr lang="zh-CN" altLang="en-US" sz="428" kern="0" dirty="0">
              <a:solidFill>
                <a:prstClr val="black"/>
              </a:solidFill>
            </a:endParaRPr>
          </a:p>
        </p:txBody>
      </p:sp>
      <p:sp>
        <p:nvSpPr>
          <p:cNvPr id="110" name="椭圆 109">
            <a:extLst>
              <a:ext uri="{FF2B5EF4-FFF2-40B4-BE49-F238E27FC236}">
                <a16:creationId xmlns:a16="http://schemas.microsoft.com/office/drawing/2014/main" id="{9C63034A-51AE-4CBF-AC21-7A2F3256E5E8}"/>
              </a:ext>
            </a:extLst>
          </p:cNvPr>
          <p:cNvSpPr/>
          <p:nvPr/>
        </p:nvSpPr>
        <p:spPr bwMode="auto">
          <a:xfrm>
            <a:off x="3256665" y="4070549"/>
            <a:ext cx="284695" cy="290897"/>
          </a:xfrm>
          <a:prstGeom prst="ellipse">
            <a:avLst/>
          </a:prstGeom>
          <a:solidFill>
            <a:srgbClr val="4F81BD"/>
          </a:solidFill>
          <a:ln w="9525" cap="flat" cmpd="sng" algn="ctr">
            <a:solidFill>
              <a:sysClr val="windowText" lastClr="000000"/>
            </a:solidFill>
            <a:prstDash val="solid"/>
            <a:round/>
            <a:headEnd type="none" w="med" len="med"/>
            <a:tailEnd type="none" w="med" len="med"/>
          </a:ln>
        </p:spPr>
        <p:txBody>
          <a:bodyPr vert="horz" wrap="square" lIns="78307" tIns="39154" rIns="78307" bIns="39154" numCol="1" rtlCol="0" anchor="ctr" anchorCtr="0" compatLnSpc="1"/>
          <a:lstStyle/>
          <a:p>
            <a:pPr algn="ctr" defTabSz="783092">
              <a:defRPr/>
            </a:pPr>
            <a:endParaRPr lang="zh-CN" altLang="en-US" sz="428" kern="0" dirty="0">
              <a:solidFill>
                <a:prstClr val="black"/>
              </a:solidFill>
            </a:endParaRPr>
          </a:p>
        </p:txBody>
      </p:sp>
      <p:cxnSp>
        <p:nvCxnSpPr>
          <p:cNvPr id="111" name="直接箭头连接符 110">
            <a:extLst>
              <a:ext uri="{FF2B5EF4-FFF2-40B4-BE49-F238E27FC236}">
                <a16:creationId xmlns:a16="http://schemas.microsoft.com/office/drawing/2014/main" id="{184C261C-34AC-4202-8A22-A07F5C91449D}"/>
              </a:ext>
            </a:extLst>
          </p:cNvPr>
          <p:cNvCxnSpPr>
            <a:stCxn id="105" idx="4"/>
            <a:endCxn id="106" idx="0"/>
          </p:cNvCxnSpPr>
          <p:nvPr/>
        </p:nvCxnSpPr>
        <p:spPr>
          <a:xfrm>
            <a:off x="3399011" y="2641294"/>
            <a:ext cx="0" cy="1409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2" name="直接箭头连接符 111">
            <a:extLst>
              <a:ext uri="{FF2B5EF4-FFF2-40B4-BE49-F238E27FC236}">
                <a16:creationId xmlns:a16="http://schemas.microsoft.com/office/drawing/2014/main" id="{120BFCAE-033E-4F6B-AF2C-8E82ECD51565}"/>
              </a:ext>
            </a:extLst>
          </p:cNvPr>
          <p:cNvCxnSpPr>
            <a:stCxn id="106" idx="4"/>
          </p:cNvCxnSpPr>
          <p:nvPr/>
        </p:nvCxnSpPr>
        <p:spPr>
          <a:xfrm>
            <a:off x="3399011" y="3073169"/>
            <a:ext cx="0" cy="1346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3" name="直接箭头连接符 112">
            <a:extLst>
              <a:ext uri="{FF2B5EF4-FFF2-40B4-BE49-F238E27FC236}">
                <a16:creationId xmlns:a16="http://schemas.microsoft.com/office/drawing/2014/main" id="{06843F28-95B2-4BE2-80AA-333478E653DB}"/>
              </a:ext>
            </a:extLst>
          </p:cNvPr>
          <p:cNvCxnSpPr>
            <a:stCxn id="107" idx="3"/>
            <a:endCxn id="108" idx="0"/>
          </p:cNvCxnSpPr>
          <p:nvPr/>
        </p:nvCxnSpPr>
        <p:spPr>
          <a:xfrm flipH="1">
            <a:off x="3143519" y="3456068"/>
            <a:ext cx="154839" cy="1889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4" name="直接箭头连接符 113">
            <a:extLst>
              <a:ext uri="{FF2B5EF4-FFF2-40B4-BE49-F238E27FC236}">
                <a16:creationId xmlns:a16="http://schemas.microsoft.com/office/drawing/2014/main" id="{15830493-7FBF-4324-800F-7475B33229F2}"/>
              </a:ext>
            </a:extLst>
          </p:cNvPr>
          <p:cNvCxnSpPr>
            <a:stCxn id="107" idx="5"/>
            <a:endCxn id="109" idx="0"/>
          </p:cNvCxnSpPr>
          <p:nvPr/>
        </p:nvCxnSpPr>
        <p:spPr>
          <a:xfrm>
            <a:off x="3499667" y="3456068"/>
            <a:ext cx="170437" cy="1889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5" name="直接箭头连接符 114">
            <a:extLst>
              <a:ext uri="{FF2B5EF4-FFF2-40B4-BE49-F238E27FC236}">
                <a16:creationId xmlns:a16="http://schemas.microsoft.com/office/drawing/2014/main" id="{FFE7485D-9705-4946-A2A6-EFE1E57F06B8}"/>
              </a:ext>
            </a:extLst>
          </p:cNvPr>
          <p:cNvCxnSpPr>
            <a:stCxn id="108" idx="4"/>
            <a:endCxn id="110" idx="1"/>
          </p:cNvCxnSpPr>
          <p:nvPr/>
        </p:nvCxnSpPr>
        <p:spPr>
          <a:xfrm>
            <a:off x="3143519" y="3935944"/>
            <a:ext cx="154839" cy="1772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6" name="直接箭头连接符 115">
            <a:extLst>
              <a:ext uri="{FF2B5EF4-FFF2-40B4-BE49-F238E27FC236}">
                <a16:creationId xmlns:a16="http://schemas.microsoft.com/office/drawing/2014/main" id="{0B555DF4-471A-4EF1-8A1A-6B910FF98A0F}"/>
              </a:ext>
            </a:extLst>
          </p:cNvPr>
          <p:cNvCxnSpPr>
            <a:stCxn id="109" idx="4"/>
            <a:endCxn id="110" idx="7"/>
          </p:cNvCxnSpPr>
          <p:nvPr/>
        </p:nvCxnSpPr>
        <p:spPr>
          <a:xfrm flipH="1">
            <a:off x="3499667" y="3935944"/>
            <a:ext cx="170437" cy="1772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7" name="连接符: 肘形 61">
            <a:extLst>
              <a:ext uri="{FF2B5EF4-FFF2-40B4-BE49-F238E27FC236}">
                <a16:creationId xmlns:a16="http://schemas.microsoft.com/office/drawing/2014/main" id="{1CD593D4-C19F-4E70-8AB4-EC9A3CDB2AA5}"/>
              </a:ext>
            </a:extLst>
          </p:cNvPr>
          <p:cNvCxnSpPr>
            <a:stCxn id="110" idx="2"/>
            <a:endCxn id="106" idx="2"/>
          </p:cNvCxnSpPr>
          <p:nvPr/>
        </p:nvCxnSpPr>
        <p:spPr>
          <a:xfrm rot="10800000">
            <a:off x="3256664" y="2927720"/>
            <a:ext cx="10876" cy="1288278"/>
          </a:xfrm>
          <a:prstGeom prst="curvedConnector3">
            <a:avLst>
              <a:gd name="adj1" fmla="val 4105039"/>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8" name="连接符: 肘形 70">
            <a:extLst>
              <a:ext uri="{FF2B5EF4-FFF2-40B4-BE49-F238E27FC236}">
                <a16:creationId xmlns:a16="http://schemas.microsoft.com/office/drawing/2014/main" id="{C307C474-F3DF-4F13-B239-92424D5D498D}"/>
              </a:ext>
            </a:extLst>
          </p:cNvPr>
          <p:cNvCxnSpPr>
            <a:endCxn id="106" idx="2"/>
          </p:cNvCxnSpPr>
          <p:nvPr/>
        </p:nvCxnSpPr>
        <p:spPr>
          <a:xfrm rot="5400000" flipH="1" flipV="1">
            <a:off x="2765660" y="3204921"/>
            <a:ext cx="768206" cy="213800"/>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9" name="连接符: 肘形 72">
            <a:extLst>
              <a:ext uri="{FF2B5EF4-FFF2-40B4-BE49-F238E27FC236}">
                <a16:creationId xmlns:a16="http://schemas.microsoft.com/office/drawing/2014/main" id="{FBF271C0-E3C4-4705-BDB6-1B6DD58AA3D3}"/>
              </a:ext>
            </a:extLst>
          </p:cNvPr>
          <p:cNvCxnSpPr>
            <a:stCxn id="107" idx="6"/>
            <a:endCxn id="106" idx="6"/>
          </p:cNvCxnSpPr>
          <p:nvPr/>
        </p:nvCxnSpPr>
        <p:spPr>
          <a:xfrm flipV="1">
            <a:off x="3541359" y="2927719"/>
            <a:ext cx="10876" cy="425500"/>
          </a:xfrm>
          <a:prstGeom prst="curvedConnector3">
            <a:avLst>
              <a:gd name="adj1" fmla="val 66043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0" name="连接符: 肘形 77">
            <a:extLst>
              <a:ext uri="{FF2B5EF4-FFF2-40B4-BE49-F238E27FC236}">
                <a16:creationId xmlns:a16="http://schemas.microsoft.com/office/drawing/2014/main" id="{2C0F865D-EADD-43D7-A900-4972D14750D8}"/>
              </a:ext>
            </a:extLst>
          </p:cNvPr>
          <p:cNvCxnSpPr>
            <a:stCxn id="109" idx="7"/>
            <a:endCxn id="106" idx="6"/>
          </p:cNvCxnSpPr>
          <p:nvPr/>
        </p:nvCxnSpPr>
        <p:spPr>
          <a:xfrm rot="16200000" flipV="1">
            <a:off x="3276093" y="3192985"/>
            <a:ext cx="759930" cy="229399"/>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21" name="文本框 120">
            <a:extLst>
              <a:ext uri="{FF2B5EF4-FFF2-40B4-BE49-F238E27FC236}">
                <a16:creationId xmlns:a16="http://schemas.microsoft.com/office/drawing/2014/main" id="{FC9129F0-9BA8-40C8-B108-E325F50F390C}"/>
              </a:ext>
            </a:extLst>
          </p:cNvPr>
          <p:cNvSpPr txBox="1"/>
          <p:nvPr/>
        </p:nvSpPr>
        <p:spPr>
          <a:xfrm>
            <a:off x="3270553" y="2446907"/>
            <a:ext cx="247023" cy="92205"/>
          </a:xfrm>
          <a:prstGeom prst="rect">
            <a:avLst/>
          </a:prstGeom>
          <a:noFill/>
        </p:spPr>
        <p:txBody>
          <a:bodyPr wrap="square" lIns="0" tIns="0" rIns="0" bIns="0" rtlCol="0" anchor="ctr">
            <a:spAutoFit/>
          </a:bodyPr>
          <a:lstStyle/>
          <a:p>
            <a:pPr algn="ctr" defTabSz="783092"/>
            <a:r>
              <a:rPr lang="en-US" altLang="zh-CN" sz="599" i="1" dirty="0">
                <a:solidFill>
                  <a:prstClr val="black"/>
                </a:solidFill>
                <a:latin typeface="Cambria Math" panose="02040503050406030204" pitchFamily="18" charset="0"/>
              </a:rPr>
              <a:t>Start</a:t>
            </a:r>
          </a:p>
        </p:txBody>
      </p:sp>
      <p:sp>
        <p:nvSpPr>
          <p:cNvPr id="122" name="文本框 121">
            <a:extLst>
              <a:ext uri="{FF2B5EF4-FFF2-40B4-BE49-F238E27FC236}">
                <a16:creationId xmlns:a16="http://schemas.microsoft.com/office/drawing/2014/main" id="{97E40A1C-A019-415F-8ECB-CD7DA78FA6FD}"/>
              </a:ext>
            </a:extLst>
          </p:cNvPr>
          <p:cNvSpPr txBox="1"/>
          <p:nvPr/>
        </p:nvSpPr>
        <p:spPr>
          <a:xfrm>
            <a:off x="3269723" y="2880785"/>
            <a:ext cx="247023" cy="92205"/>
          </a:xfrm>
          <a:prstGeom prst="rect">
            <a:avLst/>
          </a:prstGeom>
          <a:noFill/>
        </p:spPr>
        <p:txBody>
          <a:bodyPr wrap="square" lIns="0" tIns="0" rIns="0" bIns="0" rtlCol="0" anchor="ctr">
            <a:spAutoFit/>
          </a:bodyPr>
          <a:lstStyle/>
          <a:p>
            <a:pPr algn="ctr" defTabSz="783092"/>
            <a:r>
              <a:rPr lang="en-US" altLang="zh-CN" sz="599" i="1" dirty="0">
                <a:solidFill>
                  <a:prstClr val="black"/>
                </a:solidFill>
                <a:latin typeface="Cambria Math" panose="02040503050406030204" pitchFamily="18" charset="0"/>
              </a:rPr>
              <a:t>Wait</a:t>
            </a:r>
          </a:p>
        </p:txBody>
      </p:sp>
      <p:sp>
        <p:nvSpPr>
          <p:cNvPr id="123" name="文本框 122">
            <a:extLst>
              <a:ext uri="{FF2B5EF4-FFF2-40B4-BE49-F238E27FC236}">
                <a16:creationId xmlns:a16="http://schemas.microsoft.com/office/drawing/2014/main" id="{FC3D0463-F310-4D0A-93EC-94A03084D69C}"/>
              </a:ext>
            </a:extLst>
          </p:cNvPr>
          <p:cNvSpPr txBox="1"/>
          <p:nvPr/>
        </p:nvSpPr>
        <p:spPr>
          <a:xfrm>
            <a:off x="3267736" y="3300080"/>
            <a:ext cx="247023" cy="92205"/>
          </a:xfrm>
          <a:prstGeom prst="rect">
            <a:avLst/>
          </a:prstGeom>
          <a:noFill/>
        </p:spPr>
        <p:txBody>
          <a:bodyPr wrap="square" lIns="0" tIns="0" rIns="0" bIns="0" rtlCol="0" anchor="ctr">
            <a:spAutoFit/>
          </a:bodyPr>
          <a:lstStyle/>
          <a:p>
            <a:pPr algn="ctr" defTabSz="783092"/>
            <a:r>
              <a:rPr lang="en-US" altLang="zh-CN" sz="599" i="1" dirty="0">
                <a:solidFill>
                  <a:prstClr val="black"/>
                </a:solidFill>
                <a:latin typeface="Cambria Math" panose="02040503050406030204" pitchFamily="18" charset="0"/>
              </a:rPr>
              <a:t>Exec</a:t>
            </a:r>
          </a:p>
        </p:txBody>
      </p:sp>
      <p:sp>
        <p:nvSpPr>
          <p:cNvPr id="124" name="文本框 123">
            <a:extLst>
              <a:ext uri="{FF2B5EF4-FFF2-40B4-BE49-F238E27FC236}">
                <a16:creationId xmlns:a16="http://schemas.microsoft.com/office/drawing/2014/main" id="{CED50E42-45E7-4CD4-AA3A-8378862045A9}"/>
              </a:ext>
            </a:extLst>
          </p:cNvPr>
          <p:cNvSpPr txBox="1"/>
          <p:nvPr/>
        </p:nvSpPr>
        <p:spPr>
          <a:xfrm>
            <a:off x="3005406" y="3744884"/>
            <a:ext cx="247023" cy="92205"/>
          </a:xfrm>
          <a:prstGeom prst="rect">
            <a:avLst/>
          </a:prstGeom>
          <a:noFill/>
        </p:spPr>
        <p:txBody>
          <a:bodyPr wrap="square" lIns="0" tIns="0" rIns="0" bIns="0" rtlCol="0" anchor="ctr">
            <a:spAutoFit/>
          </a:bodyPr>
          <a:lstStyle/>
          <a:p>
            <a:pPr algn="ctr" defTabSz="783092"/>
            <a:r>
              <a:rPr lang="en-US" altLang="zh-CN" sz="599" i="1" dirty="0">
                <a:solidFill>
                  <a:prstClr val="black"/>
                </a:solidFill>
                <a:latin typeface="Cambria Math" panose="02040503050406030204" pitchFamily="18" charset="0"/>
              </a:rPr>
              <a:t>S1</a:t>
            </a:r>
          </a:p>
        </p:txBody>
      </p:sp>
      <p:sp>
        <p:nvSpPr>
          <p:cNvPr id="125" name="文本框 124">
            <a:extLst>
              <a:ext uri="{FF2B5EF4-FFF2-40B4-BE49-F238E27FC236}">
                <a16:creationId xmlns:a16="http://schemas.microsoft.com/office/drawing/2014/main" id="{9DEFFFA0-E347-4CD4-A8BD-014A162AE583}"/>
              </a:ext>
            </a:extLst>
          </p:cNvPr>
          <p:cNvSpPr txBox="1"/>
          <p:nvPr/>
        </p:nvSpPr>
        <p:spPr>
          <a:xfrm>
            <a:off x="3543780" y="3747919"/>
            <a:ext cx="247023" cy="92205"/>
          </a:xfrm>
          <a:prstGeom prst="rect">
            <a:avLst/>
          </a:prstGeom>
          <a:noFill/>
        </p:spPr>
        <p:txBody>
          <a:bodyPr wrap="square" lIns="0" tIns="0" rIns="0" bIns="0" rtlCol="0" anchor="ctr">
            <a:spAutoFit/>
          </a:bodyPr>
          <a:lstStyle/>
          <a:p>
            <a:pPr algn="ctr" defTabSz="783092"/>
            <a:r>
              <a:rPr lang="en-US" altLang="zh-CN" sz="599" i="1" dirty="0">
                <a:solidFill>
                  <a:prstClr val="black"/>
                </a:solidFill>
                <a:latin typeface="Cambria Math" panose="02040503050406030204" pitchFamily="18" charset="0"/>
              </a:rPr>
              <a:t>S2</a:t>
            </a:r>
          </a:p>
        </p:txBody>
      </p:sp>
      <p:sp>
        <p:nvSpPr>
          <p:cNvPr id="126" name="文本框 125">
            <a:extLst>
              <a:ext uri="{FF2B5EF4-FFF2-40B4-BE49-F238E27FC236}">
                <a16:creationId xmlns:a16="http://schemas.microsoft.com/office/drawing/2014/main" id="{DFF96F75-4853-400E-9FC9-06142A7D49D7}"/>
              </a:ext>
            </a:extLst>
          </p:cNvPr>
          <p:cNvSpPr txBox="1"/>
          <p:nvPr/>
        </p:nvSpPr>
        <p:spPr>
          <a:xfrm>
            <a:off x="3267736" y="4173546"/>
            <a:ext cx="247023" cy="92205"/>
          </a:xfrm>
          <a:prstGeom prst="rect">
            <a:avLst/>
          </a:prstGeom>
          <a:noFill/>
        </p:spPr>
        <p:txBody>
          <a:bodyPr wrap="square" lIns="0" tIns="0" rIns="0" bIns="0" rtlCol="0" anchor="ctr">
            <a:spAutoFit/>
          </a:bodyPr>
          <a:lstStyle/>
          <a:p>
            <a:pPr algn="ctr" defTabSz="783092"/>
            <a:r>
              <a:rPr lang="en-US" altLang="zh-CN" sz="599" i="1" dirty="0">
                <a:solidFill>
                  <a:prstClr val="black"/>
                </a:solidFill>
                <a:latin typeface="Cambria Math" panose="02040503050406030204" pitchFamily="18" charset="0"/>
              </a:rPr>
              <a:t>End</a:t>
            </a:r>
          </a:p>
        </p:txBody>
      </p:sp>
      <p:sp>
        <p:nvSpPr>
          <p:cNvPr id="127" name="文本框 126">
            <a:extLst>
              <a:ext uri="{FF2B5EF4-FFF2-40B4-BE49-F238E27FC236}">
                <a16:creationId xmlns:a16="http://schemas.microsoft.com/office/drawing/2014/main" id="{C8E9DAD9-A574-4479-92F2-B607B203D9CC}"/>
              </a:ext>
            </a:extLst>
          </p:cNvPr>
          <p:cNvSpPr txBox="1"/>
          <p:nvPr/>
        </p:nvSpPr>
        <p:spPr>
          <a:xfrm>
            <a:off x="2918250" y="2640403"/>
            <a:ext cx="445241" cy="105413"/>
          </a:xfrm>
          <a:prstGeom prst="rect">
            <a:avLst/>
          </a:prstGeom>
          <a:noFill/>
        </p:spPr>
        <p:txBody>
          <a:bodyPr wrap="square" lIns="0" tIns="0" rIns="0" bIns="0" rtlCol="0">
            <a:spAutoFit/>
          </a:bodyPr>
          <a:lstStyle/>
          <a:p>
            <a:pPr defTabSz="783092"/>
            <a:r>
              <a:rPr lang="en-US" altLang="zh-CN" sz="685" i="1" dirty="0">
                <a:solidFill>
                  <a:prstClr val="black"/>
                </a:solidFill>
                <a:latin typeface="Cambria Math" panose="02040503050406030204" pitchFamily="18" charset="0"/>
              </a:rPr>
              <a:t>p:=0; q:=0</a:t>
            </a:r>
            <a:endParaRPr lang="zh-CN" altLang="en-US" sz="685" i="1" dirty="0">
              <a:solidFill>
                <a:prstClr val="black"/>
              </a:solidFill>
              <a:latin typeface="Cambria Math" panose="02040503050406030204" pitchFamily="18" charset="0"/>
            </a:endParaRPr>
          </a:p>
        </p:txBody>
      </p:sp>
      <p:sp>
        <p:nvSpPr>
          <p:cNvPr id="128" name="文本框 127">
            <a:extLst>
              <a:ext uri="{FF2B5EF4-FFF2-40B4-BE49-F238E27FC236}">
                <a16:creationId xmlns:a16="http://schemas.microsoft.com/office/drawing/2014/main" id="{8E642672-82E3-486F-9C56-FF317FA93461}"/>
              </a:ext>
            </a:extLst>
          </p:cNvPr>
          <p:cNvSpPr txBox="1"/>
          <p:nvPr/>
        </p:nvSpPr>
        <p:spPr>
          <a:xfrm>
            <a:off x="3131473" y="3062520"/>
            <a:ext cx="524530" cy="131703"/>
          </a:xfrm>
          <a:prstGeom prst="rect">
            <a:avLst/>
          </a:prstGeom>
          <a:noFill/>
        </p:spPr>
        <p:txBody>
          <a:bodyPr wrap="square" lIns="0" tIns="0" rIns="0" bIns="0" rtlCol="0">
            <a:spAutoFit/>
          </a:bodyPr>
          <a:lstStyle/>
          <a:p>
            <a:pPr algn="ctr" defTabSz="783092"/>
            <a:r>
              <a:rPr lang="en-US" altLang="zh-CN" sz="428" i="1" dirty="0">
                <a:solidFill>
                  <a:prstClr val="black"/>
                </a:solidFill>
                <a:latin typeface="Cambria Math" panose="02040503050406030204" pitchFamily="18" charset="0"/>
              </a:rPr>
              <a:t>receiveBIT</a:t>
            </a:r>
          </a:p>
          <a:p>
            <a:pPr algn="ctr" defTabSz="783092"/>
            <a:r>
              <a:rPr lang="en-US" altLang="zh-CN" sz="428" i="1" dirty="0">
                <a:solidFill>
                  <a:prstClr val="black"/>
                </a:solidFill>
                <a:latin typeface="Cambria Math" panose="02040503050406030204" pitchFamily="18" charset="0"/>
              </a:rPr>
              <a:t>(PLA.sin, PLA.cos)</a:t>
            </a:r>
            <a:endParaRPr lang="zh-CN" altLang="en-US" sz="428" i="1" dirty="0">
              <a:solidFill>
                <a:prstClr val="black"/>
              </a:solidFill>
              <a:latin typeface="Cambria Math" panose="02040503050406030204" pitchFamily="18" charset="0"/>
            </a:endParaRPr>
          </a:p>
        </p:txBody>
      </p:sp>
      <p:sp>
        <p:nvSpPr>
          <p:cNvPr id="129" name="椭圆 128">
            <a:extLst>
              <a:ext uri="{FF2B5EF4-FFF2-40B4-BE49-F238E27FC236}">
                <a16:creationId xmlns:a16="http://schemas.microsoft.com/office/drawing/2014/main" id="{53268D01-F2F9-44F0-992F-FD0168D37B47}"/>
              </a:ext>
            </a:extLst>
          </p:cNvPr>
          <p:cNvSpPr/>
          <p:nvPr/>
        </p:nvSpPr>
        <p:spPr bwMode="auto">
          <a:xfrm>
            <a:off x="3064545" y="3372937"/>
            <a:ext cx="170436" cy="187117"/>
          </a:xfrm>
          <a:prstGeom prst="ellipse">
            <a:avLst/>
          </a:prstGeom>
          <a:noFill/>
          <a:ln w="9525" cap="flat" cmpd="sng" algn="ctr">
            <a:noFill/>
            <a:prstDash val="solid"/>
            <a:round/>
            <a:headEnd type="none" w="med" len="med"/>
            <a:tailEnd type="none" w="med" len="med"/>
          </a:ln>
        </p:spPr>
        <p:txBody>
          <a:bodyPr vert="horz" wrap="square" lIns="78307" tIns="39154" rIns="78307" bIns="39154" numCol="1" rtlCol="0" anchor="t" anchorCtr="0" compatLnSpc="1"/>
          <a:lstStyle/>
          <a:p>
            <a:pPr defTabSz="783092"/>
            <a:r>
              <a:rPr lang="zh-CN" altLang="en-US" sz="599" dirty="0">
                <a:solidFill>
                  <a:prstClr val="black"/>
                </a:solidFill>
              </a:rPr>
              <a:t>①</a:t>
            </a:r>
          </a:p>
        </p:txBody>
      </p:sp>
      <p:sp>
        <p:nvSpPr>
          <p:cNvPr id="130" name="椭圆 129">
            <a:extLst>
              <a:ext uri="{FF2B5EF4-FFF2-40B4-BE49-F238E27FC236}">
                <a16:creationId xmlns:a16="http://schemas.microsoft.com/office/drawing/2014/main" id="{B2384745-0193-46A0-A917-BCE67453A4B4}"/>
              </a:ext>
            </a:extLst>
          </p:cNvPr>
          <p:cNvSpPr/>
          <p:nvPr/>
        </p:nvSpPr>
        <p:spPr bwMode="auto">
          <a:xfrm>
            <a:off x="3499666" y="3378356"/>
            <a:ext cx="170436" cy="187117"/>
          </a:xfrm>
          <a:prstGeom prst="ellipse">
            <a:avLst/>
          </a:prstGeom>
          <a:noFill/>
          <a:ln w="9525" cap="flat" cmpd="sng" algn="ctr">
            <a:noFill/>
            <a:prstDash val="solid"/>
            <a:round/>
            <a:headEnd type="none" w="med" len="med"/>
            <a:tailEnd type="none" w="med" len="med"/>
          </a:ln>
        </p:spPr>
        <p:txBody>
          <a:bodyPr vert="horz" wrap="square" lIns="78307" tIns="39154" rIns="78307" bIns="39154" numCol="1" rtlCol="0" anchor="t" anchorCtr="0" compatLnSpc="1"/>
          <a:lstStyle/>
          <a:p>
            <a:pPr defTabSz="783092"/>
            <a:r>
              <a:rPr lang="zh-CN" altLang="en-US" sz="599" dirty="0">
                <a:solidFill>
                  <a:prstClr val="black"/>
                </a:solidFill>
              </a:rPr>
              <a:t>②</a:t>
            </a:r>
          </a:p>
        </p:txBody>
      </p:sp>
      <p:sp>
        <p:nvSpPr>
          <p:cNvPr id="131" name="椭圆 130">
            <a:extLst>
              <a:ext uri="{FF2B5EF4-FFF2-40B4-BE49-F238E27FC236}">
                <a16:creationId xmlns:a16="http://schemas.microsoft.com/office/drawing/2014/main" id="{341171F5-5FBA-41F6-BDE9-1027B4933EAE}"/>
              </a:ext>
            </a:extLst>
          </p:cNvPr>
          <p:cNvSpPr/>
          <p:nvPr/>
        </p:nvSpPr>
        <p:spPr bwMode="auto">
          <a:xfrm>
            <a:off x="3442096" y="3109107"/>
            <a:ext cx="170436" cy="187117"/>
          </a:xfrm>
          <a:prstGeom prst="ellipse">
            <a:avLst/>
          </a:prstGeom>
          <a:noFill/>
          <a:ln w="9525" cap="flat" cmpd="sng" algn="ctr">
            <a:noFill/>
            <a:prstDash val="solid"/>
            <a:round/>
            <a:headEnd type="none" w="med" len="med"/>
            <a:tailEnd type="none" w="med" len="med"/>
          </a:ln>
        </p:spPr>
        <p:txBody>
          <a:bodyPr vert="horz" wrap="square" lIns="78307" tIns="39154" rIns="78307" bIns="39154" numCol="1" rtlCol="0" anchor="t" anchorCtr="0" compatLnSpc="1"/>
          <a:lstStyle/>
          <a:p>
            <a:pPr defTabSz="783092"/>
            <a:r>
              <a:rPr lang="zh-CN" altLang="en-US" sz="599" dirty="0">
                <a:solidFill>
                  <a:prstClr val="black"/>
                </a:solidFill>
              </a:rPr>
              <a:t>③</a:t>
            </a:r>
          </a:p>
        </p:txBody>
      </p:sp>
      <p:sp>
        <p:nvSpPr>
          <p:cNvPr id="132" name="椭圆 131">
            <a:extLst>
              <a:ext uri="{FF2B5EF4-FFF2-40B4-BE49-F238E27FC236}">
                <a16:creationId xmlns:a16="http://schemas.microsoft.com/office/drawing/2014/main" id="{E3D30F0A-1B05-4ED2-A5CB-6B4FBDBA1EA6}"/>
              </a:ext>
            </a:extLst>
          </p:cNvPr>
          <p:cNvSpPr/>
          <p:nvPr/>
        </p:nvSpPr>
        <p:spPr bwMode="auto">
          <a:xfrm>
            <a:off x="3126106" y="3866656"/>
            <a:ext cx="170436" cy="187117"/>
          </a:xfrm>
          <a:prstGeom prst="ellipse">
            <a:avLst/>
          </a:prstGeom>
          <a:noFill/>
          <a:ln w="9525" cap="flat" cmpd="sng" algn="ctr">
            <a:noFill/>
            <a:prstDash val="solid"/>
            <a:round/>
            <a:headEnd type="none" w="med" len="med"/>
            <a:tailEnd type="none" w="med" len="med"/>
          </a:ln>
        </p:spPr>
        <p:txBody>
          <a:bodyPr vert="horz" wrap="square" lIns="78307" tIns="39154" rIns="78307" bIns="39154" numCol="1" rtlCol="0" anchor="t" anchorCtr="0" compatLnSpc="1"/>
          <a:lstStyle/>
          <a:p>
            <a:pPr defTabSz="783092"/>
            <a:r>
              <a:rPr lang="zh-CN" altLang="en-US" sz="599" dirty="0">
                <a:solidFill>
                  <a:prstClr val="black"/>
                </a:solidFill>
              </a:rPr>
              <a:t>④</a:t>
            </a:r>
          </a:p>
        </p:txBody>
      </p:sp>
      <p:sp>
        <p:nvSpPr>
          <p:cNvPr id="133" name="椭圆 132">
            <a:extLst>
              <a:ext uri="{FF2B5EF4-FFF2-40B4-BE49-F238E27FC236}">
                <a16:creationId xmlns:a16="http://schemas.microsoft.com/office/drawing/2014/main" id="{8DC62E8A-0C83-4E5C-A29A-2C085028B708}"/>
              </a:ext>
            </a:extLst>
          </p:cNvPr>
          <p:cNvSpPr/>
          <p:nvPr/>
        </p:nvSpPr>
        <p:spPr bwMode="auto">
          <a:xfrm>
            <a:off x="3430046" y="3860565"/>
            <a:ext cx="170436" cy="187117"/>
          </a:xfrm>
          <a:prstGeom prst="ellipse">
            <a:avLst/>
          </a:prstGeom>
          <a:noFill/>
          <a:ln w="9525" cap="flat" cmpd="sng" algn="ctr">
            <a:noFill/>
            <a:prstDash val="solid"/>
            <a:round/>
            <a:headEnd type="none" w="med" len="med"/>
            <a:tailEnd type="none" w="med" len="med"/>
          </a:ln>
        </p:spPr>
        <p:txBody>
          <a:bodyPr vert="horz" wrap="square" lIns="78307" tIns="39154" rIns="78307" bIns="39154" numCol="1" rtlCol="0" anchor="t" anchorCtr="0" compatLnSpc="1"/>
          <a:lstStyle/>
          <a:p>
            <a:pPr defTabSz="783092"/>
            <a:r>
              <a:rPr lang="zh-CN" altLang="en-US" sz="599" dirty="0">
                <a:solidFill>
                  <a:prstClr val="black"/>
                </a:solidFill>
              </a:rPr>
              <a:t>⑤</a:t>
            </a:r>
          </a:p>
        </p:txBody>
      </p:sp>
      <p:sp>
        <p:nvSpPr>
          <p:cNvPr id="134" name="椭圆 133">
            <a:extLst>
              <a:ext uri="{FF2B5EF4-FFF2-40B4-BE49-F238E27FC236}">
                <a16:creationId xmlns:a16="http://schemas.microsoft.com/office/drawing/2014/main" id="{84456A06-B773-46C8-AC59-6BFABC1DD194}"/>
              </a:ext>
            </a:extLst>
          </p:cNvPr>
          <p:cNvSpPr/>
          <p:nvPr/>
        </p:nvSpPr>
        <p:spPr bwMode="auto">
          <a:xfrm>
            <a:off x="2910512" y="3189137"/>
            <a:ext cx="170436" cy="187117"/>
          </a:xfrm>
          <a:prstGeom prst="ellipse">
            <a:avLst/>
          </a:prstGeom>
          <a:noFill/>
          <a:ln w="9525" cap="flat" cmpd="sng" algn="ctr">
            <a:noFill/>
            <a:prstDash val="solid"/>
            <a:round/>
            <a:headEnd type="none" w="med" len="med"/>
            <a:tailEnd type="none" w="med" len="med"/>
          </a:ln>
        </p:spPr>
        <p:txBody>
          <a:bodyPr vert="horz" wrap="square" lIns="78307" tIns="39154" rIns="78307" bIns="39154" numCol="1" rtlCol="0" anchor="t" anchorCtr="0" compatLnSpc="1"/>
          <a:lstStyle/>
          <a:p>
            <a:pPr defTabSz="783092"/>
            <a:r>
              <a:rPr lang="zh-CN" altLang="en-US" sz="599" dirty="0">
                <a:solidFill>
                  <a:prstClr val="black"/>
                </a:solidFill>
              </a:rPr>
              <a:t>⑥</a:t>
            </a:r>
          </a:p>
        </p:txBody>
      </p:sp>
      <p:sp>
        <p:nvSpPr>
          <p:cNvPr id="135" name="椭圆 134">
            <a:extLst>
              <a:ext uri="{FF2B5EF4-FFF2-40B4-BE49-F238E27FC236}">
                <a16:creationId xmlns:a16="http://schemas.microsoft.com/office/drawing/2014/main" id="{2CA811E2-6BC5-4867-930A-947A9D67F8BC}"/>
              </a:ext>
            </a:extLst>
          </p:cNvPr>
          <p:cNvSpPr/>
          <p:nvPr/>
        </p:nvSpPr>
        <p:spPr bwMode="auto">
          <a:xfrm>
            <a:off x="3667439" y="3202666"/>
            <a:ext cx="170436" cy="187117"/>
          </a:xfrm>
          <a:prstGeom prst="ellipse">
            <a:avLst/>
          </a:prstGeom>
          <a:noFill/>
          <a:ln w="9525" cap="flat" cmpd="sng" algn="ctr">
            <a:noFill/>
            <a:prstDash val="solid"/>
            <a:round/>
            <a:headEnd type="none" w="med" len="med"/>
            <a:tailEnd type="none" w="med" len="med"/>
          </a:ln>
        </p:spPr>
        <p:txBody>
          <a:bodyPr vert="horz" wrap="square" lIns="78307" tIns="39154" rIns="78307" bIns="39154" numCol="1" rtlCol="0" anchor="t" anchorCtr="0" compatLnSpc="1"/>
          <a:lstStyle/>
          <a:p>
            <a:pPr defTabSz="783092"/>
            <a:r>
              <a:rPr lang="zh-CN" altLang="en-US" sz="599" dirty="0">
                <a:solidFill>
                  <a:prstClr val="black"/>
                </a:solidFill>
              </a:rPr>
              <a:t>⑦</a:t>
            </a:r>
          </a:p>
        </p:txBody>
      </p:sp>
      <p:sp>
        <p:nvSpPr>
          <p:cNvPr id="136" name="文本框 135">
            <a:extLst>
              <a:ext uri="{FF2B5EF4-FFF2-40B4-BE49-F238E27FC236}">
                <a16:creationId xmlns:a16="http://schemas.microsoft.com/office/drawing/2014/main" id="{71B7DFBC-120F-4F04-9440-74501AB00C6D}"/>
              </a:ext>
            </a:extLst>
          </p:cNvPr>
          <p:cNvSpPr txBox="1"/>
          <p:nvPr/>
        </p:nvSpPr>
        <p:spPr>
          <a:xfrm>
            <a:off x="2651675" y="3005416"/>
            <a:ext cx="397603" cy="131703"/>
          </a:xfrm>
          <a:prstGeom prst="rect">
            <a:avLst/>
          </a:prstGeom>
          <a:noFill/>
        </p:spPr>
        <p:txBody>
          <a:bodyPr wrap="square" lIns="0" tIns="0" rIns="0" bIns="0" rtlCol="0">
            <a:spAutoFit/>
          </a:bodyPr>
          <a:lstStyle/>
          <a:p>
            <a:pPr algn="ctr" defTabSz="783092"/>
            <a:r>
              <a:rPr lang="en-US" altLang="zh-CN" sz="428" i="1" dirty="0">
                <a:solidFill>
                  <a:prstClr val="black"/>
                </a:solidFill>
                <a:latin typeface="Cambria Math" panose="02040503050406030204" pitchFamily="18" charset="0"/>
              </a:rPr>
              <a:t>sendBIT</a:t>
            </a:r>
          </a:p>
          <a:p>
            <a:pPr algn="ctr" defTabSz="783092"/>
            <a:r>
              <a:rPr lang="en-US" altLang="zh-CN" sz="428" i="1" dirty="0">
                <a:solidFill>
                  <a:prstClr val="black"/>
                </a:solidFill>
                <a:latin typeface="Cambria Math" panose="02040503050406030204" pitchFamily="18" charset="0"/>
              </a:rPr>
              <a:t>(PLA.Signal_sin)</a:t>
            </a:r>
            <a:endParaRPr lang="zh-CN" altLang="en-US" sz="428" i="1" dirty="0">
              <a:solidFill>
                <a:prstClr val="black"/>
              </a:solidFill>
              <a:latin typeface="Cambria Math" panose="02040503050406030204" pitchFamily="18" charset="0"/>
            </a:endParaRPr>
          </a:p>
        </p:txBody>
      </p:sp>
      <p:sp>
        <p:nvSpPr>
          <p:cNvPr id="137" name="矩形 136">
            <a:extLst>
              <a:ext uri="{FF2B5EF4-FFF2-40B4-BE49-F238E27FC236}">
                <a16:creationId xmlns:a16="http://schemas.microsoft.com/office/drawing/2014/main" id="{7D10CC5E-8305-4791-B8B9-338D1C8FD0DD}"/>
              </a:ext>
            </a:extLst>
          </p:cNvPr>
          <p:cNvSpPr/>
          <p:nvPr/>
        </p:nvSpPr>
        <p:spPr bwMode="auto">
          <a:xfrm>
            <a:off x="4202798" y="2291344"/>
            <a:ext cx="1310657" cy="2089369"/>
          </a:xfrm>
          <a:prstGeom prst="rect">
            <a:avLst/>
          </a:prstGeom>
          <a:solidFill>
            <a:srgbClr val="D0E5FC"/>
          </a:solidFill>
          <a:ln w="3175" cap="flat" cmpd="sng" algn="ctr">
            <a:solidFill>
              <a:schemeClr val="tx1"/>
            </a:solidFill>
            <a:prstDash val="solid"/>
            <a:round/>
            <a:headEnd type="none" w="med" len="med"/>
            <a:tailEnd type="none" w="med" len="med"/>
          </a:ln>
        </p:spPr>
        <p:txBody>
          <a:bodyPr vert="horz" wrap="square" lIns="78307" tIns="39154" rIns="78307" bIns="39154" numCol="1" rtlCol="0" anchor="ctr" anchorCtr="0" compatLnSpc="1"/>
          <a:lstStyle/>
          <a:p>
            <a:pPr algn="ctr" defTabSz="783092">
              <a:defRPr/>
            </a:pPr>
            <a:endParaRPr lang="zh-CN" altLang="en-US" sz="771" dirty="0">
              <a:solidFill>
                <a:prstClr val="black"/>
              </a:solidFill>
            </a:endParaRPr>
          </a:p>
        </p:txBody>
      </p:sp>
      <p:sp>
        <p:nvSpPr>
          <p:cNvPr id="138" name="椭圆 137">
            <a:extLst>
              <a:ext uri="{FF2B5EF4-FFF2-40B4-BE49-F238E27FC236}">
                <a16:creationId xmlns:a16="http://schemas.microsoft.com/office/drawing/2014/main" id="{A45A26A1-78DD-4E93-B126-5E4E7A2FF8B7}"/>
              </a:ext>
            </a:extLst>
          </p:cNvPr>
          <p:cNvSpPr/>
          <p:nvPr/>
        </p:nvSpPr>
        <p:spPr bwMode="auto">
          <a:xfrm>
            <a:off x="4839716" y="2343167"/>
            <a:ext cx="284695" cy="290897"/>
          </a:xfrm>
          <a:prstGeom prst="ellipse">
            <a:avLst/>
          </a:prstGeom>
          <a:solidFill>
            <a:srgbClr val="4F81BD"/>
          </a:solidFill>
          <a:ln w="9525" cap="flat" cmpd="sng" algn="ctr">
            <a:solidFill>
              <a:sysClr val="windowText" lastClr="000000"/>
            </a:solidFill>
            <a:prstDash val="solid"/>
            <a:round/>
            <a:headEnd type="none" w="med" len="med"/>
            <a:tailEnd type="none" w="med" len="med"/>
          </a:ln>
        </p:spPr>
        <p:txBody>
          <a:bodyPr vert="horz" wrap="square" lIns="78307" tIns="39154" rIns="78307" bIns="39154" numCol="1" rtlCol="0" anchor="ctr" anchorCtr="0" compatLnSpc="1"/>
          <a:lstStyle/>
          <a:p>
            <a:pPr algn="ctr" defTabSz="783092">
              <a:defRPr/>
            </a:pPr>
            <a:endParaRPr lang="zh-CN" altLang="en-US" sz="428" kern="0" dirty="0">
              <a:solidFill>
                <a:prstClr val="black"/>
              </a:solidFill>
            </a:endParaRPr>
          </a:p>
        </p:txBody>
      </p:sp>
      <p:sp>
        <p:nvSpPr>
          <p:cNvPr id="139" name="椭圆 138">
            <a:extLst>
              <a:ext uri="{FF2B5EF4-FFF2-40B4-BE49-F238E27FC236}">
                <a16:creationId xmlns:a16="http://schemas.microsoft.com/office/drawing/2014/main" id="{317454DC-8B17-4083-9AA3-22F628A5F563}"/>
              </a:ext>
            </a:extLst>
          </p:cNvPr>
          <p:cNvSpPr/>
          <p:nvPr/>
        </p:nvSpPr>
        <p:spPr bwMode="auto">
          <a:xfrm>
            <a:off x="4839716" y="2775041"/>
            <a:ext cx="284695" cy="290897"/>
          </a:xfrm>
          <a:prstGeom prst="ellipse">
            <a:avLst/>
          </a:prstGeom>
          <a:solidFill>
            <a:srgbClr val="4F81BD"/>
          </a:solidFill>
          <a:ln w="9525" cap="flat" cmpd="sng" algn="ctr">
            <a:solidFill>
              <a:sysClr val="windowText" lastClr="000000"/>
            </a:solidFill>
            <a:prstDash val="solid"/>
            <a:round/>
            <a:headEnd type="none" w="med" len="med"/>
            <a:tailEnd type="none" w="med" len="med"/>
          </a:ln>
        </p:spPr>
        <p:txBody>
          <a:bodyPr vert="horz" wrap="square" lIns="78307" tIns="39154" rIns="78307" bIns="39154" numCol="1" rtlCol="0" anchor="ctr" anchorCtr="0" compatLnSpc="1"/>
          <a:lstStyle/>
          <a:p>
            <a:pPr algn="ctr" defTabSz="783092">
              <a:defRPr/>
            </a:pPr>
            <a:endParaRPr lang="zh-CN" altLang="en-US" sz="428" kern="0" dirty="0">
              <a:solidFill>
                <a:prstClr val="black"/>
              </a:solidFill>
            </a:endParaRPr>
          </a:p>
        </p:txBody>
      </p:sp>
      <p:sp>
        <p:nvSpPr>
          <p:cNvPr id="140" name="椭圆 139">
            <a:extLst>
              <a:ext uri="{FF2B5EF4-FFF2-40B4-BE49-F238E27FC236}">
                <a16:creationId xmlns:a16="http://schemas.microsoft.com/office/drawing/2014/main" id="{910A01CE-0AF0-4307-889A-8002BCB1FF07}"/>
              </a:ext>
            </a:extLst>
          </p:cNvPr>
          <p:cNvSpPr/>
          <p:nvPr/>
        </p:nvSpPr>
        <p:spPr bwMode="auto">
          <a:xfrm>
            <a:off x="4839716" y="3200541"/>
            <a:ext cx="284695" cy="290897"/>
          </a:xfrm>
          <a:prstGeom prst="ellipse">
            <a:avLst/>
          </a:prstGeom>
          <a:solidFill>
            <a:srgbClr val="4F81BD"/>
          </a:solidFill>
          <a:ln w="9525" cap="flat" cmpd="sng" algn="ctr">
            <a:solidFill>
              <a:sysClr val="windowText" lastClr="000000"/>
            </a:solidFill>
            <a:prstDash val="solid"/>
            <a:round/>
            <a:headEnd type="none" w="med" len="med"/>
            <a:tailEnd type="none" w="med" len="med"/>
          </a:ln>
        </p:spPr>
        <p:txBody>
          <a:bodyPr vert="horz" wrap="square" lIns="78307" tIns="39154" rIns="78307" bIns="39154" numCol="1" rtlCol="0" anchor="ctr" anchorCtr="0" compatLnSpc="1"/>
          <a:lstStyle/>
          <a:p>
            <a:pPr algn="ctr" defTabSz="783092">
              <a:defRPr/>
            </a:pPr>
            <a:endParaRPr lang="zh-CN" altLang="en-US" sz="428" kern="0" dirty="0">
              <a:solidFill>
                <a:prstClr val="black"/>
              </a:solidFill>
            </a:endParaRPr>
          </a:p>
        </p:txBody>
      </p:sp>
      <p:sp>
        <p:nvSpPr>
          <p:cNvPr id="141" name="椭圆 140">
            <a:extLst>
              <a:ext uri="{FF2B5EF4-FFF2-40B4-BE49-F238E27FC236}">
                <a16:creationId xmlns:a16="http://schemas.microsoft.com/office/drawing/2014/main" id="{8F1FBD3E-B65C-4A86-9853-F87933598F45}"/>
              </a:ext>
            </a:extLst>
          </p:cNvPr>
          <p:cNvSpPr/>
          <p:nvPr/>
        </p:nvSpPr>
        <p:spPr bwMode="auto">
          <a:xfrm>
            <a:off x="4584223" y="3637818"/>
            <a:ext cx="284695" cy="290897"/>
          </a:xfrm>
          <a:prstGeom prst="ellipse">
            <a:avLst/>
          </a:prstGeom>
          <a:solidFill>
            <a:srgbClr val="4F81BD"/>
          </a:solidFill>
          <a:ln w="9525" cap="flat" cmpd="sng" algn="ctr">
            <a:solidFill>
              <a:sysClr val="windowText" lastClr="000000"/>
            </a:solidFill>
            <a:prstDash val="solid"/>
            <a:round/>
            <a:headEnd type="none" w="med" len="med"/>
            <a:tailEnd type="none" w="med" len="med"/>
          </a:ln>
        </p:spPr>
        <p:txBody>
          <a:bodyPr vert="horz" wrap="square" lIns="78307" tIns="39154" rIns="78307" bIns="39154" numCol="1" rtlCol="0" anchor="ctr" anchorCtr="0" compatLnSpc="1"/>
          <a:lstStyle/>
          <a:p>
            <a:pPr algn="ctr" defTabSz="783092">
              <a:defRPr/>
            </a:pPr>
            <a:endParaRPr lang="zh-CN" altLang="en-US" sz="428" kern="0" dirty="0">
              <a:solidFill>
                <a:prstClr val="black"/>
              </a:solidFill>
            </a:endParaRPr>
          </a:p>
        </p:txBody>
      </p:sp>
      <p:sp>
        <p:nvSpPr>
          <p:cNvPr id="142" name="椭圆 141">
            <a:extLst>
              <a:ext uri="{FF2B5EF4-FFF2-40B4-BE49-F238E27FC236}">
                <a16:creationId xmlns:a16="http://schemas.microsoft.com/office/drawing/2014/main" id="{04B102FB-0C44-4D92-AA75-7F3C47E51436}"/>
              </a:ext>
            </a:extLst>
          </p:cNvPr>
          <p:cNvSpPr/>
          <p:nvPr/>
        </p:nvSpPr>
        <p:spPr bwMode="auto">
          <a:xfrm>
            <a:off x="5110808" y="3637818"/>
            <a:ext cx="284695" cy="290897"/>
          </a:xfrm>
          <a:prstGeom prst="ellipse">
            <a:avLst/>
          </a:prstGeom>
          <a:solidFill>
            <a:srgbClr val="4F81BD"/>
          </a:solidFill>
          <a:ln w="9525" cap="flat" cmpd="sng" algn="ctr">
            <a:solidFill>
              <a:sysClr val="windowText" lastClr="000000"/>
            </a:solidFill>
            <a:prstDash val="solid"/>
            <a:round/>
            <a:headEnd type="none" w="med" len="med"/>
            <a:tailEnd type="none" w="med" len="med"/>
          </a:ln>
        </p:spPr>
        <p:txBody>
          <a:bodyPr vert="horz" wrap="square" lIns="78307" tIns="39154" rIns="78307" bIns="39154" numCol="1" rtlCol="0" anchor="ctr" anchorCtr="0" compatLnSpc="1"/>
          <a:lstStyle/>
          <a:p>
            <a:pPr algn="ctr" defTabSz="783092">
              <a:defRPr/>
            </a:pPr>
            <a:endParaRPr lang="zh-CN" altLang="en-US" sz="428" kern="0" dirty="0">
              <a:solidFill>
                <a:prstClr val="black"/>
              </a:solidFill>
            </a:endParaRPr>
          </a:p>
        </p:txBody>
      </p:sp>
      <p:sp>
        <p:nvSpPr>
          <p:cNvPr id="143" name="椭圆 142">
            <a:extLst>
              <a:ext uri="{FF2B5EF4-FFF2-40B4-BE49-F238E27FC236}">
                <a16:creationId xmlns:a16="http://schemas.microsoft.com/office/drawing/2014/main" id="{68AA101D-E6AB-42DB-AAC4-0F47A3EB6D9C}"/>
              </a:ext>
            </a:extLst>
          </p:cNvPr>
          <p:cNvSpPr/>
          <p:nvPr/>
        </p:nvSpPr>
        <p:spPr bwMode="auto">
          <a:xfrm>
            <a:off x="4839716" y="4063318"/>
            <a:ext cx="284695" cy="290897"/>
          </a:xfrm>
          <a:prstGeom prst="ellipse">
            <a:avLst/>
          </a:prstGeom>
          <a:solidFill>
            <a:srgbClr val="4F81BD"/>
          </a:solidFill>
          <a:ln w="9525" cap="flat" cmpd="sng" algn="ctr">
            <a:solidFill>
              <a:sysClr val="windowText" lastClr="000000"/>
            </a:solidFill>
            <a:prstDash val="solid"/>
            <a:round/>
            <a:headEnd type="none" w="med" len="med"/>
            <a:tailEnd type="none" w="med" len="med"/>
          </a:ln>
        </p:spPr>
        <p:txBody>
          <a:bodyPr vert="horz" wrap="square" lIns="78307" tIns="39154" rIns="78307" bIns="39154" numCol="1" rtlCol="0" anchor="ctr" anchorCtr="0" compatLnSpc="1"/>
          <a:lstStyle/>
          <a:p>
            <a:pPr algn="ctr" defTabSz="783092">
              <a:defRPr/>
            </a:pPr>
            <a:endParaRPr lang="zh-CN" altLang="en-US" sz="428" kern="0" dirty="0">
              <a:solidFill>
                <a:prstClr val="black"/>
              </a:solidFill>
            </a:endParaRPr>
          </a:p>
        </p:txBody>
      </p:sp>
      <p:cxnSp>
        <p:nvCxnSpPr>
          <p:cNvPr id="144" name="直接箭头连接符 143">
            <a:extLst>
              <a:ext uri="{FF2B5EF4-FFF2-40B4-BE49-F238E27FC236}">
                <a16:creationId xmlns:a16="http://schemas.microsoft.com/office/drawing/2014/main" id="{088E098E-97DB-497D-B79E-24E83B4505DE}"/>
              </a:ext>
            </a:extLst>
          </p:cNvPr>
          <p:cNvCxnSpPr>
            <a:stCxn id="138" idx="4"/>
            <a:endCxn id="139" idx="0"/>
          </p:cNvCxnSpPr>
          <p:nvPr/>
        </p:nvCxnSpPr>
        <p:spPr>
          <a:xfrm>
            <a:off x="4982063" y="2634064"/>
            <a:ext cx="0" cy="1409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5" name="直接箭头连接符 144">
            <a:extLst>
              <a:ext uri="{FF2B5EF4-FFF2-40B4-BE49-F238E27FC236}">
                <a16:creationId xmlns:a16="http://schemas.microsoft.com/office/drawing/2014/main" id="{0A9B2C7C-D3C0-4192-A873-0EE406C52D49}"/>
              </a:ext>
            </a:extLst>
          </p:cNvPr>
          <p:cNvCxnSpPr>
            <a:stCxn id="139" idx="4"/>
          </p:cNvCxnSpPr>
          <p:nvPr/>
        </p:nvCxnSpPr>
        <p:spPr>
          <a:xfrm>
            <a:off x="4982063" y="3065938"/>
            <a:ext cx="0" cy="1346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6" name="直接箭头连接符 145">
            <a:extLst>
              <a:ext uri="{FF2B5EF4-FFF2-40B4-BE49-F238E27FC236}">
                <a16:creationId xmlns:a16="http://schemas.microsoft.com/office/drawing/2014/main" id="{8E6E56F1-8382-48C2-A136-34B612EF5252}"/>
              </a:ext>
            </a:extLst>
          </p:cNvPr>
          <p:cNvCxnSpPr>
            <a:stCxn id="140" idx="3"/>
            <a:endCxn id="141" idx="0"/>
          </p:cNvCxnSpPr>
          <p:nvPr/>
        </p:nvCxnSpPr>
        <p:spPr>
          <a:xfrm flipH="1">
            <a:off x="4726570" y="3448837"/>
            <a:ext cx="154839" cy="1889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7" name="直接箭头连接符 146">
            <a:extLst>
              <a:ext uri="{FF2B5EF4-FFF2-40B4-BE49-F238E27FC236}">
                <a16:creationId xmlns:a16="http://schemas.microsoft.com/office/drawing/2014/main" id="{C7C16FBE-3388-4B53-990E-4E3697C862CE}"/>
              </a:ext>
            </a:extLst>
          </p:cNvPr>
          <p:cNvCxnSpPr>
            <a:stCxn id="140" idx="5"/>
            <a:endCxn id="142" idx="0"/>
          </p:cNvCxnSpPr>
          <p:nvPr/>
        </p:nvCxnSpPr>
        <p:spPr>
          <a:xfrm>
            <a:off x="5082718" y="3448837"/>
            <a:ext cx="170437" cy="1889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8" name="直接箭头连接符 147">
            <a:extLst>
              <a:ext uri="{FF2B5EF4-FFF2-40B4-BE49-F238E27FC236}">
                <a16:creationId xmlns:a16="http://schemas.microsoft.com/office/drawing/2014/main" id="{B3F89F00-5D64-4238-81E8-2AB69A2A24FD}"/>
              </a:ext>
            </a:extLst>
          </p:cNvPr>
          <p:cNvCxnSpPr>
            <a:stCxn id="141" idx="4"/>
            <a:endCxn id="143" idx="1"/>
          </p:cNvCxnSpPr>
          <p:nvPr/>
        </p:nvCxnSpPr>
        <p:spPr>
          <a:xfrm>
            <a:off x="4726570" y="3928714"/>
            <a:ext cx="154839" cy="1772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9" name="直接箭头连接符 148">
            <a:extLst>
              <a:ext uri="{FF2B5EF4-FFF2-40B4-BE49-F238E27FC236}">
                <a16:creationId xmlns:a16="http://schemas.microsoft.com/office/drawing/2014/main" id="{1BCAAC5D-112D-4B21-A945-A1E15BACD396}"/>
              </a:ext>
            </a:extLst>
          </p:cNvPr>
          <p:cNvCxnSpPr>
            <a:stCxn id="142" idx="4"/>
            <a:endCxn id="143" idx="7"/>
          </p:cNvCxnSpPr>
          <p:nvPr/>
        </p:nvCxnSpPr>
        <p:spPr>
          <a:xfrm flipH="1">
            <a:off x="5082718" y="3928714"/>
            <a:ext cx="170437" cy="1772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0" name="连接符: 肘形 61">
            <a:extLst>
              <a:ext uri="{FF2B5EF4-FFF2-40B4-BE49-F238E27FC236}">
                <a16:creationId xmlns:a16="http://schemas.microsoft.com/office/drawing/2014/main" id="{88AB8BD7-3BF3-4930-9C45-33D6CFCDCE56}"/>
              </a:ext>
            </a:extLst>
          </p:cNvPr>
          <p:cNvCxnSpPr>
            <a:stCxn id="143" idx="2"/>
            <a:endCxn id="139" idx="2"/>
          </p:cNvCxnSpPr>
          <p:nvPr/>
        </p:nvCxnSpPr>
        <p:spPr>
          <a:xfrm rot="10800000">
            <a:off x="4839715" y="2920489"/>
            <a:ext cx="10876" cy="1288278"/>
          </a:xfrm>
          <a:prstGeom prst="curvedConnector3">
            <a:avLst>
              <a:gd name="adj1" fmla="val 4105039"/>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1" name="连接符: 肘形 70">
            <a:extLst>
              <a:ext uri="{FF2B5EF4-FFF2-40B4-BE49-F238E27FC236}">
                <a16:creationId xmlns:a16="http://schemas.microsoft.com/office/drawing/2014/main" id="{20436DE6-BAC5-4830-9D7C-0B379CAB7BA3}"/>
              </a:ext>
            </a:extLst>
          </p:cNvPr>
          <p:cNvCxnSpPr>
            <a:endCxn id="139" idx="2"/>
          </p:cNvCxnSpPr>
          <p:nvPr/>
        </p:nvCxnSpPr>
        <p:spPr>
          <a:xfrm rot="5400000" flipH="1" flipV="1">
            <a:off x="4348712" y="3197691"/>
            <a:ext cx="768206" cy="213800"/>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2" name="连接符: 肘形 72">
            <a:extLst>
              <a:ext uri="{FF2B5EF4-FFF2-40B4-BE49-F238E27FC236}">
                <a16:creationId xmlns:a16="http://schemas.microsoft.com/office/drawing/2014/main" id="{FAE45B86-5E20-4AEE-86E9-715AD6F50325}"/>
              </a:ext>
            </a:extLst>
          </p:cNvPr>
          <p:cNvCxnSpPr>
            <a:stCxn id="140" idx="6"/>
            <a:endCxn id="139" idx="6"/>
          </p:cNvCxnSpPr>
          <p:nvPr/>
        </p:nvCxnSpPr>
        <p:spPr>
          <a:xfrm flipV="1">
            <a:off x="5124410" y="2920489"/>
            <a:ext cx="10876" cy="425500"/>
          </a:xfrm>
          <a:prstGeom prst="curvedConnector3">
            <a:avLst>
              <a:gd name="adj1" fmla="val 66043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3" name="连接符: 肘形 77">
            <a:extLst>
              <a:ext uri="{FF2B5EF4-FFF2-40B4-BE49-F238E27FC236}">
                <a16:creationId xmlns:a16="http://schemas.microsoft.com/office/drawing/2014/main" id="{7BAB9568-7819-4371-8E3C-EC07102F6496}"/>
              </a:ext>
            </a:extLst>
          </p:cNvPr>
          <p:cNvCxnSpPr>
            <a:stCxn id="142" idx="7"/>
            <a:endCxn id="139" idx="6"/>
          </p:cNvCxnSpPr>
          <p:nvPr/>
        </p:nvCxnSpPr>
        <p:spPr>
          <a:xfrm rot="16200000" flipV="1">
            <a:off x="4859144" y="3185755"/>
            <a:ext cx="759930" cy="229399"/>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54" name="文本框 153">
            <a:extLst>
              <a:ext uri="{FF2B5EF4-FFF2-40B4-BE49-F238E27FC236}">
                <a16:creationId xmlns:a16="http://schemas.microsoft.com/office/drawing/2014/main" id="{4BA0B216-FDAE-46E3-921F-97B9FDB8593C}"/>
              </a:ext>
            </a:extLst>
          </p:cNvPr>
          <p:cNvSpPr txBox="1"/>
          <p:nvPr/>
        </p:nvSpPr>
        <p:spPr>
          <a:xfrm>
            <a:off x="4853604" y="2439676"/>
            <a:ext cx="247023" cy="92205"/>
          </a:xfrm>
          <a:prstGeom prst="rect">
            <a:avLst/>
          </a:prstGeom>
          <a:noFill/>
        </p:spPr>
        <p:txBody>
          <a:bodyPr wrap="square" lIns="0" tIns="0" rIns="0" bIns="0" rtlCol="0" anchor="ctr">
            <a:spAutoFit/>
          </a:bodyPr>
          <a:lstStyle/>
          <a:p>
            <a:pPr algn="ctr" defTabSz="783092"/>
            <a:r>
              <a:rPr lang="en-US" altLang="zh-CN" sz="599" i="1" dirty="0">
                <a:solidFill>
                  <a:prstClr val="black"/>
                </a:solidFill>
                <a:latin typeface="Cambria Math" panose="02040503050406030204" pitchFamily="18" charset="0"/>
              </a:rPr>
              <a:t>Start</a:t>
            </a:r>
          </a:p>
        </p:txBody>
      </p:sp>
      <p:sp>
        <p:nvSpPr>
          <p:cNvPr id="155" name="文本框 154">
            <a:extLst>
              <a:ext uri="{FF2B5EF4-FFF2-40B4-BE49-F238E27FC236}">
                <a16:creationId xmlns:a16="http://schemas.microsoft.com/office/drawing/2014/main" id="{75FB31D5-6534-4902-BED1-58302742BE82}"/>
              </a:ext>
            </a:extLst>
          </p:cNvPr>
          <p:cNvSpPr txBox="1"/>
          <p:nvPr/>
        </p:nvSpPr>
        <p:spPr>
          <a:xfrm>
            <a:off x="4852774" y="2873554"/>
            <a:ext cx="247023" cy="92205"/>
          </a:xfrm>
          <a:prstGeom prst="rect">
            <a:avLst/>
          </a:prstGeom>
          <a:noFill/>
        </p:spPr>
        <p:txBody>
          <a:bodyPr wrap="square" lIns="0" tIns="0" rIns="0" bIns="0" rtlCol="0" anchor="ctr">
            <a:spAutoFit/>
          </a:bodyPr>
          <a:lstStyle/>
          <a:p>
            <a:pPr algn="ctr" defTabSz="783092"/>
            <a:r>
              <a:rPr lang="en-US" altLang="zh-CN" sz="599" i="1" dirty="0">
                <a:solidFill>
                  <a:prstClr val="black"/>
                </a:solidFill>
                <a:latin typeface="Cambria Math" panose="02040503050406030204" pitchFamily="18" charset="0"/>
              </a:rPr>
              <a:t>Wait</a:t>
            </a:r>
          </a:p>
        </p:txBody>
      </p:sp>
      <p:sp>
        <p:nvSpPr>
          <p:cNvPr id="156" name="文本框 155">
            <a:extLst>
              <a:ext uri="{FF2B5EF4-FFF2-40B4-BE49-F238E27FC236}">
                <a16:creationId xmlns:a16="http://schemas.microsoft.com/office/drawing/2014/main" id="{116CC542-010F-4744-BCA1-E38F157C4DC2}"/>
              </a:ext>
            </a:extLst>
          </p:cNvPr>
          <p:cNvSpPr txBox="1"/>
          <p:nvPr/>
        </p:nvSpPr>
        <p:spPr>
          <a:xfrm>
            <a:off x="4850787" y="3292849"/>
            <a:ext cx="247023" cy="92205"/>
          </a:xfrm>
          <a:prstGeom prst="rect">
            <a:avLst/>
          </a:prstGeom>
          <a:noFill/>
        </p:spPr>
        <p:txBody>
          <a:bodyPr wrap="square" lIns="0" tIns="0" rIns="0" bIns="0" rtlCol="0" anchor="ctr">
            <a:spAutoFit/>
          </a:bodyPr>
          <a:lstStyle/>
          <a:p>
            <a:pPr algn="ctr" defTabSz="783092"/>
            <a:r>
              <a:rPr lang="en-US" altLang="zh-CN" sz="599" i="1" dirty="0">
                <a:solidFill>
                  <a:prstClr val="black"/>
                </a:solidFill>
                <a:latin typeface="Cambria Math" panose="02040503050406030204" pitchFamily="18" charset="0"/>
              </a:rPr>
              <a:t>Exec</a:t>
            </a:r>
          </a:p>
        </p:txBody>
      </p:sp>
      <p:sp>
        <p:nvSpPr>
          <p:cNvPr id="157" name="文本框 156">
            <a:extLst>
              <a:ext uri="{FF2B5EF4-FFF2-40B4-BE49-F238E27FC236}">
                <a16:creationId xmlns:a16="http://schemas.microsoft.com/office/drawing/2014/main" id="{79613428-1E45-4E1A-ABCC-3780D44F6F70}"/>
              </a:ext>
            </a:extLst>
          </p:cNvPr>
          <p:cNvSpPr txBox="1"/>
          <p:nvPr/>
        </p:nvSpPr>
        <p:spPr>
          <a:xfrm>
            <a:off x="4588457" y="3737653"/>
            <a:ext cx="247023" cy="92205"/>
          </a:xfrm>
          <a:prstGeom prst="rect">
            <a:avLst/>
          </a:prstGeom>
          <a:noFill/>
        </p:spPr>
        <p:txBody>
          <a:bodyPr wrap="square" lIns="0" tIns="0" rIns="0" bIns="0" rtlCol="0" anchor="ctr">
            <a:spAutoFit/>
          </a:bodyPr>
          <a:lstStyle/>
          <a:p>
            <a:pPr algn="ctr" defTabSz="783092"/>
            <a:r>
              <a:rPr lang="en-US" altLang="zh-CN" sz="599" i="1" dirty="0">
                <a:solidFill>
                  <a:prstClr val="black"/>
                </a:solidFill>
                <a:latin typeface="Cambria Math" panose="02040503050406030204" pitchFamily="18" charset="0"/>
              </a:rPr>
              <a:t>S1</a:t>
            </a:r>
          </a:p>
        </p:txBody>
      </p:sp>
      <p:sp>
        <p:nvSpPr>
          <p:cNvPr id="158" name="文本框 157">
            <a:extLst>
              <a:ext uri="{FF2B5EF4-FFF2-40B4-BE49-F238E27FC236}">
                <a16:creationId xmlns:a16="http://schemas.microsoft.com/office/drawing/2014/main" id="{261EB835-2EA7-408E-B369-1DCA13B16EC1}"/>
              </a:ext>
            </a:extLst>
          </p:cNvPr>
          <p:cNvSpPr txBox="1"/>
          <p:nvPr/>
        </p:nvSpPr>
        <p:spPr>
          <a:xfrm>
            <a:off x="5126831" y="3740689"/>
            <a:ext cx="247023" cy="92205"/>
          </a:xfrm>
          <a:prstGeom prst="rect">
            <a:avLst/>
          </a:prstGeom>
          <a:noFill/>
        </p:spPr>
        <p:txBody>
          <a:bodyPr wrap="square" lIns="0" tIns="0" rIns="0" bIns="0" rtlCol="0" anchor="ctr">
            <a:spAutoFit/>
          </a:bodyPr>
          <a:lstStyle/>
          <a:p>
            <a:pPr algn="ctr" defTabSz="783092"/>
            <a:r>
              <a:rPr lang="en-US" altLang="zh-CN" sz="599" i="1" dirty="0">
                <a:solidFill>
                  <a:prstClr val="black"/>
                </a:solidFill>
                <a:latin typeface="Cambria Math" panose="02040503050406030204" pitchFamily="18" charset="0"/>
              </a:rPr>
              <a:t>S2</a:t>
            </a:r>
          </a:p>
        </p:txBody>
      </p:sp>
      <p:sp>
        <p:nvSpPr>
          <p:cNvPr id="159" name="文本框 158">
            <a:extLst>
              <a:ext uri="{FF2B5EF4-FFF2-40B4-BE49-F238E27FC236}">
                <a16:creationId xmlns:a16="http://schemas.microsoft.com/office/drawing/2014/main" id="{BFDD66C9-4B53-4043-BFCF-0CFDA72B6DB9}"/>
              </a:ext>
            </a:extLst>
          </p:cNvPr>
          <p:cNvSpPr txBox="1"/>
          <p:nvPr/>
        </p:nvSpPr>
        <p:spPr>
          <a:xfrm>
            <a:off x="4850787" y="4166315"/>
            <a:ext cx="247023" cy="92205"/>
          </a:xfrm>
          <a:prstGeom prst="rect">
            <a:avLst/>
          </a:prstGeom>
          <a:noFill/>
        </p:spPr>
        <p:txBody>
          <a:bodyPr wrap="square" lIns="0" tIns="0" rIns="0" bIns="0" rtlCol="0" anchor="ctr">
            <a:spAutoFit/>
          </a:bodyPr>
          <a:lstStyle/>
          <a:p>
            <a:pPr algn="ctr" defTabSz="783092"/>
            <a:r>
              <a:rPr lang="en-US" altLang="zh-CN" sz="599" i="1" dirty="0">
                <a:solidFill>
                  <a:prstClr val="black"/>
                </a:solidFill>
                <a:latin typeface="Cambria Math" panose="02040503050406030204" pitchFamily="18" charset="0"/>
              </a:rPr>
              <a:t>End</a:t>
            </a:r>
          </a:p>
        </p:txBody>
      </p:sp>
      <p:sp>
        <p:nvSpPr>
          <p:cNvPr id="160" name="文本框 159">
            <a:extLst>
              <a:ext uri="{FF2B5EF4-FFF2-40B4-BE49-F238E27FC236}">
                <a16:creationId xmlns:a16="http://schemas.microsoft.com/office/drawing/2014/main" id="{513C42CC-3BDD-4B90-A338-F14BF3F6AAF9}"/>
              </a:ext>
            </a:extLst>
          </p:cNvPr>
          <p:cNvSpPr txBox="1"/>
          <p:nvPr/>
        </p:nvSpPr>
        <p:spPr>
          <a:xfrm>
            <a:off x="4501302" y="2633172"/>
            <a:ext cx="445241" cy="105413"/>
          </a:xfrm>
          <a:prstGeom prst="rect">
            <a:avLst/>
          </a:prstGeom>
          <a:noFill/>
        </p:spPr>
        <p:txBody>
          <a:bodyPr wrap="square" lIns="0" tIns="0" rIns="0" bIns="0" rtlCol="0">
            <a:spAutoFit/>
          </a:bodyPr>
          <a:lstStyle/>
          <a:p>
            <a:pPr defTabSz="783092"/>
            <a:r>
              <a:rPr lang="en-US" altLang="zh-CN" sz="685" i="1" dirty="0">
                <a:solidFill>
                  <a:prstClr val="black"/>
                </a:solidFill>
                <a:latin typeface="Cambria Math" panose="02040503050406030204" pitchFamily="18" charset="0"/>
              </a:rPr>
              <a:t>p:=0; q:=0</a:t>
            </a:r>
            <a:endParaRPr lang="zh-CN" altLang="en-US" sz="685" i="1" dirty="0">
              <a:solidFill>
                <a:prstClr val="black"/>
              </a:solidFill>
              <a:latin typeface="Cambria Math" panose="02040503050406030204" pitchFamily="18" charset="0"/>
            </a:endParaRPr>
          </a:p>
        </p:txBody>
      </p:sp>
      <p:sp>
        <p:nvSpPr>
          <p:cNvPr id="161" name="文本框 160">
            <a:extLst>
              <a:ext uri="{FF2B5EF4-FFF2-40B4-BE49-F238E27FC236}">
                <a16:creationId xmlns:a16="http://schemas.microsoft.com/office/drawing/2014/main" id="{42ED08B2-A0C6-44A2-A0D8-5C4A3B5732CE}"/>
              </a:ext>
            </a:extLst>
          </p:cNvPr>
          <p:cNvSpPr txBox="1"/>
          <p:nvPr/>
        </p:nvSpPr>
        <p:spPr>
          <a:xfrm>
            <a:off x="4714525" y="3055290"/>
            <a:ext cx="524530" cy="131703"/>
          </a:xfrm>
          <a:prstGeom prst="rect">
            <a:avLst/>
          </a:prstGeom>
          <a:noFill/>
        </p:spPr>
        <p:txBody>
          <a:bodyPr wrap="square" lIns="0" tIns="0" rIns="0" bIns="0" rtlCol="0">
            <a:spAutoFit/>
          </a:bodyPr>
          <a:lstStyle/>
          <a:p>
            <a:pPr algn="ctr" defTabSz="783092"/>
            <a:r>
              <a:rPr lang="en-US" altLang="zh-CN" sz="428" i="1" dirty="0">
                <a:solidFill>
                  <a:prstClr val="black"/>
                </a:solidFill>
                <a:latin typeface="Cambria Math" panose="02040503050406030204" pitchFamily="18" charset="0"/>
              </a:rPr>
              <a:t>receiveBIT</a:t>
            </a:r>
          </a:p>
          <a:p>
            <a:pPr algn="ctr" defTabSz="783092"/>
            <a:r>
              <a:rPr lang="en-US" altLang="zh-CN" sz="428" i="1" dirty="0">
                <a:solidFill>
                  <a:prstClr val="black"/>
                </a:solidFill>
                <a:latin typeface="Cambria Math" panose="02040503050406030204" pitchFamily="18" charset="0"/>
              </a:rPr>
              <a:t>(PLA.sin, PLA.cos)</a:t>
            </a:r>
            <a:endParaRPr lang="zh-CN" altLang="en-US" sz="428" i="1" dirty="0">
              <a:solidFill>
                <a:prstClr val="black"/>
              </a:solidFill>
              <a:latin typeface="Cambria Math" panose="02040503050406030204" pitchFamily="18" charset="0"/>
            </a:endParaRPr>
          </a:p>
        </p:txBody>
      </p:sp>
      <p:sp>
        <p:nvSpPr>
          <p:cNvPr id="162" name="椭圆 161">
            <a:extLst>
              <a:ext uri="{FF2B5EF4-FFF2-40B4-BE49-F238E27FC236}">
                <a16:creationId xmlns:a16="http://schemas.microsoft.com/office/drawing/2014/main" id="{5E5FB499-049B-4660-9CB8-FFC22F190131}"/>
              </a:ext>
            </a:extLst>
          </p:cNvPr>
          <p:cNvSpPr/>
          <p:nvPr/>
        </p:nvSpPr>
        <p:spPr bwMode="auto">
          <a:xfrm>
            <a:off x="4647597" y="3365707"/>
            <a:ext cx="170436" cy="187117"/>
          </a:xfrm>
          <a:prstGeom prst="ellipse">
            <a:avLst/>
          </a:prstGeom>
          <a:noFill/>
          <a:ln w="9525" cap="flat" cmpd="sng" algn="ctr">
            <a:noFill/>
            <a:prstDash val="solid"/>
            <a:round/>
            <a:headEnd type="none" w="med" len="med"/>
            <a:tailEnd type="none" w="med" len="med"/>
          </a:ln>
        </p:spPr>
        <p:txBody>
          <a:bodyPr vert="horz" wrap="square" lIns="78307" tIns="39154" rIns="78307" bIns="39154" numCol="1" rtlCol="0" anchor="t" anchorCtr="0" compatLnSpc="1"/>
          <a:lstStyle/>
          <a:p>
            <a:pPr defTabSz="783092"/>
            <a:r>
              <a:rPr lang="zh-CN" altLang="en-US" sz="599" dirty="0">
                <a:solidFill>
                  <a:prstClr val="black"/>
                </a:solidFill>
              </a:rPr>
              <a:t>①</a:t>
            </a:r>
          </a:p>
        </p:txBody>
      </p:sp>
      <p:sp>
        <p:nvSpPr>
          <p:cNvPr id="163" name="椭圆 162">
            <a:extLst>
              <a:ext uri="{FF2B5EF4-FFF2-40B4-BE49-F238E27FC236}">
                <a16:creationId xmlns:a16="http://schemas.microsoft.com/office/drawing/2014/main" id="{F205C99B-97E0-4927-ADFF-9176C1EB8FF2}"/>
              </a:ext>
            </a:extLst>
          </p:cNvPr>
          <p:cNvSpPr/>
          <p:nvPr/>
        </p:nvSpPr>
        <p:spPr bwMode="auto">
          <a:xfrm>
            <a:off x="5082718" y="3371125"/>
            <a:ext cx="170436" cy="187117"/>
          </a:xfrm>
          <a:prstGeom prst="ellipse">
            <a:avLst/>
          </a:prstGeom>
          <a:noFill/>
          <a:ln w="9525" cap="flat" cmpd="sng" algn="ctr">
            <a:noFill/>
            <a:prstDash val="solid"/>
            <a:round/>
            <a:headEnd type="none" w="med" len="med"/>
            <a:tailEnd type="none" w="med" len="med"/>
          </a:ln>
        </p:spPr>
        <p:txBody>
          <a:bodyPr vert="horz" wrap="square" lIns="78307" tIns="39154" rIns="78307" bIns="39154" numCol="1" rtlCol="0" anchor="t" anchorCtr="0" compatLnSpc="1"/>
          <a:lstStyle/>
          <a:p>
            <a:pPr defTabSz="783092"/>
            <a:r>
              <a:rPr lang="zh-CN" altLang="en-US" sz="599" dirty="0">
                <a:solidFill>
                  <a:prstClr val="black"/>
                </a:solidFill>
              </a:rPr>
              <a:t>②</a:t>
            </a:r>
          </a:p>
        </p:txBody>
      </p:sp>
      <p:sp>
        <p:nvSpPr>
          <p:cNvPr id="164" name="椭圆 163">
            <a:extLst>
              <a:ext uri="{FF2B5EF4-FFF2-40B4-BE49-F238E27FC236}">
                <a16:creationId xmlns:a16="http://schemas.microsoft.com/office/drawing/2014/main" id="{35E3F8AB-A254-40E7-BD41-D51956D6C957}"/>
              </a:ext>
            </a:extLst>
          </p:cNvPr>
          <p:cNvSpPr/>
          <p:nvPr/>
        </p:nvSpPr>
        <p:spPr bwMode="auto">
          <a:xfrm>
            <a:off x="5025147" y="3101877"/>
            <a:ext cx="170436" cy="187117"/>
          </a:xfrm>
          <a:prstGeom prst="ellipse">
            <a:avLst/>
          </a:prstGeom>
          <a:noFill/>
          <a:ln w="9525" cap="flat" cmpd="sng" algn="ctr">
            <a:noFill/>
            <a:prstDash val="solid"/>
            <a:round/>
            <a:headEnd type="none" w="med" len="med"/>
            <a:tailEnd type="none" w="med" len="med"/>
          </a:ln>
        </p:spPr>
        <p:txBody>
          <a:bodyPr vert="horz" wrap="square" lIns="78307" tIns="39154" rIns="78307" bIns="39154" numCol="1" rtlCol="0" anchor="t" anchorCtr="0" compatLnSpc="1"/>
          <a:lstStyle/>
          <a:p>
            <a:pPr defTabSz="783092"/>
            <a:r>
              <a:rPr lang="zh-CN" altLang="en-US" sz="599" dirty="0">
                <a:solidFill>
                  <a:prstClr val="black"/>
                </a:solidFill>
              </a:rPr>
              <a:t>③</a:t>
            </a:r>
          </a:p>
        </p:txBody>
      </p:sp>
      <p:sp>
        <p:nvSpPr>
          <p:cNvPr id="165" name="椭圆 164">
            <a:extLst>
              <a:ext uri="{FF2B5EF4-FFF2-40B4-BE49-F238E27FC236}">
                <a16:creationId xmlns:a16="http://schemas.microsoft.com/office/drawing/2014/main" id="{442868A2-9C0B-4F4A-8F00-19B6271A8523}"/>
              </a:ext>
            </a:extLst>
          </p:cNvPr>
          <p:cNvSpPr/>
          <p:nvPr/>
        </p:nvSpPr>
        <p:spPr bwMode="auto">
          <a:xfrm>
            <a:off x="4709157" y="3859426"/>
            <a:ext cx="170436" cy="187117"/>
          </a:xfrm>
          <a:prstGeom prst="ellipse">
            <a:avLst/>
          </a:prstGeom>
          <a:noFill/>
          <a:ln w="9525" cap="flat" cmpd="sng" algn="ctr">
            <a:noFill/>
            <a:prstDash val="solid"/>
            <a:round/>
            <a:headEnd type="none" w="med" len="med"/>
            <a:tailEnd type="none" w="med" len="med"/>
          </a:ln>
        </p:spPr>
        <p:txBody>
          <a:bodyPr vert="horz" wrap="square" lIns="78307" tIns="39154" rIns="78307" bIns="39154" numCol="1" rtlCol="0" anchor="t" anchorCtr="0" compatLnSpc="1"/>
          <a:lstStyle/>
          <a:p>
            <a:pPr defTabSz="783092"/>
            <a:r>
              <a:rPr lang="zh-CN" altLang="en-US" sz="599" dirty="0">
                <a:solidFill>
                  <a:prstClr val="black"/>
                </a:solidFill>
              </a:rPr>
              <a:t>④</a:t>
            </a:r>
          </a:p>
        </p:txBody>
      </p:sp>
      <p:sp>
        <p:nvSpPr>
          <p:cNvPr id="166" name="椭圆 165">
            <a:extLst>
              <a:ext uri="{FF2B5EF4-FFF2-40B4-BE49-F238E27FC236}">
                <a16:creationId xmlns:a16="http://schemas.microsoft.com/office/drawing/2014/main" id="{AF066BC2-5955-439E-B13F-A9A9D24E6BE6}"/>
              </a:ext>
            </a:extLst>
          </p:cNvPr>
          <p:cNvSpPr/>
          <p:nvPr/>
        </p:nvSpPr>
        <p:spPr bwMode="auto">
          <a:xfrm>
            <a:off x="5013097" y="3853335"/>
            <a:ext cx="170436" cy="187117"/>
          </a:xfrm>
          <a:prstGeom prst="ellipse">
            <a:avLst/>
          </a:prstGeom>
          <a:noFill/>
          <a:ln w="9525" cap="flat" cmpd="sng" algn="ctr">
            <a:noFill/>
            <a:prstDash val="solid"/>
            <a:round/>
            <a:headEnd type="none" w="med" len="med"/>
            <a:tailEnd type="none" w="med" len="med"/>
          </a:ln>
        </p:spPr>
        <p:txBody>
          <a:bodyPr vert="horz" wrap="square" lIns="78307" tIns="39154" rIns="78307" bIns="39154" numCol="1" rtlCol="0" anchor="t" anchorCtr="0" compatLnSpc="1"/>
          <a:lstStyle/>
          <a:p>
            <a:pPr defTabSz="783092"/>
            <a:r>
              <a:rPr lang="zh-CN" altLang="en-US" sz="599" dirty="0">
                <a:solidFill>
                  <a:prstClr val="black"/>
                </a:solidFill>
              </a:rPr>
              <a:t>⑤</a:t>
            </a:r>
          </a:p>
        </p:txBody>
      </p:sp>
      <p:sp>
        <p:nvSpPr>
          <p:cNvPr id="167" name="椭圆 166">
            <a:extLst>
              <a:ext uri="{FF2B5EF4-FFF2-40B4-BE49-F238E27FC236}">
                <a16:creationId xmlns:a16="http://schemas.microsoft.com/office/drawing/2014/main" id="{6CE795CA-E2FE-458C-8425-D6CFBA0DB8B6}"/>
              </a:ext>
            </a:extLst>
          </p:cNvPr>
          <p:cNvSpPr/>
          <p:nvPr/>
        </p:nvSpPr>
        <p:spPr bwMode="auto">
          <a:xfrm>
            <a:off x="4493563" y="3181906"/>
            <a:ext cx="170436" cy="187117"/>
          </a:xfrm>
          <a:prstGeom prst="ellipse">
            <a:avLst/>
          </a:prstGeom>
          <a:noFill/>
          <a:ln w="9525" cap="flat" cmpd="sng" algn="ctr">
            <a:noFill/>
            <a:prstDash val="solid"/>
            <a:round/>
            <a:headEnd type="none" w="med" len="med"/>
            <a:tailEnd type="none" w="med" len="med"/>
          </a:ln>
        </p:spPr>
        <p:txBody>
          <a:bodyPr vert="horz" wrap="square" lIns="78307" tIns="39154" rIns="78307" bIns="39154" numCol="1" rtlCol="0" anchor="t" anchorCtr="0" compatLnSpc="1"/>
          <a:lstStyle/>
          <a:p>
            <a:pPr defTabSz="783092"/>
            <a:r>
              <a:rPr lang="zh-CN" altLang="en-US" sz="599" dirty="0">
                <a:solidFill>
                  <a:prstClr val="black"/>
                </a:solidFill>
              </a:rPr>
              <a:t>⑥</a:t>
            </a:r>
          </a:p>
        </p:txBody>
      </p:sp>
      <p:sp>
        <p:nvSpPr>
          <p:cNvPr id="168" name="椭圆 167">
            <a:extLst>
              <a:ext uri="{FF2B5EF4-FFF2-40B4-BE49-F238E27FC236}">
                <a16:creationId xmlns:a16="http://schemas.microsoft.com/office/drawing/2014/main" id="{4CDACB5E-20C0-4F54-881D-425D49707D27}"/>
              </a:ext>
            </a:extLst>
          </p:cNvPr>
          <p:cNvSpPr/>
          <p:nvPr/>
        </p:nvSpPr>
        <p:spPr bwMode="auto">
          <a:xfrm>
            <a:off x="5250490" y="3195435"/>
            <a:ext cx="170436" cy="187117"/>
          </a:xfrm>
          <a:prstGeom prst="ellipse">
            <a:avLst/>
          </a:prstGeom>
          <a:noFill/>
          <a:ln w="9525" cap="flat" cmpd="sng" algn="ctr">
            <a:noFill/>
            <a:prstDash val="solid"/>
            <a:round/>
            <a:headEnd type="none" w="med" len="med"/>
            <a:tailEnd type="none" w="med" len="med"/>
          </a:ln>
        </p:spPr>
        <p:txBody>
          <a:bodyPr vert="horz" wrap="square" lIns="78307" tIns="39154" rIns="78307" bIns="39154" numCol="1" rtlCol="0" anchor="t" anchorCtr="0" compatLnSpc="1"/>
          <a:lstStyle/>
          <a:p>
            <a:pPr defTabSz="783092"/>
            <a:r>
              <a:rPr lang="zh-CN" altLang="en-US" sz="599" dirty="0">
                <a:solidFill>
                  <a:prstClr val="black"/>
                </a:solidFill>
              </a:rPr>
              <a:t>⑦</a:t>
            </a:r>
          </a:p>
        </p:txBody>
      </p:sp>
      <p:sp>
        <p:nvSpPr>
          <p:cNvPr id="169" name="文本框 168">
            <a:extLst>
              <a:ext uri="{FF2B5EF4-FFF2-40B4-BE49-F238E27FC236}">
                <a16:creationId xmlns:a16="http://schemas.microsoft.com/office/drawing/2014/main" id="{16AEB8CA-17B4-46E2-8C2B-4EA466EFD685}"/>
              </a:ext>
            </a:extLst>
          </p:cNvPr>
          <p:cNvSpPr txBox="1"/>
          <p:nvPr/>
        </p:nvSpPr>
        <p:spPr>
          <a:xfrm>
            <a:off x="4234727" y="2998186"/>
            <a:ext cx="397603" cy="131703"/>
          </a:xfrm>
          <a:prstGeom prst="rect">
            <a:avLst/>
          </a:prstGeom>
          <a:noFill/>
        </p:spPr>
        <p:txBody>
          <a:bodyPr wrap="square" lIns="0" tIns="0" rIns="0" bIns="0" rtlCol="0">
            <a:spAutoFit/>
          </a:bodyPr>
          <a:lstStyle/>
          <a:p>
            <a:pPr algn="ctr" defTabSz="783092"/>
            <a:r>
              <a:rPr lang="en-US" altLang="zh-CN" sz="428" i="1" dirty="0">
                <a:solidFill>
                  <a:prstClr val="black"/>
                </a:solidFill>
                <a:latin typeface="Cambria Math" panose="02040503050406030204" pitchFamily="18" charset="0"/>
              </a:rPr>
              <a:t>sendBIT</a:t>
            </a:r>
          </a:p>
          <a:p>
            <a:pPr algn="ctr" defTabSz="783092"/>
            <a:r>
              <a:rPr lang="en-US" altLang="zh-CN" sz="428" i="1" dirty="0">
                <a:solidFill>
                  <a:prstClr val="black"/>
                </a:solidFill>
                <a:latin typeface="Cambria Math" panose="02040503050406030204" pitchFamily="18" charset="0"/>
              </a:rPr>
              <a:t>(PLA.Signal_cos)</a:t>
            </a:r>
            <a:endParaRPr lang="zh-CN" altLang="en-US" sz="428" i="1" dirty="0">
              <a:solidFill>
                <a:prstClr val="black"/>
              </a:solidFill>
              <a:latin typeface="Cambria Math" panose="02040503050406030204" pitchFamily="18" charset="0"/>
            </a:endParaRPr>
          </a:p>
        </p:txBody>
      </p:sp>
      <p:cxnSp>
        <p:nvCxnSpPr>
          <p:cNvPr id="171" name="连接符: 肘形 170">
            <a:extLst>
              <a:ext uri="{FF2B5EF4-FFF2-40B4-BE49-F238E27FC236}">
                <a16:creationId xmlns:a16="http://schemas.microsoft.com/office/drawing/2014/main" id="{80806DAA-932A-4168-ADD0-EBCE384B6D04}"/>
              </a:ext>
            </a:extLst>
          </p:cNvPr>
          <p:cNvCxnSpPr>
            <a:endCxn id="137" idx="0"/>
          </p:cNvCxnSpPr>
          <p:nvPr/>
        </p:nvCxnSpPr>
        <p:spPr>
          <a:xfrm>
            <a:off x="3313744" y="2197884"/>
            <a:ext cx="1544382" cy="9346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72" name="椭圆 171">
            <a:extLst>
              <a:ext uri="{FF2B5EF4-FFF2-40B4-BE49-F238E27FC236}">
                <a16:creationId xmlns:a16="http://schemas.microsoft.com/office/drawing/2014/main" id="{8E41B9AD-05D9-4384-B4C4-C7D1A0335DC2}"/>
              </a:ext>
            </a:extLst>
          </p:cNvPr>
          <p:cNvSpPr/>
          <p:nvPr/>
        </p:nvSpPr>
        <p:spPr bwMode="auto">
          <a:xfrm>
            <a:off x="1675708" y="5215212"/>
            <a:ext cx="407129" cy="402775"/>
          </a:xfrm>
          <a:prstGeom prst="ellipse">
            <a:avLst/>
          </a:prstGeom>
          <a:solidFill>
            <a:srgbClr val="4F81BD"/>
          </a:solidFill>
          <a:ln w="9525" cap="flat" cmpd="sng" algn="ctr">
            <a:solidFill>
              <a:sysClr val="windowText" lastClr="000000"/>
            </a:solidFill>
            <a:prstDash val="solid"/>
            <a:round/>
            <a:headEnd type="none" w="med" len="med"/>
            <a:tailEnd type="none" w="med" len="med"/>
          </a:ln>
        </p:spPr>
        <p:txBody>
          <a:bodyPr vert="horz" wrap="square" lIns="78307" tIns="39154" rIns="78307" bIns="39154" numCol="1" rtlCol="0" anchor="ctr" anchorCtr="0" compatLnSpc="1"/>
          <a:lstStyle/>
          <a:p>
            <a:pPr algn="ctr" defTabSz="783092">
              <a:defRPr/>
            </a:pPr>
            <a:r>
              <a:rPr lang="en-US" altLang="zh-CN" sz="428" kern="0" dirty="0">
                <a:solidFill>
                  <a:prstClr val="black"/>
                </a:solidFill>
              </a:rPr>
              <a:t>Wait</a:t>
            </a:r>
            <a:endParaRPr lang="zh-CN" altLang="en-US" sz="428" kern="0" dirty="0">
              <a:solidFill>
                <a:prstClr val="black"/>
              </a:solidFill>
            </a:endParaRPr>
          </a:p>
        </p:txBody>
      </p:sp>
      <p:sp>
        <p:nvSpPr>
          <p:cNvPr id="173" name="椭圆 172">
            <a:extLst>
              <a:ext uri="{FF2B5EF4-FFF2-40B4-BE49-F238E27FC236}">
                <a16:creationId xmlns:a16="http://schemas.microsoft.com/office/drawing/2014/main" id="{B42F8BE9-AAD9-4D3B-9AD1-FD4BECF200DB}"/>
              </a:ext>
            </a:extLst>
          </p:cNvPr>
          <p:cNvSpPr/>
          <p:nvPr/>
        </p:nvSpPr>
        <p:spPr bwMode="auto">
          <a:xfrm>
            <a:off x="2658213" y="5215212"/>
            <a:ext cx="407129" cy="402775"/>
          </a:xfrm>
          <a:prstGeom prst="ellipse">
            <a:avLst/>
          </a:prstGeom>
          <a:solidFill>
            <a:srgbClr val="4F81BD"/>
          </a:solidFill>
          <a:ln w="9525" cap="flat" cmpd="sng" algn="ctr">
            <a:solidFill>
              <a:sysClr val="windowText" lastClr="000000"/>
            </a:solidFill>
            <a:prstDash val="solid"/>
            <a:round/>
            <a:headEnd type="none" w="med" len="med"/>
            <a:tailEnd type="none" w="med" len="med"/>
          </a:ln>
        </p:spPr>
        <p:txBody>
          <a:bodyPr vert="horz" wrap="square" lIns="78307" tIns="39154" rIns="78307" bIns="39154" numCol="1" rtlCol="0" anchor="ctr" anchorCtr="0" compatLnSpc="1"/>
          <a:lstStyle/>
          <a:p>
            <a:pPr algn="ctr" defTabSz="783092">
              <a:defRPr/>
            </a:pPr>
            <a:r>
              <a:rPr lang="en-US" altLang="zh-CN" sz="428" kern="0" dirty="0">
                <a:solidFill>
                  <a:prstClr val="black"/>
                </a:solidFill>
              </a:rPr>
              <a:t>Exec</a:t>
            </a:r>
            <a:endParaRPr lang="zh-CN" altLang="en-US" sz="428" kern="0" dirty="0">
              <a:solidFill>
                <a:prstClr val="black"/>
              </a:solidFill>
            </a:endParaRPr>
          </a:p>
        </p:txBody>
      </p:sp>
      <p:sp>
        <p:nvSpPr>
          <p:cNvPr id="174" name="椭圆 173">
            <a:extLst>
              <a:ext uri="{FF2B5EF4-FFF2-40B4-BE49-F238E27FC236}">
                <a16:creationId xmlns:a16="http://schemas.microsoft.com/office/drawing/2014/main" id="{8F84CCB3-B19F-431E-97EC-81C92D18D3C2}"/>
              </a:ext>
            </a:extLst>
          </p:cNvPr>
          <p:cNvSpPr/>
          <p:nvPr/>
        </p:nvSpPr>
        <p:spPr bwMode="auto">
          <a:xfrm>
            <a:off x="3862035" y="4960133"/>
            <a:ext cx="407129" cy="402775"/>
          </a:xfrm>
          <a:prstGeom prst="ellipse">
            <a:avLst/>
          </a:prstGeom>
          <a:solidFill>
            <a:srgbClr val="4F81BD"/>
          </a:solidFill>
          <a:ln w="9525" cap="flat" cmpd="sng" algn="ctr">
            <a:solidFill>
              <a:sysClr val="windowText" lastClr="000000"/>
            </a:solidFill>
            <a:prstDash val="solid"/>
            <a:round/>
            <a:headEnd type="none" w="med" len="med"/>
            <a:tailEnd type="none" w="med" len="med"/>
          </a:ln>
        </p:spPr>
        <p:txBody>
          <a:bodyPr vert="horz" wrap="square" lIns="78307" tIns="39154" rIns="78307" bIns="39154" numCol="1" rtlCol="0" anchor="ctr" anchorCtr="0" compatLnSpc="1"/>
          <a:lstStyle/>
          <a:p>
            <a:pPr algn="ctr" defTabSz="783092">
              <a:defRPr/>
            </a:pPr>
            <a:r>
              <a:rPr lang="en-US" altLang="zh-CN" sz="428" kern="0" dirty="0">
                <a:solidFill>
                  <a:prstClr val="black"/>
                </a:solidFill>
              </a:rPr>
              <a:t>S2</a:t>
            </a:r>
            <a:endParaRPr lang="zh-CN" altLang="en-US" sz="428" kern="0" dirty="0">
              <a:solidFill>
                <a:prstClr val="black"/>
              </a:solidFill>
            </a:endParaRPr>
          </a:p>
        </p:txBody>
      </p:sp>
      <p:sp>
        <p:nvSpPr>
          <p:cNvPr id="175" name="椭圆 174">
            <a:extLst>
              <a:ext uri="{FF2B5EF4-FFF2-40B4-BE49-F238E27FC236}">
                <a16:creationId xmlns:a16="http://schemas.microsoft.com/office/drawing/2014/main" id="{81A43590-33FE-4E11-A656-D8BF7711F25B}"/>
              </a:ext>
            </a:extLst>
          </p:cNvPr>
          <p:cNvSpPr/>
          <p:nvPr/>
        </p:nvSpPr>
        <p:spPr bwMode="auto">
          <a:xfrm>
            <a:off x="3860554" y="5656689"/>
            <a:ext cx="407129" cy="402775"/>
          </a:xfrm>
          <a:prstGeom prst="ellipse">
            <a:avLst/>
          </a:prstGeom>
          <a:solidFill>
            <a:srgbClr val="4F81BD"/>
          </a:solidFill>
          <a:ln w="9525" cap="flat" cmpd="sng" algn="ctr">
            <a:solidFill>
              <a:sysClr val="windowText" lastClr="000000"/>
            </a:solidFill>
            <a:prstDash val="solid"/>
            <a:round/>
            <a:headEnd type="none" w="med" len="med"/>
            <a:tailEnd type="none" w="med" len="med"/>
          </a:ln>
        </p:spPr>
        <p:txBody>
          <a:bodyPr vert="horz" wrap="square" lIns="78307" tIns="39154" rIns="78307" bIns="39154" numCol="1" rtlCol="0" anchor="ctr" anchorCtr="0" compatLnSpc="1"/>
          <a:lstStyle/>
          <a:p>
            <a:pPr algn="ctr" defTabSz="783092">
              <a:defRPr/>
            </a:pPr>
            <a:r>
              <a:rPr lang="en-US" altLang="zh-CN" sz="428" kern="0" dirty="0">
                <a:solidFill>
                  <a:prstClr val="black"/>
                </a:solidFill>
              </a:rPr>
              <a:t>S1</a:t>
            </a:r>
            <a:endParaRPr lang="zh-CN" altLang="en-US" sz="428" kern="0" dirty="0">
              <a:solidFill>
                <a:prstClr val="black"/>
              </a:solidFill>
            </a:endParaRPr>
          </a:p>
        </p:txBody>
      </p:sp>
      <p:cxnSp>
        <p:nvCxnSpPr>
          <p:cNvPr id="177" name="直接箭头连接符 176">
            <a:extLst>
              <a:ext uri="{FF2B5EF4-FFF2-40B4-BE49-F238E27FC236}">
                <a16:creationId xmlns:a16="http://schemas.microsoft.com/office/drawing/2014/main" id="{114D0ECA-8107-4054-A340-7322266D3A6B}"/>
              </a:ext>
            </a:extLst>
          </p:cNvPr>
          <p:cNvCxnSpPr>
            <a:endCxn id="173" idx="2"/>
          </p:cNvCxnSpPr>
          <p:nvPr/>
        </p:nvCxnSpPr>
        <p:spPr>
          <a:xfrm flipV="1">
            <a:off x="2082835" y="5416600"/>
            <a:ext cx="575376" cy="15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9" name="直接箭头连接符 178">
            <a:extLst>
              <a:ext uri="{FF2B5EF4-FFF2-40B4-BE49-F238E27FC236}">
                <a16:creationId xmlns:a16="http://schemas.microsoft.com/office/drawing/2014/main" id="{5108B8D5-1FD5-4E65-A966-318AE69402B7}"/>
              </a:ext>
            </a:extLst>
          </p:cNvPr>
          <p:cNvCxnSpPr>
            <a:stCxn id="173" idx="7"/>
            <a:endCxn id="174" idx="2"/>
          </p:cNvCxnSpPr>
          <p:nvPr/>
        </p:nvCxnSpPr>
        <p:spPr>
          <a:xfrm flipV="1">
            <a:off x="3005718" y="5161520"/>
            <a:ext cx="856316" cy="1126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1" name="直接箭头连接符 180">
            <a:extLst>
              <a:ext uri="{FF2B5EF4-FFF2-40B4-BE49-F238E27FC236}">
                <a16:creationId xmlns:a16="http://schemas.microsoft.com/office/drawing/2014/main" id="{740EFFD8-B022-43C0-B2E9-28E8D4AA6CE9}"/>
              </a:ext>
            </a:extLst>
          </p:cNvPr>
          <p:cNvCxnSpPr>
            <a:stCxn id="173" idx="5"/>
            <a:endCxn id="175" idx="2"/>
          </p:cNvCxnSpPr>
          <p:nvPr/>
        </p:nvCxnSpPr>
        <p:spPr>
          <a:xfrm>
            <a:off x="3005718" y="5559002"/>
            <a:ext cx="854834" cy="2990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3" name="连接符: 肘形 182">
            <a:extLst>
              <a:ext uri="{FF2B5EF4-FFF2-40B4-BE49-F238E27FC236}">
                <a16:creationId xmlns:a16="http://schemas.microsoft.com/office/drawing/2014/main" id="{B7EE9CBF-4E0D-4E17-AFBD-26E1717A33F3}"/>
              </a:ext>
            </a:extLst>
          </p:cNvPr>
          <p:cNvCxnSpPr>
            <a:stCxn id="174" idx="0"/>
            <a:endCxn id="172" idx="0"/>
          </p:cNvCxnSpPr>
          <p:nvPr/>
        </p:nvCxnSpPr>
        <p:spPr>
          <a:xfrm rot="16200000" flipH="1" flipV="1">
            <a:off x="2844897" y="3994507"/>
            <a:ext cx="255079" cy="2186328"/>
          </a:xfrm>
          <a:prstGeom prst="curvedConnector3">
            <a:avLst>
              <a:gd name="adj1" fmla="val -14145"/>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7" name="连接符: 肘形 186">
            <a:extLst>
              <a:ext uri="{FF2B5EF4-FFF2-40B4-BE49-F238E27FC236}">
                <a16:creationId xmlns:a16="http://schemas.microsoft.com/office/drawing/2014/main" id="{AC7DEAD7-98A0-4452-A6FF-27FAC8DDC589}"/>
              </a:ext>
            </a:extLst>
          </p:cNvPr>
          <p:cNvCxnSpPr>
            <a:stCxn id="175" idx="4"/>
            <a:endCxn id="172" idx="4"/>
          </p:cNvCxnSpPr>
          <p:nvPr/>
        </p:nvCxnSpPr>
        <p:spPr>
          <a:xfrm rot="5400000" flipH="1">
            <a:off x="2750957" y="4746302"/>
            <a:ext cx="441477" cy="2184846"/>
          </a:xfrm>
          <a:prstGeom prst="curvedConnector3">
            <a:avLst>
              <a:gd name="adj1" fmla="val -52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3" name="直接箭头连接符 192">
            <a:extLst>
              <a:ext uri="{FF2B5EF4-FFF2-40B4-BE49-F238E27FC236}">
                <a16:creationId xmlns:a16="http://schemas.microsoft.com/office/drawing/2014/main" id="{547EF326-FE53-4C1B-8591-C592DF7C3D5A}"/>
              </a:ext>
            </a:extLst>
          </p:cNvPr>
          <p:cNvCxnSpPr>
            <a:cxnSpLocks/>
            <a:endCxn id="18" idx="1"/>
          </p:cNvCxnSpPr>
          <p:nvPr/>
        </p:nvCxnSpPr>
        <p:spPr>
          <a:xfrm>
            <a:off x="1814537" y="962318"/>
            <a:ext cx="180751" cy="1198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6" name="直接连接符 195">
            <a:extLst>
              <a:ext uri="{FF2B5EF4-FFF2-40B4-BE49-F238E27FC236}">
                <a16:creationId xmlns:a16="http://schemas.microsoft.com/office/drawing/2014/main" id="{302D1158-6C53-4BFE-BAE3-69C4F3C3B717}"/>
              </a:ext>
            </a:extLst>
          </p:cNvPr>
          <p:cNvCxnSpPr/>
          <p:nvPr/>
        </p:nvCxnSpPr>
        <p:spPr>
          <a:xfrm flipH="1">
            <a:off x="1779016" y="907041"/>
            <a:ext cx="78605" cy="116162"/>
          </a:xfrm>
          <a:prstGeom prst="line">
            <a:avLst/>
          </a:prstGeom>
        </p:spPr>
        <p:style>
          <a:lnRef idx="1">
            <a:schemeClr val="accent1"/>
          </a:lnRef>
          <a:fillRef idx="0">
            <a:schemeClr val="accent1"/>
          </a:fillRef>
          <a:effectRef idx="0">
            <a:schemeClr val="accent1"/>
          </a:effectRef>
          <a:fontRef idx="minor">
            <a:schemeClr val="tx1"/>
          </a:fontRef>
        </p:style>
      </p:cxnSp>
      <p:cxnSp>
        <p:nvCxnSpPr>
          <p:cNvPr id="201" name="直接箭头连接符 200">
            <a:extLst>
              <a:ext uri="{FF2B5EF4-FFF2-40B4-BE49-F238E27FC236}">
                <a16:creationId xmlns:a16="http://schemas.microsoft.com/office/drawing/2014/main" id="{E828070B-4C14-47BF-994E-A71B6CA3D55C}"/>
              </a:ext>
            </a:extLst>
          </p:cNvPr>
          <p:cNvCxnSpPr>
            <a:cxnSpLocks/>
          </p:cNvCxnSpPr>
          <p:nvPr/>
        </p:nvCxnSpPr>
        <p:spPr>
          <a:xfrm>
            <a:off x="1492855" y="2376198"/>
            <a:ext cx="180751" cy="1198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2" name="直接连接符 201">
            <a:extLst>
              <a:ext uri="{FF2B5EF4-FFF2-40B4-BE49-F238E27FC236}">
                <a16:creationId xmlns:a16="http://schemas.microsoft.com/office/drawing/2014/main" id="{25183F1C-C2B3-4A22-9966-A72E1D6D6867}"/>
              </a:ext>
            </a:extLst>
          </p:cNvPr>
          <p:cNvCxnSpPr/>
          <p:nvPr/>
        </p:nvCxnSpPr>
        <p:spPr>
          <a:xfrm flipH="1">
            <a:off x="1457335" y="2320922"/>
            <a:ext cx="78605" cy="116162"/>
          </a:xfrm>
          <a:prstGeom prst="line">
            <a:avLst/>
          </a:prstGeom>
        </p:spPr>
        <p:style>
          <a:lnRef idx="1">
            <a:schemeClr val="accent1"/>
          </a:lnRef>
          <a:fillRef idx="0">
            <a:schemeClr val="accent1"/>
          </a:fillRef>
          <a:effectRef idx="0">
            <a:schemeClr val="accent1"/>
          </a:effectRef>
          <a:fontRef idx="minor">
            <a:schemeClr val="tx1"/>
          </a:fontRef>
        </p:style>
      </p:cxnSp>
      <p:cxnSp>
        <p:nvCxnSpPr>
          <p:cNvPr id="203" name="直接箭头连接符 202">
            <a:extLst>
              <a:ext uri="{FF2B5EF4-FFF2-40B4-BE49-F238E27FC236}">
                <a16:creationId xmlns:a16="http://schemas.microsoft.com/office/drawing/2014/main" id="{67AE5A96-0962-492A-87C8-221B35411320}"/>
              </a:ext>
            </a:extLst>
          </p:cNvPr>
          <p:cNvCxnSpPr>
            <a:cxnSpLocks/>
          </p:cNvCxnSpPr>
          <p:nvPr/>
        </p:nvCxnSpPr>
        <p:spPr>
          <a:xfrm>
            <a:off x="3076285" y="2360707"/>
            <a:ext cx="180751" cy="1198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4" name="直接连接符 203">
            <a:extLst>
              <a:ext uri="{FF2B5EF4-FFF2-40B4-BE49-F238E27FC236}">
                <a16:creationId xmlns:a16="http://schemas.microsoft.com/office/drawing/2014/main" id="{EB0950F6-1639-4A4E-BAB6-E00EF4051459}"/>
              </a:ext>
            </a:extLst>
          </p:cNvPr>
          <p:cNvCxnSpPr/>
          <p:nvPr/>
        </p:nvCxnSpPr>
        <p:spPr>
          <a:xfrm flipH="1">
            <a:off x="3040764" y="2305430"/>
            <a:ext cx="78605" cy="116162"/>
          </a:xfrm>
          <a:prstGeom prst="line">
            <a:avLst/>
          </a:prstGeom>
        </p:spPr>
        <p:style>
          <a:lnRef idx="1">
            <a:schemeClr val="accent1"/>
          </a:lnRef>
          <a:fillRef idx="0">
            <a:schemeClr val="accent1"/>
          </a:fillRef>
          <a:effectRef idx="0">
            <a:schemeClr val="accent1"/>
          </a:effectRef>
          <a:fontRef idx="minor">
            <a:schemeClr val="tx1"/>
          </a:fontRef>
        </p:style>
      </p:cxnSp>
      <p:cxnSp>
        <p:nvCxnSpPr>
          <p:cNvPr id="205" name="直接箭头连接符 204">
            <a:extLst>
              <a:ext uri="{FF2B5EF4-FFF2-40B4-BE49-F238E27FC236}">
                <a16:creationId xmlns:a16="http://schemas.microsoft.com/office/drawing/2014/main" id="{424E1A7E-26C3-467B-9DCB-8C667AC0E200}"/>
              </a:ext>
            </a:extLst>
          </p:cNvPr>
          <p:cNvCxnSpPr>
            <a:cxnSpLocks/>
          </p:cNvCxnSpPr>
          <p:nvPr/>
        </p:nvCxnSpPr>
        <p:spPr>
          <a:xfrm>
            <a:off x="4657858" y="2360779"/>
            <a:ext cx="180751" cy="1198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6" name="直接连接符 205">
            <a:extLst>
              <a:ext uri="{FF2B5EF4-FFF2-40B4-BE49-F238E27FC236}">
                <a16:creationId xmlns:a16="http://schemas.microsoft.com/office/drawing/2014/main" id="{66B7F86B-ADC6-4915-974B-F64D01C5B3C9}"/>
              </a:ext>
            </a:extLst>
          </p:cNvPr>
          <p:cNvCxnSpPr/>
          <p:nvPr/>
        </p:nvCxnSpPr>
        <p:spPr>
          <a:xfrm flipH="1">
            <a:off x="4622337" y="2305502"/>
            <a:ext cx="78605" cy="116162"/>
          </a:xfrm>
          <a:prstGeom prst="line">
            <a:avLst/>
          </a:prstGeom>
        </p:spPr>
        <p:style>
          <a:lnRef idx="1">
            <a:schemeClr val="accent1"/>
          </a:lnRef>
          <a:fillRef idx="0">
            <a:schemeClr val="accent1"/>
          </a:fillRef>
          <a:effectRef idx="0">
            <a:schemeClr val="accent1"/>
          </a:effectRef>
          <a:fontRef idx="minor">
            <a:schemeClr val="tx1"/>
          </a:fontRef>
        </p:style>
      </p:cxnSp>
      <p:cxnSp>
        <p:nvCxnSpPr>
          <p:cNvPr id="207" name="直接箭头连接符 206">
            <a:extLst>
              <a:ext uri="{FF2B5EF4-FFF2-40B4-BE49-F238E27FC236}">
                <a16:creationId xmlns:a16="http://schemas.microsoft.com/office/drawing/2014/main" id="{8A9EFD36-CBF5-4CAA-B2C3-BCC92F6EB5A4}"/>
              </a:ext>
            </a:extLst>
          </p:cNvPr>
          <p:cNvCxnSpPr>
            <a:cxnSpLocks/>
          </p:cNvCxnSpPr>
          <p:nvPr/>
        </p:nvCxnSpPr>
        <p:spPr>
          <a:xfrm>
            <a:off x="1515517" y="5216797"/>
            <a:ext cx="180751" cy="1198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8" name="直接连接符 207">
            <a:extLst>
              <a:ext uri="{FF2B5EF4-FFF2-40B4-BE49-F238E27FC236}">
                <a16:creationId xmlns:a16="http://schemas.microsoft.com/office/drawing/2014/main" id="{0E17E7CD-CD4D-4D8B-8852-B028D4ADB14E}"/>
              </a:ext>
            </a:extLst>
          </p:cNvPr>
          <p:cNvCxnSpPr/>
          <p:nvPr/>
        </p:nvCxnSpPr>
        <p:spPr>
          <a:xfrm flipH="1">
            <a:off x="1479996" y="5161520"/>
            <a:ext cx="78605" cy="116162"/>
          </a:xfrm>
          <a:prstGeom prst="line">
            <a:avLst/>
          </a:prstGeom>
        </p:spPr>
        <p:style>
          <a:lnRef idx="1">
            <a:schemeClr val="accent1"/>
          </a:lnRef>
          <a:fillRef idx="0">
            <a:schemeClr val="accent1"/>
          </a:fillRef>
          <a:effectRef idx="0">
            <a:schemeClr val="accent1"/>
          </a:effectRef>
          <a:fontRef idx="minor">
            <a:schemeClr val="tx1"/>
          </a:fontRef>
        </p:style>
      </p:cxnSp>
      <p:sp>
        <p:nvSpPr>
          <p:cNvPr id="209" name="椭圆 208">
            <a:extLst>
              <a:ext uri="{FF2B5EF4-FFF2-40B4-BE49-F238E27FC236}">
                <a16:creationId xmlns:a16="http://schemas.microsoft.com/office/drawing/2014/main" id="{5403183A-0DD7-4226-8875-9AF7F02A0B42}"/>
              </a:ext>
            </a:extLst>
          </p:cNvPr>
          <p:cNvSpPr/>
          <p:nvPr/>
        </p:nvSpPr>
        <p:spPr bwMode="auto">
          <a:xfrm>
            <a:off x="3143308" y="5611925"/>
            <a:ext cx="170436" cy="187117"/>
          </a:xfrm>
          <a:prstGeom prst="ellipse">
            <a:avLst/>
          </a:prstGeom>
          <a:noFill/>
          <a:ln w="9525" cap="flat" cmpd="sng" algn="ctr">
            <a:noFill/>
            <a:prstDash val="solid"/>
            <a:round/>
            <a:headEnd type="none" w="med" len="med"/>
            <a:tailEnd type="none" w="med" len="med"/>
          </a:ln>
        </p:spPr>
        <p:txBody>
          <a:bodyPr vert="horz" wrap="square" lIns="78307" tIns="39154" rIns="78307" bIns="39154" numCol="1" rtlCol="0" anchor="t" anchorCtr="0" compatLnSpc="1"/>
          <a:lstStyle/>
          <a:p>
            <a:pPr defTabSz="783092"/>
            <a:r>
              <a:rPr lang="zh-CN" altLang="en-US" sz="599" dirty="0">
                <a:solidFill>
                  <a:prstClr val="black"/>
                </a:solidFill>
              </a:rPr>
              <a:t>①</a:t>
            </a:r>
          </a:p>
        </p:txBody>
      </p:sp>
      <p:sp>
        <p:nvSpPr>
          <p:cNvPr id="211" name="椭圆 210">
            <a:extLst>
              <a:ext uri="{FF2B5EF4-FFF2-40B4-BE49-F238E27FC236}">
                <a16:creationId xmlns:a16="http://schemas.microsoft.com/office/drawing/2014/main" id="{E3E12170-3683-41A6-839E-F5F67A4461B6}"/>
              </a:ext>
            </a:extLst>
          </p:cNvPr>
          <p:cNvSpPr/>
          <p:nvPr/>
        </p:nvSpPr>
        <p:spPr bwMode="auto">
          <a:xfrm>
            <a:off x="3139538" y="5032251"/>
            <a:ext cx="170436" cy="187117"/>
          </a:xfrm>
          <a:prstGeom prst="ellipse">
            <a:avLst/>
          </a:prstGeom>
          <a:noFill/>
          <a:ln w="9525" cap="flat" cmpd="sng" algn="ctr">
            <a:noFill/>
            <a:prstDash val="solid"/>
            <a:round/>
            <a:headEnd type="none" w="med" len="med"/>
            <a:tailEnd type="none" w="med" len="med"/>
          </a:ln>
        </p:spPr>
        <p:txBody>
          <a:bodyPr vert="horz" wrap="square" lIns="78307" tIns="39154" rIns="78307" bIns="39154" numCol="1" rtlCol="0" anchor="t" anchorCtr="0" compatLnSpc="1"/>
          <a:lstStyle/>
          <a:p>
            <a:pPr defTabSz="783092"/>
            <a:r>
              <a:rPr lang="zh-CN" altLang="en-US" sz="599" dirty="0">
                <a:solidFill>
                  <a:prstClr val="black"/>
                </a:solidFill>
              </a:rPr>
              <a:t>②</a:t>
            </a:r>
          </a:p>
        </p:txBody>
      </p:sp>
      <p:sp>
        <p:nvSpPr>
          <p:cNvPr id="212" name="文本框 211">
            <a:extLst>
              <a:ext uri="{FF2B5EF4-FFF2-40B4-BE49-F238E27FC236}">
                <a16:creationId xmlns:a16="http://schemas.microsoft.com/office/drawing/2014/main" id="{A1518E57-FE13-4284-812C-EB0C028D3580}"/>
              </a:ext>
            </a:extLst>
          </p:cNvPr>
          <p:cNvSpPr txBox="1"/>
          <p:nvPr/>
        </p:nvSpPr>
        <p:spPr>
          <a:xfrm>
            <a:off x="2531816" y="4751472"/>
            <a:ext cx="938708" cy="138371"/>
          </a:xfrm>
          <a:prstGeom prst="rect">
            <a:avLst/>
          </a:prstGeom>
          <a:noFill/>
        </p:spPr>
        <p:txBody>
          <a:bodyPr wrap="square" lIns="0" tIns="0" rIns="0" bIns="0" rtlCol="0">
            <a:spAutoFit/>
          </a:bodyPr>
          <a:lstStyle/>
          <a:p>
            <a:pPr defTabSz="783092"/>
            <a:r>
              <a:rPr lang="en-US" altLang="zh-CN" sz="899" i="1" dirty="0">
                <a:solidFill>
                  <a:prstClr val="black"/>
                </a:solidFill>
                <a:latin typeface="Cambria Math" panose="02040503050406030204" pitchFamily="18" charset="0"/>
              </a:rPr>
              <a:t>output(PLA.Signal)</a:t>
            </a:r>
            <a:endParaRPr lang="zh-CN" altLang="en-US" sz="899" i="1" dirty="0">
              <a:solidFill>
                <a:prstClr val="black"/>
              </a:solidFill>
              <a:latin typeface="Cambria Math" panose="02040503050406030204" pitchFamily="18" charset="0"/>
            </a:endParaRPr>
          </a:p>
        </p:txBody>
      </p:sp>
      <p:sp>
        <p:nvSpPr>
          <p:cNvPr id="214" name="文本框 213">
            <a:extLst>
              <a:ext uri="{FF2B5EF4-FFF2-40B4-BE49-F238E27FC236}">
                <a16:creationId xmlns:a16="http://schemas.microsoft.com/office/drawing/2014/main" id="{21E2EA5F-0234-453A-90E7-7DA51D1E8B37}"/>
              </a:ext>
            </a:extLst>
          </p:cNvPr>
          <p:cNvSpPr txBox="1"/>
          <p:nvPr/>
        </p:nvSpPr>
        <p:spPr>
          <a:xfrm>
            <a:off x="2524464" y="6093474"/>
            <a:ext cx="938708" cy="138371"/>
          </a:xfrm>
          <a:prstGeom prst="rect">
            <a:avLst/>
          </a:prstGeom>
          <a:noFill/>
        </p:spPr>
        <p:txBody>
          <a:bodyPr wrap="square" lIns="0" tIns="0" rIns="0" bIns="0" rtlCol="0">
            <a:spAutoFit/>
          </a:bodyPr>
          <a:lstStyle/>
          <a:p>
            <a:pPr defTabSz="783092"/>
            <a:r>
              <a:rPr lang="en-US" altLang="zh-CN" sz="899" i="1" dirty="0">
                <a:solidFill>
                  <a:prstClr val="black"/>
                </a:solidFill>
                <a:latin typeface="Cambria Math" panose="02040503050406030204" pitchFamily="18" charset="0"/>
              </a:rPr>
              <a:t>output(PLA.Signal)</a:t>
            </a:r>
            <a:endParaRPr lang="zh-CN" altLang="en-US" sz="899" i="1" dirty="0">
              <a:solidFill>
                <a:prstClr val="black"/>
              </a:solidFill>
              <a:latin typeface="Cambria Math" panose="02040503050406030204" pitchFamily="18" charset="0"/>
            </a:endParaRPr>
          </a:p>
        </p:txBody>
      </p:sp>
      <p:cxnSp>
        <p:nvCxnSpPr>
          <p:cNvPr id="216" name="连接符: 肘形 215">
            <a:extLst>
              <a:ext uri="{FF2B5EF4-FFF2-40B4-BE49-F238E27FC236}">
                <a16:creationId xmlns:a16="http://schemas.microsoft.com/office/drawing/2014/main" id="{2EEEB389-2DC1-4C4C-82EA-829D1248D269}"/>
              </a:ext>
            </a:extLst>
          </p:cNvPr>
          <p:cNvCxnSpPr>
            <a:stCxn id="5" idx="2"/>
            <a:endCxn id="6" idx="0"/>
          </p:cNvCxnSpPr>
          <p:nvPr/>
        </p:nvCxnSpPr>
        <p:spPr>
          <a:xfrm rot="16200000" flipH="1">
            <a:off x="2339963" y="3738583"/>
            <a:ext cx="310133" cy="1608859"/>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2" name="直接连接符 221">
            <a:extLst>
              <a:ext uri="{FF2B5EF4-FFF2-40B4-BE49-F238E27FC236}">
                <a16:creationId xmlns:a16="http://schemas.microsoft.com/office/drawing/2014/main" id="{4EBEE332-A975-4888-8F19-467EF3B85A5A}"/>
              </a:ext>
            </a:extLst>
          </p:cNvPr>
          <p:cNvCxnSpPr/>
          <p:nvPr/>
        </p:nvCxnSpPr>
        <p:spPr>
          <a:xfrm flipV="1">
            <a:off x="3299000" y="4387943"/>
            <a:ext cx="0" cy="16116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4" name="连接符: 肘形 223">
            <a:extLst>
              <a:ext uri="{FF2B5EF4-FFF2-40B4-BE49-F238E27FC236}">
                <a16:creationId xmlns:a16="http://schemas.microsoft.com/office/drawing/2014/main" id="{BC9601E4-B26B-4D15-91A0-D637A3B7813B}"/>
              </a:ext>
            </a:extLst>
          </p:cNvPr>
          <p:cNvCxnSpPr>
            <a:cxnSpLocks/>
            <a:endCxn id="137" idx="2"/>
          </p:cNvCxnSpPr>
          <p:nvPr/>
        </p:nvCxnSpPr>
        <p:spPr>
          <a:xfrm flipV="1">
            <a:off x="3296542" y="4380713"/>
            <a:ext cx="1561584" cy="165321"/>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226" name="文本框 225">
            <a:extLst>
              <a:ext uri="{FF2B5EF4-FFF2-40B4-BE49-F238E27FC236}">
                <a16:creationId xmlns:a16="http://schemas.microsoft.com/office/drawing/2014/main" id="{472802BA-8165-459D-9C78-1A80AD322C4D}"/>
              </a:ext>
            </a:extLst>
          </p:cNvPr>
          <p:cNvSpPr txBox="1"/>
          <p:nvPr/>
        </p:nvSpPr>
        <p:spPr>
          <a:xfrm>
            <a:off x="2057861" y="5161519"/>
            <a:ext cx="903089" cy="158248"/>
          </a:xfrm>
          <a:prstGeom prst="rect">
            <a:avLst/>
          </a:prstGeom>
          <a:noFill/>
        </p:spPr>
        <p:txBody>
          <a:bodyPr wrap="square" lIns="0" tIns="0" rIns="0" bIns="0" rtlCol="0">
            <a:spAutoFit/>
          </a:bodyPr>
          <a:lstStyle/>
          <a:p>
            <a:pPr defTabSz="783092"/>
            <a:r>
              <a:rPr lang="en-US" altLang="zh-CN" sz="514" i="1" dirty="0">
                <a:solidFill>
                  <a:prstClr val="black"/>
                </a:solidFill>
                <a:latin typeface="Cambria Math" panose="02040503050406030204" pitchFamily="18" charset="0"/>
              </a:rPr>
              <a:t>receiveSignal(PLA.Signal_enc,</a:t>
            </a:r>
            <a:r>
              <a:rPr lang="zh-CN" altLang="en-US" sz="514" i="1" dirty="0">
                <a:solidFill>
                  <a:prstClr val="black"/>
                </a:solidFill>
                <a:latin typeface="Cambria Math" panose="02040503050406030204" pitchFamily="18" charset="0"/>
              </a:rPr>
              <a:t> </a:t>
            </a:r>
            <a:endParaRPr lang="en-US" altLang="zh-CN" sz="514" i="1" dirty="0">
              <a:solidFill>
                <a:prstClr val="black"/>
              </a:solidFill>
              <a:latin typeface="Cambria Math" panose="02040503050406030204" pitchFamily="18" charset="0"/>
            </a:endParaRPr>
          </a:p>
          <a:p>
            <a:pPr defTabSz="783092"/>
            <a:r>
              <a:rPr lang="en-US" altLang="zh-CN" sz="514" i="1" dirty="0">
                <a:solidFill>
                  <a:prstClr val="black"/>
                </a:solidFill>
                <a:latin typeface="Cambria Math" panose="02040503050406030204" pitchFamily="18" charset="0"/>
              </a:rPr>
              <a:t>PLA.Signal_sin,</a:t>
            </a:r>
            <a:r>
              <a:rPr lang="zh-CN" altLang="en-US" sz="514" i="1" dirty="0">
                <a:solidFill>
                  <a:prstClr val="black"/>
                </a:solidFill>
                <a:latin typeface="Cambria Math" panose="02040503050406030204" pitchFamily="18" charset="0"/>
              </a:rPr>
              <a:t> </a:t>
            </a:r>
            <a:r>
              <a:rPr lang="en-US" altLang="zh-CN" sz="514" i="1" dirty="0">
                <a:solidFill>
                  <a:prstClr val="black"/>
                </a:solidFill>
                <a:latin typeface="Cambria Math" panose="02040503050406030204" pitchFamily="18" charset="0"/>
              </a:rPr>
              <a:t>PLA.Signal_cos)</a:t>
            </a:r>
            <a:endParaRPr lang="zh-CN" altLang="en-US" sz="514" i="1" dirty="0">
              <a:solidFill>
                <a:prstClr val="black"/>
              </a:solidFill>
              <a:latin typeface="Cambria Math" panose="02040503050406030204" pitchFamily="18" charset="0"/>
            </a:endParaRPr>
          </a:p>
        </p:txBody>
      </p:sp>
      <p:sp>
        <p:nvSpPr>
          <p:cNvPr id="228" name="矩形 227">
            <a:extLst>
              <a:ext uri="{FF2B5EF4-FFF2-40B4-BE49-F238E27FC236}">
                <a16:creationId xmlns:a16="http://schemas.microsoft.com/office/drawing/2014/main" id="{380C3F99-7ED8-4AA9-B06D-73C295E5D03A}"/>
              </a:ext>
            </a:extLst>
          </p:cNvPr>
          <p:cNvSpPr/>
          <p:nvPr/>
        </p:nvSpPr>
        <p:spPr bwMode="auto">
          <a:xfrm>
            <a:off x="6955398" y="2301305"/>
            <a:ext cx="1310657" cy="2089369"/>
          </a:xfrm>
          <a:prstGeom prst="rect">
            <a:avLst/>
          </a:prstGeom>
          <a:solidFill>
            <a:srgbClr val="D0E5FC"/>
          </a:solidFill>
          <a:ln w="3175" cap="flat" cmpd="sng" algn="ctr">
            <a:solidFill>
              <a:schemeClr val="tx1"/>
            </a:solidFill>
            <a:prstDash val="solid"/>
            <a:round/>
            <a:headEnd type="none" w="med" len="med"/>
            <a:tailEnd type="none" w="med" len="med"/>
          </a:ln>
        </p:spPr>
        <p:txBody>
          <a:bodyPr vert="horz" wrap="square" lIns="78307" tIns="39154" rIns="78307" bIns="39154" numCol="1" rtlCol="0" anchor="ctr" anchorCtr="0" compatLnSpc="1"/>
          <a:lstStyle/>
          <a:p>
            <a:pPr algn="ctr" defTabSz="783092">
              <a:defRPr/>
            </a:pPr>
            <a:endParaRPr lang="zh-CN" altLang="en-US" sz="771" dirty="0">
              <a:solidFill>
                <a:prstClr val="black"/>
              </a:solidFill>
            </a:endParaRPr>
          </a:p>
        </p:txBody>
      </p:sp>
      <p:sp>
        <p:nvSpPr>
          <p:cNvPr id="229" name="椭圆 228">
            <a:extLst>
              <a:ext uri="{FF2B5EF4-FFF2-40B4-BE49-F238E27FC236}">
                <a16:creationId xmlns:a16="http://schemas.microsoft.com/office/drawing/2014/main" id="{326C4611-B0EF-4C70-8068-5ED029725710}"/>
              </a:ext>
            </a:extLst>
          </p:cNvPr>
          <p:cNvSpPr/>
          <p:nvPr/>
        </p:nvSpPr>
        <p:spPr bwMode="auto">
          <a:xfrm>
            <a:off x="7592316" y="2353128"/>
            <a:ext cx="284695" cy="290897"/>
          </a:xfrm>
          <a:prstGeom prst="ellipse">
            <a:avLst/>
          </a:prstGeom>
          <a:solidFill>
            <a:srgbClr val="4F81BD"/>
          </a:solidFill>
          <a:ln w="9525" cap="flat" cmpd="sng" algn="ctr">
            <a:solidFill>
              <a:sysClr val="windowText" lastClr="000000"/>
            </a:solidFill>
            <a:prstDash val="solid"/>
            <a:round/>
            <a:headEnd type="none" w="med" len="med"/>
            <a:tailEnd type="none" w="med" len="med"/>
          </a:ln>
        </p:spPr>
        <p:txBody>
          <a:bodyPr vert="horz" wrap="square" lIns="78307" tIns="39154" rIns="78307" bIns="39154" numCol="1" rtlCol="0" anchor="ctr" anchorCtr="0" compatLnSpc="1"/>
          <a:lstStyle/>
          <a:p>
            <a:pPr algn="ctr" defTabSz="783092">
              <a:defRPr/>
            </a:pPr>
            <a:endParaRPr lang="zh-CN" altLang="en-US" sz="428" kern="0" dirty="0">
              <a:solidFill>
                <a:prstClr val="black"/>
              </a:solidFill>
            </a:endParaRPr>
          </a:p>
        </p:txBody>
      </p:sp>
      <p:sp>
        <p:nvSpPr>
          <p:cNvPr id="230" name="椭圆 229">
            <a:extLst>
              <a:ext uri="{FF2B5EF4-FFF2-40B4-BE49-F238E27FC236}">
                <a16:creationId xmlns:a16="http://schemas.microsoft.com/office/drawing/2014/main" id="{4019EE37-70F0-4737-A4A4-9C0C795E9B42}"/>
              </a:ext>
            </a:extLst>
          </p:cNvPr>
          <p:cNvSpPr/>
          <p:nvPr/>
        </p:nvSpPr>
        <p:spPr bwMode="auto">
          <a:xfrm>
            <a:off x="7592316" y="2785001"/>
            <a:ext cx="284695" cy="290897"/>
          </a:xfrm>
          <a:prstGeom prst="ellipse">
            <a:avLst/>
          </a:prstGeom>
          <a:solidFill>
            <a:srgbClr val="4F81BD"/>
          </a:solidFill>
          <a:ln w="9525" cap="flat" cmpd="sng" algn="ctr">
            <a:solidFill>
              <a:sysClr val="windowText" lastClr="000000"/>
            </a:solidFill>
            <a:prstDash val="solid"/>
            <a:round/>
            <a:headEnd type="none" w="med" len="med"/>
            <a:tailEnd type="none" w="med" len="med"/>
          </a:ln>
        </p:spPr>
        <p:txBody>
          <a:bodyPr vert="horz" wrap="square" lIns="78307" tIns="39154" rIns="78307" bIns="39154" numCol="1" rtlCol="0" anchor="ctr" anchorCtr="0" compatLnSpc="1"/>
          <a:lstStyle/>
          <a:p>
            <a:pPr algn="ctr" defTabSz="783092">
              <a:defRPr/>
            </a:pPr>
            <a:endParaRPr lang="zh-CN" altLang="en-US" sz="428" kern="0" dirty="0">
              <a:solidFill>
                <a:prstClr val="black"/>
              </a:solidFill>
            </a:endParaRPr>
          </a:p>
        </p:txBody>
      </p:sp>
      <p:sp>
        <p:nvSpPr>
          <p:cNvPr id="231" name="椭圆 230">
            <a:extLst>
              <a:ext uri="{FF2B5EF4-FFF2-40B4-BE49-F238E27FC236}">
                <a16:creationId xmlns:a16="http://schemas.microsoft.com/office/drawing/2014/main" id="{14FFC615-B853-42C0-9E2B-05DABF210BBC}"/>
              </a:ext>
            </a:extLst>
          </p:cNvPr>
          <p:cNvSpPr/>
          <p:nvPr/>
        </p:nvSpPr>
        <p:spPr bwMode="auto">
          <a:xfrm>
            <a:off x="7592316" y="3210502"/>
            <a:ext cx="284695" cy="290897"/>
          </a:xfrm>
          <a:prstGeom prst="ellipse">
            <a:avLst/>
          </a:prstGeom>
          <a:solidFill>
            <a:srgbClr val="4F81BD"/>
          </a:solidFill>
          <a:ln w="9525" cap="flat" cmpd="sng" algn="ctr">
            <a:solidFill>
              <a:sysClr val="windowText" lastClr="000000"/>
            </a:solidFill>
            <a:prstDash val="solid"/>
            <a:round/>
            <a:headEnd type="none" w="med" len="med"/>
            <a:tailEnd type="none" w="med" len="med"/>
          </a:ln>
        </p:spPr>
        <p:txBody>
          <a:bodyPr vert="horz" wrap="square" lIns="78307" tIns="39154" rIns="78307" bIns="39154" numCol="1" rtlCol="0" anchor="ctr" anchorCtr="0" compatLnSpc="1"/>
          <a:lstStyle/>
          <a:p>
            <a:pPr algn="ctr" defTabSz="783092">
              <a:defRPr/>
            </a:pPr>
            <a:endParaRPr lang="zh-CN" altLang="en-US" sz="428" kern="0" dirty="0">
              <a:solidFill>
                <a:prstClr val="black"/>
              </a:solidFill>
            </a:endParaRPr>
          </a:p>
        </p:txBody>
      </p:sp>
      <p:sp>
        <p:nvSpPr>
          <p:cNvPr id="232" name="椭圆 231">
            <a:extLst>
              <a:ext uri="{FF2B5EF4-FFF2-40B4-BE49-F238E27FC236}">
                <a16:creationId xmlns:a16="http://schemas.microsoft.com/office/drawing/2014/main" id="{2E9348B0-E167-4112-A068-EEC03106D5C5}"/>
              </a:ext>
            </a:extLst>
          </p:cNvPr>
          <p:cNvSpPr/>
          <p:nvPr/>
        </p:nvSpPr>
        <p:spPr bwMode="auto">
          <a:xfrm>
            <a:off x="7336822" y="3647779"/>
            <a:ext cx="284695" cy="290897"/>
          </a:xfrm>
          <a:prstGeom prst="ellipse">
            <a:avLst/>
          </a:prstGeom>
          <a:solidFill>
            <a:srgbClr val="4F81BD"/>
          </a:solidFill>
          <a:ln w="9525" cap="flat" cmpd="sng" algn="ctr">
            <a:solidFill>
              <a:sysClr val="windowText" lastClr="000000"/>
            </a:solidFill>
            <a:prstDash val="solid"/>
            <a:round/>
            <a:headEnd type="none" w="med" len="med"/>
            <a:tailEnd type="none" w="med" len="med"/>
          </a:ln>
        </p:spPr>
        <p:txBody>
          <a:bodyPr vert="horz" wrap="square" lIns="78307" tIns="39154" rIns="78307" bIns="39154" numCol="1" rtlCol="0" anchor="ctr" anchorCtr="0" compatLnSpc="1"/>
          <a:lstStyle/>
          <a:p>
            <a:pPr algn="ctr" defTabSz="783092">
              <a:defRPr/>
            </a:pPr>
            <a:endParaRPr lang="zh-CN" altLang="en-US" sz="428" kern="0" dirty="0">
              <a:solidFill>
                <a:prstClr val="black"/>
              </a:solidFill>
            </a:endParaRPr>
          </a:p>
        </p:txBody>
      </p:sp>
      <p:sp>
        <p:nvSpPr>
          <p:cNvPr id="233" name="椭圆 232">
            <a:extLst>
              <a:ext uri="{FF2B5EF4-FFF2-40B4-BE49-F238E27FC236}">
                <a16:creationId xmlns:a16="http://schemas.microsoft.com/office/drawing/2014/main" id="{EFF02C6E-31D5-4536-8F69-A786479005FC}"/>
              </a:ext>
            </a:extLst>
          </p:cNvPr>
          <p:cNvSpPr/>
          <p:nvPr/>
        </p:nvSpPr>
        <p:spPr bwMode="auto">
          <a:xfrm>
            <a:off x="7863407" y="3647779"/>
            <a:ext cx="284695" cy="290897"/>
          </a:xfrm>
          <a:prstGeom prst="ellipse">
            <a:avLst/>
          </a:prstGeom>
          <a:solidFill>
            <a:srgbClr val="4F81BD"/>
          </a:solidFill>
          <a:ln w="9525" cap="flat" cmpd="sng" algn="ctr">
            <a:solidFill>
              <a:sysClr val="windowText" lastClr="000000"/>
            </a:solidFill>
            <a:prstDash val="solid"/>
            <a:round/>
            <a:headEnd type="none" w="med" len="med"/>
            <a:tailEnd type="none" w="med" len="med"/>
          </a:ln>
        </p:spPr>
        <p:txBody>
          <a:bodyPr vert="horz" wrap="square" lIns="78307" tIns="39154" rIns="78307" bIns="39154" numCol="1" rtlCol="0" anchor="ctr" anchorCtr="0" compatLnSpc="1"/>
          <a:lstStyle/>
          <a:p>
            <a:pPr algn="ctr" defTabSz="783092">
              <a:defRPr/>
            </a:pPr>
            <a:endParaRPr lang="zh-CN" altLang="en-US" sz="428" kern="0" dirty="0">
              <a:solidFill>
                <a:prstClr val="black"/>
              </a:solidFill>
            </a:endParaRPr>
          </a:p>
        </p:txBody>
      </p:sp>
      <p:sp>
        <p:nvSpPr>
          <p:cNvPr id="234" name="椭圆 233">
            <a:extLst>
              <a:ext uri="{FF2B5EF4-FFF2-40B4-BE49-F238E27FC236}">
                <a16:creationId xmlns:a16="http://schemas.microsoft.com/office/drawing/2014/main" id="{0D93C1CA-F78F-403E-82B9-9A65F9DDEC36}"/>
              </a:ext>
            </a:extLst>
          </p:cNvPr>
          <p:cNvSpPr/>
          <p:nvPr/>
        </p:nvSpPr>
        <p:spPr bwMode="auto">
          <a:xfrm>
            <a:off x="7592316" y="4073279"/>
            <a:ext cx="284695" cy="290897"/>
          </a:xfrm>
          <a:prstGeom prst="ellipse">
            <a:avLst/>
          </a:prstGeom>
          <a:solidFill>
            <a:srgbClr val="4F81BD"/>
          </a:solidFill>
          <a:ln w="9525" cap="flat" cmpd="sng" algn="ctr">
            <a:solidFill>
              <a:sysClr val="windowText" lastClr="000000"/>
            </a:solidFill>
            <a:prstDash val="solid"/>
            <a:round/>
            <a:headEnd type="none" w="med" len="med"/>
            <a:tailEnd type="none" w="med" len="med"/>
          </a:ln>
        </p:spPr>
        <p:txBody>
          <a:bodyPr vert="horz" wrap="square" lIns="78307" tIns="39154" rIns="78307" bIns="39154" numCol="1" rtlCol="0" anchor="ctr" anchorCtr="0" compatLnSpc="1"/>
          <a:lstStyle/>
          <a:p>
            <a:pPr algn="ctr" defTabSz="783092">
              <a:defRPr/>
            </a:pPr>
            <a:endParaRPr lang="zh-CN" altLang="en-US" sz="428" kern="0" dirty="0">
              <a:solidFill>
                <a:prstClr val="black"/>
              </a:solidFill>
            </a:endParaRPr>
          </a:p>
        </p:txBody>
      </p:sp>
      <p:cxnSp>
        <p:nvCxnSpPr>
          <p:cNvPr id="235" name="直接箭头连接符 234">
            <a:extLst>
              <a:ext uri="{FF2B5EF4-FFF2-40B4-BE49-F238E27FC236}">
                <a16:creationId xmlns:a16="http://schemas.microsoft.com/office/drawing/2014/main" id="{BACC20E8-C13C-465B-91C6-850F1B1A0AEC}"/>
              </a:ext>
            </a:extLst>
          </p:cNvPr>
          <p:cNvCxnSpPr>
            <a:stCxn id="229" idx="4"/>
            <a:endCxn id="230" idx="0"/>
          </p:cNvCxnSpPr>
          <p:nvPr/>
        </p:nvCxnSpPr>
        <p:spPr>
          <a:xfrm>
            <a:off x="7734662" y="2644025"/>
            <a:ext cx="0" cy="1409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6" name="直接箭头连接符 235">
            <a:extLst>
              <a:ext uri="{FF2B5EF4-FFF2-40B4-BE49-F238E27FC236}">
                <a16:creationId xmlns:a16="http://schemas.microsoft.com/office/drawing/2014/main" id="{0A5AC6DC-206F-459E-AE60-5256D3042198}"/>
              </a:ext>
            </a:extLst>
          </p:cNvPr>
          <p:cNvCxnSpPr>
            <a:stCxn id="230" idx="4"/>
          </p:cNvCxnSpPr>
          <p:nvPr/>
        </p:nvCxnSpPr>
        <p:spPr>
          <a:xfrm>
            <a:off x="7734662" y="3075899"/>
            <a:ext cx="0" cy="1346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7" name="直接箭头连接符 236">
            <a:extLst>
              <a:ext uri="{FF2B5EF4-FFF2-40B4-BE49-F238E27FC236}">
                <a16:creationId xmlns:a16="http://schemas.microsoft.com/office/drawing/2014/main" id="{D3BA974D-8004-4E51-BD08-5B05FC382A30}"/>
              </a:ext>
            </a:extLst>
          </p:cNvPr>
          <p:cNvCxnSpPr>
            <a:stCxn id="231" idx="3"/>
            <a:endCxn id="232" idx="0"/>
          </p:cNvCxnSpPr>
          <p:nvPr/>
        </p:nvCxnSpPr>
        <p:spPr>
          <a:xfrm flipH="1">
            <a:off x="7479170" y="3458798"/>
            <a:ext cx="154839" cy="1889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8" name="直接箭头连接符 237">
            <a:extLst>
              <a:ext uri="{FF2B5EF4-FFF2-40B4-BE49-F238E27FC236}">
                <a16:creationId xmlns:a16="http://schemas.microsoft.com/office/drawing/2014/main" id="{DA9F1809-A594-449D-BB9A-0366D0FD6C05}"/>
              </a:ext>
            </a:extLst>
          </p:cNvPr>
          <p:cNvCxnSpPr>
            <a:stCxn id="231" idx="5"/>
            <a:endCxn id="233" idx="0"/>
          </p:cNvCxnSpPr>
          <p:nvPr/>
        </p:nvCxnSpPr>
        <p:spPr>
          <a:xfrm>
            <a:off x="7835318" y="3458798"/>
            <a:ext cx="170437" cy="1889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9" name="直接箭头连接符 238">
            <a:extLst>
              <a:ext uri="{FF2B5EF4-FFF2-40B4-BE49-F238E27FC236}">
                <a16:creationId xmlns:a16="http://schemas.microsoft.com/office/drawing/2014/main" id="{DE1BF3E2-8EEA-4D8D-BD7E-C5C676950CBB}"/>
              </a:ext>
            </a:extLst>
          </p:cNvPr>
          <p:cNvCxnSpPr>
            <a:stCxn id="232" idx="4"/>
            <a:endCxn id="234" idx="1"/>
          </p:cNvCxnSpPr>
          <p:nvPr/>
        </p:nvCxnSpPr>
        <p:spPr>
          <a:xfrm>
            <a:off x="7479170" y="3938675"/>
            <a:ext cx="154839" cy="1772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0" name="直接箭头连接符 239">
            <a:extLst>
              <a:ext uri="{FF2B5EF4-FFF2-40B4-BE49-F238E27FC236}">
                <a16:creationId xmlns:a16="http://schemas.microsoft.com/office/drawing/2014/main" id="{5C8705C9-10EC-4ED5-A13D-07D4A59A7510}"/>
              </a:ext>
            </a:extLst>
          </p:cNvPr>
          <p:cNvCxnSpPr>
            <a:stCxn id="233" idx="4"/>
            <a:endCxn id="234" idx="7"/>
          </p:cNvCxnSpPr>
          <p:nvPr/>
        </p:nvCxnSpPr>
        <p:spPr>
          <a:xfrm flipH="1">
            <a:off x="7835318" y="3938675"/>
            <a:ext cx="170437" cy="1772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1" name="连接符: 肘形 61">
            <a:extLst>
              <a:ext uri="{FF2B5EF4-FFF2-40B4-BE49-F238E27FC236}">
                <a16:creationId xmlns:a16="http://schemas.microsoft.com/office/drawing/2014/main" id="{AF365775-CF74-4776-BA1C-091AF7D94749}"/>
              </a:ext>
            </a:extLst>
          </p:cNvPr>
          <p:cNvCxnSpPr>
            <a:stCxn id="234" idx="2"/>
            <a:endCxn id="230" idx="2"/>
          </p:cNvCxnSpPr>
          <p:nvPr/>
        </p:nvCxnSpPr>
        <p:spPr>
          <a:xfrm rot="10800000">
            <a:off x="7592315" y="2930450"/>
            <a:ext cx="10876" cy="1288278"/>
          </a:xfrm>
          <a:prstGeom prst="curvedConnector3">
            <a:avLst>
              <a:gd name="adj1" fmla="val 4105039"/>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2" name="连接符: 肘形 70">
            <a:extLst>
              <a:ext uri="{FF2B5EF4-FFF2-40B4-BE49-F238E27FC236}">
                <a16:creationId xmlns:a16="http://schemas.microsoft.com/office/drawing/2014/main" id="{21A4FBDA-E739-4CE3-876F-C031A1AD8F96}"/>
              </a:ext>
            </a:extLst>
          </p:cNvPr>
          <p:cNvCxnSpPr>
            <a:endCxn id="230" idx="2"/>
          </p:cNvCxnSpPr>
          <p:nvPr/>
        </p:nvCxnSpPr>
        <p:spPr>
          <a:xfrm rot="5400000" flipH="1" flipV="1">
            <a:off x="7101311" y="3207652"/>
            <a:ext cx="768206" cy="213800"/>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4" name="连接符: 肘形 77">
            <a:extLst>
              <a:ext uri="{FF2B5EF4-FFF2-40B4-BE49-F238E27FC236}">
                <a16:creationId xmlns:a16="http://schemas.microsoft.com/office/drawing/2014/main" id="{5C94C1C9-8584-4573-8C80-1D7A61C29A4E}"/>
              </a:ext>
            </a:extLst>
          </p:cNvPr>
          <p:cNvCxnSpPr>
            <a:stCxn id="233" idx="7"/>
            <a:endCxn id="230" idx="6"/>
          </p:cNvCxnSpPr>
          <p:nvPr/>
        </p:nvCxnSpPr>
        <p:spPr>
          <a:xfrm rot="16200000" flipV="1">
            <a:off x="7611744" y="3195715"/>
            <a:ext cx="759930" cy="229399"/>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245" name="文本框 244">
            <a:extLst>
              <a:ext uri="{FF2B5EF4-FFF2-40B4-BE49-F238E27FC236}">
                <a16:creationId xmlns:a16="http://schemas.microsoft.com/office/drawing/2014/main" id="{32A40E0A-7FCF-4AFC-8E71-889E31FA2A59}"/>
              </a:ext>
            </a:extLst>
          </p:cNvPr>
          <p:cNvSpPr txBox="1"/>
          <p:nvPr/>
        </p:nvSpPr>
        <p:spPr>
          <a:xfrm>
            <a:off x="7606203" y="2449637"/>
            <a:ext cx="247023" cy="92205"/>
          </a:xfrm>
          <a:prstGeom prst="rect">
            <a:avLst/>
          </a:prstGeom>
          <a:noFill/>
        </p:spPr>
        <p:txBody>
          <a:bodyPr wrap="square" lIns="0" tIns="0" rIns="0" bIns="0" rtlCol="0" anchor="ctr">
            <a:spAutoFit/>
          </a:bodyPr>
          <a:lstStyle/>
          <a:p>
            <a:pPr algn="ctr" defTabSz="783092"/>
            <a:r>
              <a:rPr lang="en-US" altLang="zh-CN" sz="599" i="1" dirty="0">
                <a:solidFill>
                  <a:prstClr val="black"/>
                </a:solidFill>
                <a:latin typeface="Cambria Math" panose="02040503050406030204" pitchFamily="18" charset="0"/>
              </a:rPr>
              <a:t>Start</a:t>
            </a:r>
          </a:p>
        </p:txBody>
      </p:sp>
      <p:sp>
        <p:nvSpPr>
          <p:cNvPr id="246" name="文本框 245">
            <a:extLst>
              <a:ext uri="{FF2B5EF4-FFF2-40B4-BE49-F238E27FC236}">
                <a16:creationId xmlns:a16="http://schemas.microsoft.com/office/drawing/2014/main" id="{30E41789-B261-4944-9F78-C876CE41FB62}"/>
              </a:ext>
            </a:extLst>
          </p:cNvPr>
          <p:cNvSpPr txBox="1"/>
          <p:nvPr/>
        </p:nvSpPr>
        <p:spPr>
          <a:xfrm>
            <a:off x="7605374" y="2883515"/>
            <a:ext cx="247023" cy="92205"/>
          </a:xfrm>
          <a:prstGeom prst="rect">
            <a:avLst/>
          </a:prstGeom>
          <a:noFill/>
        </p:spPr>
        <p:txBody>
          <a:bodyPr wrap="square" lIns="0" tIns="0" rIns="0" bIns="0" rtlCol="0" anchor="ctr">
            <a:spAutoFit/>
          </a:bodyPr>
          <a:lstStyle/>
          <a:p>
            <a:pPr algn="ctr" defTabSz="783092"/>
            <a:r>
              <a:rPr lang="en-US" altLang="zh-CN" sz="599" i="1" dirty="0">
                <a:solidFill>
                  <a:prstClr val="black"/>
                </a:solidFill>
                <a:latin typeface="Cambria Math" panose="02040503050406030204" pitchFamily="18" charset="0"/>
              </a:rPr>
              <a:t>Wait</a:t>
            </a:r>
          </a:p>
        </p:txBody>
      </p:sp>
      <p:sp>
        <p:nvSpPr>
          <p:cNvPr id="247" name="文本框 246">
            <a:extLst>
              <a:ext uri="{FF2B5EF4-FFF2-40B4-BE49-F238E27FC236}">
                <a16:creationId xmlns:a16="http://schemas.microsoft.com/office/drawing/2014/main" id="{BBEEF371-812F-4D1A-AEBE-A90B94E01E32}"/>
              </a:ext>
            </a:extLst>
          </p:cNvPr>
          <p:cNvSpPr txBox="1"/>
          <p:nvPr/>
        </p:nvSpPr>
        <p:spPr>
          <a:xfrm>
            <a:off x="7603387" y="3302810"/>
            <a:ext cx="247023" cy="92205"/>
          </a:xfrm>
          <a:prstGeom prst="rect">
            <a:avLst/>
          </a:prstGeom>
          <a:noFill/>
        </p:spPr>
        <p:txBody>
          <a:bodyPr wrap="square" lIns="0" tIns="0" rIns="0" bIns="0" rtlCol="0" anchor="ctr">
            <a:spAutoFit/>
          </a:bodyPr>
          <a:lstStyle/>
          <a:p>
            <a:pPr algn="ctr" defTabSz="783092"/>
            <a:r>
              <a:rPr lang="en-US" altLang="zh-CN" sz="599" i="1" dirty="0">
                <a:solidFill>
                  <a:prstClr val="black"/>
                </a:solidFill>
                <a:latin typeface="Cambria Math" panose="02040503050406030204" pitchFamily="18" charset="0"/>
              </a:rPr>
              <a:t>Exec</a:t>
            </a:r>
          </a:p>
        </p:txBody>
      </p:sp>
      <p:sp>
        <p:nvSpPr>
          <p:cNvPr id="248" name="文本框 247">
            <a:extLst>
              <a:ext uri="{FF2B5EF4-FFF2-40B4-BE49-F238E27FC236}">
                <a16:creationId xmlns:a16="http://schemas.microsoft.com/office/drawing/2014/main" id="{E40FCB4F-F2D3-484F-8491-A0A17E291525}"/>
              </a:ext>
            </a:extLst>
          </p:cNvPr>
          <p:cNvSpPr txBox="1"/>
          <p:nvPr/>
        </p:nvSpPr>
        <p:spPr>
          <a:xfrm>
            <a:off x="7341057" y="3747614"/>
            <a:ext cx="247023" cy="92205"/>
          </a:xfrm>
          <a:prstGeom prst="rect">
            <a:avLst/>
          </a:prstGeom>
          <a:noFill/>
        </p:spPr>
        <p:txBody>
          <a:bodyPr wrap="square" lIns="0" tIns="0" rIns="0" bIns="0" rtlCol="0" anchor="ctr">
            <a:spAutoFit/>
          </a:bodyPr>
          <a:lstStyle/>
          <a:p>
            <a:pPr algn="ctr" defTabSz="783092"/>
            <a:r>
              <a:rPr lang="en-US" altLang="zh-CN" sz="599" i="1" dirty="0">
                <a:solidFill>
                  <a:prstClr val="black"/>
                </a:solidFill>
                <a:latin typeface="Cambria Math" panose="02040503050406030204" pitchFamily="18" charset="0"/>
              </a:rPr>
              <a:t>S1</a:t>
            </a:r>
          </a:p>
        </p:txBody>
      </p:sp>
      <p:sp>
        <p:nvSpPr>
          <p:cNvPr id="249" name="文本框 248">
            <a:extLst>
              <a:ext uri="{FF2B5EF4-FFF2-40B4-BE49-F238E27FC236}">
                <a16:creationId xmlns:a16="http://schemas.microsoft.com/office/drawing/2014/main" id="{4AB7ADD8-F83E-4FC2-AA25-82E58BC3B92D}"/>
              </a:ext>
            </a:extLst>
          </p:cNvPr>
          <p:cNvSpPr txBox="1"/>
          <p:nvPr/>
        </p:nvSpPr>
        <p:spPr>
          <a:xfrm>
            <a:off x="7879431" y="3750650"/>
            <a:ext cx="247023" cy="92205"/>
          </a:xfrm>
          <a:prstGeom prst="rect">
            <a:avLst/>
          </a:prstGeom>
          <a:noFill/>
        </p:spPr>
        <p:txBody>
          <a:bodyPr wrap="square" lIns="0" tIns="0" rIns="0" bIns="0" rtlCol="0" anchor="ctr">
            <a:spAutoFit/>
          </a:bodyPr>
          <a:lstStyle/>
          <a:p>
            <a:pPr algn="ctr" defTabSz="783092"/>
            <a:r>
              <a:rPr lang="en-US" altLang="zh-CN" sz="599" i="1" dirty="0">
                <a:solidFill>
                  <a:prstClr val="black"/>
                </a:solidFill>
                <a:latin typeface="Cambria Math" panose="02040503050406030204" pitchFamily="18" charset="0"/>
              </a:rPr>
              <a:t>S2</a:t>
            </a:r>
          </a:p>
        </p:txBody>
      </p:sp>
      <p:sp>
        <p:nvSpPr>
          <p:cNvPr id="250" name="文本框 249">
            <a:extLst>
              <a:ext uri="{FF2B5EF4-FFF2-40B4-BE49-F238E27FC236}">
                <a16:creationId xmlns:a16="http://schemas.microsoft.com/office/drawing/2014/main" id="{03CEB22D-E58F-47A8-B4FD-475A93623A99}"/>
              </a:ext>
            </a:extLst>
          </p:cNvPr>
          <p:cNvSpPr txBox="1"/>
          <p:nvPr/>
        </p:nvSpPr>
        <p:spPr>
          <a:xfrm>
            <a:off x="7603387" y="4176276"/>
            <a:ext cx="247023" cy="92205"/>
          </a:xfrm>
          <a:prstGeom prst="rect">
            <a:avLst/>
          </a:prstGeom>
          <a:noFill/>
        </p:spPr>
        <p:txBody>
          <a:bodyPr wrap="square" lIns="0" tIns="0" rIns="0" bIns="0" rtlCol="0" anchor="ctr">
            <a:spAutoFit/>
          </a:bodyPr>
          <a:lstStyle/>
          <a:p>
            <a:pPr algn="ctr" defTabSz="783092"/>
            <a:r>
              <a:rPr lang="en-US" altLang="zh-CN" sz="599" i="1" dirty="0">
                <a:solidFill>
                  <a:prstClr val="black"/>
                </a:solidFill>
                <a:latin typeface="Cambria Math" panose="02040503050406030204" pitchFamily="18" charset="0"/>
              </a:rPr>
              <a:t>End</a:t>
            </a:r>
          </a:p>
        </p:txBody>
      </p:sp>
      <p:sp>
        <p:nvSpPr>
          <p:cNvPr id="251" name="文本框 250">
            <a:extLst>
              <a:ext uri="{FF2B5EF4-FFF2-40B4-BE49-F238E27FC236}">
                <a16:creationId xmlns:a16="http://schemas.microsoft.com/office/drawing/2014/main" id="{3FF33720-A147-43A5-A4BA-DED829D438A6}"/>
              </a:ext>
            </a:extLst>
          </p:cNvPr>
          <p:cNvSpPr txBox="1"/>
          <p:nvPr/>
        </p:nvSpPr>
        <p:spPr>
          <a:xfrm>
            <a:off x="7253901" y="2643133"/>
            <a:ext cx="445241" cy="105413"/>
          </a:xfrm>
          <a:prstGeom prst="rect">
            <a:avLst/>
          </a:prstGeom>
          <a:noFill/>
        </p:spPr>
        <p:txBody>
          <a:bodyPr wrap="square" lIns="0" tIns="0" rIns="0" bIns="0" rtlCol="0">
            <a:spAutoFit/>
          </a:bodyPr>
          <a:lstStyle/>
          <a:p>
            <a:pPr defTabSz="783092"/>
            <a:r>
              <a:rPr lang="en-US" altLang="zh-CN" sz="685" i="1" dirty="0">
                <a:solidFill>
                  <a:prstClr val="black"/>
                </a:solidFill>
                <a:latin typeface="Cambria Math" panose="02040503050406030204" pitchFamily="18" charset="0"/>
              </a:rPr>
              <a:t>p:=0; q:=0</a:t>
            </a:r>
            <a:endParaRPr lang="zh-CN" altLang="en-US" sz="685" i="1" dirty="0">
              <a:solidFill>
                <a:prstClr val="black"/>
              </a:solidFill>
              <a:latin typeface="Cambria Math" panose="02040503050406030204" pitchFamily="18" charset="0"/>
            </a:endParaRPr>
          </a:p>
        </p:txBody>
      </p:sp>
      <p:sp>
        <p:nvSpPr>
          <p:cNvPr id="252" name="文本框 251">
            <a:extLst>
              <a:ext uri="{FF2B5EF4-FFF2-40B4-BE49-F238E27FC236}">
                <a16:creationId xmlns:a16="http://schemas.microsoft.com/office/drawing/2014/main" id="{FFF1F2F3-7F29-492D-B5C5-ABA2A83ED75B}"/>
              </a:ext>
            </a:extLst>
          </p:cNvPr>
          <p:cNvSpPr txBox="1"/>
          <p:nvPr/>
        </p:nvSpPr>
        <p:spPr>
          <a:xfrm>
            <a:off x="7467124" y="3065250"/>
            <a:ext cx="554722" cy="131703"/>
          </a:xfrm>
          <a:prstGeom prst="rect">
            <a:avLst/>
          </a:prstGeom>
          <a:noFill/>
        </p:spPr>
        <p:txBody>
          <a:bodyPr wrap="square" lIns="0" tIns="0" rIns="0" bIns="0" rtlCol="0">
            <a:spAutoFit/>
          </a:bodyPr>
          <a:lstStyle/>
          <a:p>
            <a:pPr algn="ctr" defTabSz="783092"/>
            <a:r>
              <a:rPr lang="en-US" altLang="zh-CN" sz="428" i="1" dirty="0">
                <a:solidFill>
                  <a:prstClr val="black"/>
                </a:solidFill>
                <a:latin typeface="Cambria Math" panose="02040503050406030204" pitchFamily="18" charset="0"/>
              </a:rPr>
              <a:t>receiveMean</a:t>
            </a:r>
          </a:p>
          <a:p>
            <a:pPr algn="ctr" defTabSz="783092"/>
            <a:r>
              <a:rPr lang="en-US" altLang="zh-CN" sz="428" i="1" dirty="0">
                <a:solidFill>
                  <a:prstClr val="black"/>
                </a:solidFill>
                <a:latin typeface="Cambria Math" panose="02040503050406030204" pitchFamily="18" charset="0"/>
              </a:rPr>
              <a:t>(PLA.Signal_MeanData)</a:t>
            </a:r>
            <a:endParaRPr lang="zh-CN" altLang="en-US" sz="428" i="1" dirty="0">
              <a:solidFill>
                <a:prstClr val="black"/>
              </a:solidFill>
              <a:latin typeface="Cambria Math" panose="02040503050406030204" pitchFamily="18" charset="0"/>
            </a:endParaRPr>
          </a:p>
        </p:txBody>
      </p:sp>
      <p:sp>
        <p:nvSpPr>
          <p:cNvPr id="253" name="椭圆 252">
            <a:extLst>
              <a:ext uri="{FF2B5EF4-FFF2-40B4-BE49-F238E27FC236}">
                <a16:creationId xmlns:a16="http://schemas.microsoft.com/office/drawing/2014/main" id="{8BD60EC7-E882-427D-9DA7-A7EB7E3857FE}"/>
              </a:ext>
            </a:extLst>
          </p:cNvPr>
          <p:cNvSpPr/>
          <p:nvPr/>
        </p:nvSpPr>
        <p:spPr bwMode="auto">
          <a:xfrm>
            <a:off x="7400196" y="3375668"/>
            <a:ext cx="170436" cy="187117"/>
          </a:xfrm>
          <a:prstGeom prst="ellipse">
            <a:avLst/>
          </a:prstGeom>
          <a:noFill/>
          <a:ln w="9525" cap="flat" cmpd="sng" algn="ctr">
            <a:noFill/>
            <a:prstDash val="solid"/>
            <a:round/>
            <a:headEnd type="none" w="med" len="med"/>
            <a:tailEnd type="none" w="med" len="med"/>
          </a:ln>
        </p:spPr>
        <p:txBody>
          <a:bodyPr vert="horz" wrap="square" lIns="78307" tIns="39154" rIns="78307" bIns="39154" numCol="1" rtlCol="0" anchor="t" anchorCtr="0" compatLnSpc="1"/>
          <a:lstStyle/>
          <a:p>
            <a:pPr defTabSz="783092"/>
            <a:r>
              <a:rPr lang="zh-CN" altLang="en-US" sz="599" dirty="0">
                <a:solidFill>
                  <a:prstClr val="black"/>
                </a:solidFill>
              </a:rPr>
              <a:t>①</a:t>
            </a:r>
          </a:p>
        </p:txBody>
      </p:sp>
      <p:sp>
        <p:nvSpPr>
          <p:cNvPr id="254" name="椭圆 253">
            <a:extLst>
              <a:ext uri="{FF2B5EF4-FFF2-40B4-BE49-F238E27FC236}">
                <a16:creationId xmlns:a16="http://schemas.microsoft.com/office/drawing/2014/main" id="{72661AFA-6082-4A56-B7C7-4D0A7302C215}"/>
              </a:ext>
            </a:extLst>
          </p:cNvPr>
          <p:cNvSpPr/>
          <p:nvPr/>
        </p:nvSpPr>
        <p:spPr bwMode="auto">
          <a:xfrm>
            <a:off x="7835317" y="3381086"/>
            <a:ext cx="170436" cy="187117"/>
          </a:xfrm>
          <a:prstGeom prst="ellipse">
            <a:avLst/>
          </a:prstGeom>
          <a:noFill/>
          <a:ln w="9525" cap="flat" cmpd="sng" algn="ctr">
            <a:noFill/>
            <a:prstDash val="solid"/>
            <a:round/>
            <a:headEnd type="none" w="med" len="med"/>
            <a:tailEnd type="none" w="med" len="med"/>
          </a:ln>
        </p:spPr>
        <p:txBody>
          <a:bodyPr vert="horz" wrap="square" lIns="78307" tIns="39154" rIns="78307" bIns="39154" numCol="1" rtlCol="0" anchor="t" anchorCtr="0" compatLnSpc="1"/>
          <a:lstStyle/>
          <a:p>
            <a:pPr defTabSz="783092"/>
            <a:r>
              <a:rPr lang="zh-CN" altLang="en-US" sz="599" dirty="0">
                <a:solidFill>
                  <a:prstClr val="black"/>
                </a:solidFill>
              </a:rPr>
              <a:t>②</a:t>
            </a:r>
          </a:p>
        </p:txBody>
      </p:sp>
      <p:sp>
        <p:nvSpPr>
          <p:cNvPr id="255" name="椭圆 254">
            <a:extLst>
              <a:ext uri="{FF2B5EF4-FFF2-40B4-BE49-F238E27FC236}">
                <a16:creationId xmlns:a16="http://schemas.microsoft.com/office/drawing/2014/main" id="{596CCB5A-74A7-495E-A734-19750E994F81}"/>
              </a:ext>
            </a:extLst>
          </p:cNvPr>
          <p:cNvSpPr/>
          <p:nvPr/>
        </p:nvSpPr>
        <p:spPr bwMode="auto">
          <a:xfrm>
            <a:off x="7464504" y="3868328"/>
            <a:ext cx="170436" cy="187117"/>
          </a:xfrm>
          <a:prstGeom prst="ellipse">
            <a:avLst/>
          </a:prstGeom>
          <a:noFill/>
          <a:ln w="9525" cap="flat" cmpd="sng" algn="ctr">
            <a:noFill/>
            <a:prstDash val="solid"/>
            <a:round/>
            <a:headEnd type="none" w="med" len="med"/>
            <a:tailEnd type="none" w="med" len="med"/>
          </a:ln>
        </p:spPr>
        <p:txBody>
          <a:bodyPr vert="horz" wrap="square" lIns="78307" tIns="39154" rIns="78307" bIns="39154" numCol="1" rtlCol="0" anchor="t" anchorCtr="0" compatLnSpc="1"/>
          <a:lstStyle/>
          <a:p>
            <a:pPr defTabSz="783092"/>
            <a:r>
              <a:rPr lang="zh-CN" altLang="en-US" sz="599" dirty="0">
                <a:solidFill>
                  <a:prstClr val="black"/>
                </a:solidFill>
              </a:rPr>
              <a:t>③</a:t>
            </a:r>
          </a:p>
        </p:txBody>
      </p:sp>
      <p:sp>
        <p:nvSpPr>
          <p:cNvPr id="256" name="椭圆 255">
            <a:extLst>
              <a:ext uri="{FF2B5EF4-FFF2-40B4-BE49-F238E27FC236}">
                <a16:creationId xmlns:a16="http://schemas.microsoft.com/office/drawing/2014/main" id="{A48C1A12-3E36-4492-BBE3-CDE9661C2D35}"/>
              </a:ext>
            </a:extLst>
          </p:cNvPr>
          <p:cNvSpPr/>
          <p:nvPr/>
        </p:nvSpPr>
        <p:spPr bwMode="auto">
          <a:xfrm>
            <a:off x="7767907" y="3868833"/>
            <a:ext cx="170436" cy="187117"/>
          </a:xfrm>
          <a:prstGeom prst="ellipse">
            <a:avLst/>
          </a:prstGeom>
          <a:noFill/>
          <a:ln w="9525" cap="flat" cmpd="sng" algn="ctr">
            <a:noFill/>
            <a:prstDash val="solid"/>
            <a:round/>
            <a:headEnd type="none" w="med" len="med"/>
            <a:tailEnd type="none" w="med" len="med"/>
          </a:ln>
        </p:spPr>
        <p:txBody>
          <a:bodyPr vert="horz" wrap="square" lIns="78307" tIns="39154" rIns="78307" bIns="39154" numCol="1" rtlCol="0" anchor="t" anchorCtr="0" compatLnSpc="1"/>
          <a:lstStyle/>
          <a:p>
            <a:pPr defTabSz="783092"/>
            <a:r>
              <a:rPr lang="zh-CN" altLang="en-US" sz="599" dirty="0">
                <a:solidFill>
                  <a:prstClr val="black"/>
                </a:solidFill>
              </a:rPr>
              <a:t>④</a:t>
            </a:r>
          </a:p>
        </p:txBody>
      </p:sp>
      <p:sp>
        <p:nvSpPr>
          <p:cNvPr id="257" name="椭圆 256">
            <a:extLst>
              <a:ext uri="{FF2B5EF4-FFF2-40B4-BE49-F238E27FC236}">
                <a16:creationId xmlns:a16="http://schemas.microsoft.com/office/drawing/2014/main" id="{CAB63781-6665-4FBB-A775-F743E7C5694B}"/>
              </a:ext>
            </a:extLst>
          </p:cNvPr>
          <p:cNvSpPr/>
          <p:nvPr/>
        </p:nvSpPr>
        <p:spPr bwMode="auto">
          <a:xfrm>
            <a:off x="7230257" y="3220671"/>
            <a:ext cx="170436" cy="187117"/>
          </a:xfrm>
          <a:prstGeom prst="ellipse">
            <a:avLst/>
          </a:prstGeom>
          <a:noFill/>
          <a:ln w="9525" cap="flat" cmpd="sng" algn="ctr">
            <a:noFill/>
            <a:prstDash val="solid"/>
            <a:round/>
            <a:headEnd type="none" w="med" len="med"/>
            <a:tailEnd type="none" w="med" len="med"/>
          </a:ln>
        </p:spPr>
        <p:txBody>
          <a:bodyPr vert="horz" wrap="square" lIns="78307" tIns="39154" rIns="78307" bIns="39154" numCol="1" rtlCol="0" anchor="t" anchorCtr="0" compatLnSpc="1"/>
          <a:lstStyle/>
          <a:p>
            <a:pPr defTabSz="783092"/>
            <a:r>
              <a:rPr lang="zh-CN" altLang="en-US" sz="599" dirty="0">
                <a:solidFill>
                  <a:prstClr val="black"/>
                </a:solidFill>
              </a:rPr>
              <a:t>⑤</a:t>
            </a:r>
          </a:p>
        </p:txBody>
      </p:sp>
      <p:sp>
        <p:nvSpPr>
          <p:cNvPr id="258" name="椭圆 257">
            <a:extLst>
              <a:ext uri="{FF2B5EF4-FFF2-40B4-BE49-F238E27FC236}">
                <a16:creationId xmlns:a16="http://schemas.microsoft.com/office/drawing/2014/main" id="{4C059C0A-FC71-4363-B9E9-01BCA061D2E7}"/>
              </a:ext>
            </a:extLst>
          </p:cNvPr>
          <p:cNvSpPr/>
          <p:nvPr/>
        </p:nvSpPr>
        <p:spPr bwMode="auto">
          <a:xfrm>
            <a:off x="8009678" y="3223890"/>
            <a:ext cx="170436" cy="187117"/>
          </a:xfrm>
          <a:prstGeom prst="ellipse">
            <a:avLst/>
          </a:prstGeom>
          <a:noFill/>
          <a:ln w="9525" cap="flat" cmpd="sng" algn="ctr">
            <a:noFill/>
            <a:prstDash val="solid"/>
            <a:round/>
            <a:headEnd type="none" w="med" len="med"/>
            <a:tailEnd type="none" w="med" len="med"/>
          </a:ln>
        </p:spPr>
        <p:txBody>
          <a:bodyPr vert="horz" wrap="square" lIns="78307" tIns="39154" rIns="78307" bIns="39154" numCol="1" rtlCol="0" anchor="t" anchorCtr="0" compatLnSpc="1"/>
          <a:lstStyle/>
          <a:p>
            <a:pPr defTabSz="783092"/>
            <a:r>
              <a:rPr lang="zh-CN" altLang="en-US" sz="599" dirty="0">
                <a:solidFill>
                  <a:prstClr val="black"/>
                </a:solidFill>
              </a:rPr>
              <a:t>⑥</a:t>
            </a:r>
          </a:p>
        </p:txBody>
      </p:sp>
      <p:sp>
        <p:nvSpPr>
          <p:cNvPr id="260" name="文本框 259">
            <a:extLst>
              <a:ext uri="{FF2B5EF4-FFF2-40B4-BE49-F238E27FC236}">
                <a16:creationId xmlns:a16="http://schemas.microsoft.com/office/drawing/2014/main" id="{4490C133-0766-4C38-9367-3DD1EC0B3E7E}"/>
              </a:ext>
            </a:extLst>
          </p:cNvPr>
          <p:cNvSpPr txBox="1"/>
          <p:nvPr/>
        </p:nvSpPr>
        <p:spPr>
          <a:xfrm>
            <a:off x="6987326" y="3008146"/>
            <a:ext cx="397603" cy="131703"/>
          </a:xfrm>
          <a:prstGeom prst="rect">
            <a:avLst/>
          </a:prstGeom>
          <a:noFill/>
        </p:spPr>
        <p:txBody>
          <a:bodyPr wrap="square" lIns="0" tIns="0" rIns="0" bIns="0" rtlCol="0">
            <a:spAutoFit/>
          </a:bodyPr>
          <a:lstStyle/>
          <a:p>
            <a:pPr algn="ctr" defTabSz="783092"/>
            <a:r>
              <a:rPr lang="en-US" altLang="zh-CN" sz="428" i="1" dirty="0">
                <a:solidFill>
                  <a:prstClr val="black"/>
                </a:solidFill>
                <a:latin typeface="Cambria Math" panose="02040503050406030204" pitchFamily="18" charset="0"/>
              </a:rPr>
              <a:t>sendRes</a:t>
            </a:r>
          </a:p>
          <a:p>
            <a:pPr algn="ctr" defTabSz="783092"/>
            <a:r>
              <a:rPr lang="en-US" altLang="zh-CN" sz="428" i="1" dirty="0">
                <a:solidFill>
                  <a:prstClr val="black"/>
                </a:solidFill>
                <a:latin typeface="Cambria Math" panose="02040503050406030204" pitchFamily="18" charset="0"/>
              </a:rPr>
              <a:t>(PLA.Signal_Ext)</a:t>
            </a:r>
            <a:endParaRPr lang="zh-CN" altLang="en-US" sz="428" i="1" dirty="0">
              <a:solidFill>
                <a:prstClr val="black"/>
              </a:solidFill>
              <a:latin typeface="Cambria Math" panose="02040503050406030204" pitchFamily="18" charset="0"/>
            </a:endParaRPr>
          </a:p>
        </p:txBody>
      </p:sp>
      <p:cxnSp>
        <p:nvCxnSpPr>
          <p:cNvPr id="261" name="直接箭头连接符 260">
            <a:extLst>
              <a:ext uri="{FF2B5EF4-FFF2-40B4-BE49-F238E27FC236}">
                <a16:creationId xmlns:a16="http://schemas.microsoft.com/office/drawing/2014/main" id="{037F2D74-CFD5-49E0-AD77-9BBB99A801EE}"/>
              </a:ext>
            </a:extLst>
          </p:cNvPr>
          <p:cNvCxnSpPr>
            <a:cxnSpLocks/>
          </p:cNvCxnSpPr>
          <p:nvPr/>
        </p:nvCxnSpPr>
        <p:spPr>
          <a:xfrm>
            <a:off x="7412982" y="2378926"/>
            <a:ext cx="180751" cy="1198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2" name="直接连接符 261">
            <a:extLst>
              <a:ext uri="{FF2B5EF4-FFF2-40B4-BE49-F238E27FC236}">
                <a16:creationId xmlns:a16="http://schemas.microsoft.com/office/drawing/2014/main" id="{6B5E0C28-7B9F-4609-BD86-0D7AF07C00BC}"/>
              </a:ext>
            </a:extLst>
          </p:cNvPr>
          <p:cNvCxnSpPr/>
          <p:nvPr/>
        </p:nvCxnSpPr>
        <p:spPr>
          <a:xfrm flipH="1">
            <a:off x="7377461" y="2323650"/>
            <a:ext cx="78605" cy="116162"/>
          </a:xfrm>
          <a:prstGeom prst="line">
            <a:avLst/>
          </a:prstGeom>
        </p:spPr>
        <p:style>
          <a:lnRef idx="1">
            <a:schemeClr val="accent1"/>
          </a:lnRef>
          <a:fillRef idx="0">
            <a:schemeClr val="accent1"/>
          </a:fillRef>
          <a:effectRef idx="0">
            <a:schemeClr val="accent1"/>
          </a:effectRef>
          <a:fontRef idx="minor">
            <a:schemeClr val="tx1"/>
          </a:fontRef>
        </p:style>
      </p:cxnSp>
      <p:sp>
        <p:nvSpPr>
          <p:cNvPr id="263" name="矩形 262">
            <a:extLst>
              <a:ext uri="{FF2B5EF4-FFF2-40B4-BE49-F238E27FC236}">
                <a16:creationId xmlns:a16="http://schemas.microsoft.com/office/drawing/2014/main" id="{A0A1BA57-1684-4F5C-A65F-75E8A087A5CE}"/>
              </a:ext>
            </a:extLst>
          </p:cNvPr>
          <p:cNvSpPr/>
          <p:nvPr/>
        </p:nvSpPr>
        <p:spPr bwMode="auto">
          <a:xfrm>
            <a:off x="8657267" y="2308535"/>
            <a:ext cx="1950374" cy="2089369"/>
          </a:xfrm>
          <a:prstGeom prst="rect">
            <a:avLst/>
          </a:prstGeom>
          <a:solidFill>
            <a:srgbClr val="D0E5FC"/>
          </a:solidFill>
          <a:ln w="3175" cap="flat" cmpd="sng" algn="ctr">
            <a:solidFill>
              <a:schemeClr val="tx1"/>
            </a:solidFill>
            <a:prstDash val="solid"/>
            <a:round/>
            <a:headEnd type="none" w="med" len="med"/>
            <a:tailEnd type="none" w="med" len="med"/>
          </a:ln>
        </p:spPr>
        <p:txBody>
          <a:bodyPr vert="horz" wrap="square" lIns="78307" tIns="39154" rIns="78307" bIns="39154" numCol="1" rtlCol="0" anchor="ctr" anchorCtr="0" compatLnSpc="1"/>
          <a:lstStyle/>
          <a:p>
            <a:pPr algn="ctr" defTabSz="783092">
              <a:defRPr/>
            </a:pPr>
            <a:endParaRPr lang="zh-CN" altLang="en-US" sz="771" dirty="0">
              <a:solidFill>
                <a:prstClr val="black"/>
              </a:solidFill>
            </a:endParaRPr>
          </a:p>
        </p:txBody>
      </p:sp>
      <p:sp>
        <p:nvSpPr>
          <p:cNvPr id="264" name="椭圆 263">
            <a:extLst>
              <a:ext uri="{FF2B5EF4-FFF2-40B4-BE49-F238E27FC236}">
                <a16:creationId xmlns:a16="http://schemas.microsoft.com/office/drawing/2014/main" id="{5670D6FF-0A6C-4134-A0A3-3F135ADF0822}"/>
              </a:ext>
            </a:extLst>
          </p:cNvPr>
          <p:cNvSpPr/>
          <p:nvPr/>
        </p:nvSpPr>
        <p:spPr bwMode="auto">
          <a:xfrm>
            <a:off x="9391763" y="2360358"/>
            <a:ext cx="284695" cy="290897"/>
          </a:xfrm>
          <a:prstGeom prst="ellipse">
            <a:avLst/>
          </a:prstGeom>
          <a:solidFill>
            <a:srgbClr val="4F81BD"/>
          </a:solidFill>
          <a:ln w="9525" cap="flat" cmpd="sng" algn="ctr">
            <a:solidFill>
              <a:sysClr val="windowText" lastClr="000000"/>
            </a:solidFill>
            <a:prstDash val="solid"/>
            <a:round/>
            <a:headEnd type="none" w="med" len="med"/>
            <a:tailEnd type="none" w="med" len="med"/>
          </a:ln>
        </p:spPr>
        <p:txBody>
          <a:bodyPr vert="horz" wrap="square" lIns="78307" tIns="39154" rIns="78307" bIns="39154" numCol="1" rtlCol="0" anchor="ctr" anchorCtr="0" compatLnSpc="1"/>
          <a:lstStyle/>
          <a:p>
            <a:pPr algn="ctr" defTabSz="783092">
              <a:defRPr/>
            </a:pPr>
            <a:endParaRPr lang="zh-CN" altLang="en-US" sz="428" kern="0" dirty="0">
              <a:solidFill>
                <a:prstClr val="black"/>
              </a:solidFill>
            </a:endParaRPr>
          </a:p>
        </p:txBody>
      </p:sp>
      <p:sp>
        <p:nvSpPr>
          <p:cNvPr id="265" name="椭圆 264">
            <a:extLst>
              <a:ext uri="{FF2B5EF4-FFF2-40B4-BE49-F238E27FC236}">
                <a16:creationId xmlns:a16="http://schemas.microsoft.com/office/drawing/2014/main" id="{C97D207E-70FA-4950-A681-6E9C3A94BBB4}"/>
              </a:ext>
            </a:extLst>
          </p:cNvPr>
          <p:cNvSpPr/>
          <p:nvPr/>
        </p:nvSpPr>
        <p:spPr bwMode="auto">
          <a:xfrm>
            <a:off x="9391763" y="2737194"/>
            <a:ext cx="284695" cy="290897"/>
          </a:xfrm>
          <a:prstGeom prst="ellipse">
            <a:avLst/>
          </a:prstGeom>
          <a:solidFill>
            <a:srgbClr val="4F81BD"/>
          </a:solidFill>
          <a:ln w="9525" cap="flat" cmpd="sng" algn="ctr">
            <a:solidFill>
              <a:sysClr val="windowText" lastClr="000000"/>
            </a:solidFill>
            <a:prstDash val="solid"/>
            <a:round/>
            <a:headEnd type="none" w="med" len="med"/>
            <a:tailEnd type="none" w="med" len="med"/>
          </a:ln>
        </p:spPr>
        <p:txBody>
          <a:bodyPr vert="horz" wrap="square" lIns="78307" tIns="39154" rIns="78307" bIns="39154" numCol="1" rtlCol="0" anchor="ctr" anchorCtr="0" compatLnSpc="1"/>
          <a:lstStyle/>
          <a:p>
            <a:pPr algn="ctr" defTabSz="783092">
              <a:defRPr/>
            </a:pPr>
            <a:endParaRPr lang="zh-CN" altLang="en-US" sz="428" kern="0" dirty="0">
              <a:solidFill>
                <a:prstClr val="black"/>
              </a:solidFill>
            </a:endParaRPr>
          </a:p>
        </p:txBody>
      </p:sp>
      <p:sp>
        <p:nvSpPr>
          <p:cNvPr id="266" name="椭圆 265">
            <a:extLst>
              <a:ext uri="{FF2B5EF4-FFF2-40B4-BE49-F238E27FC236}">
                <a16:creationId xmlns:a16="http://schemas.microsoft.com/office/drawing/2014/main" id="{61C589F1-0FE2-4FB2-9FB1-35D827109AA9}"/>
              </a:ext>
            </a:extLst>
          </p:cNvPr>
          <p:cNvSpPr/>
          <p:nvPr/>
        </p:nvSpPr>
        <p:spPr bwMode="auto">
          <a:xfrm>
            <a:off x="9397126" y="3445330"/>
            <a:ext cx="284695" cy="290897"/>
          </a:xfrm>
          <a:prstGeom prst="ellipse">
            <a:avLst/>
          </a:prstGeom>
          <a:solidFill>
            <a:srgbClr val="4F81BD"/>
          </a:solidFill>
          <a:ln w="9525" cap="flat" cmpd="sng" algn="ctr">
            <a:solidFill>
              <a:sysClr val="windowText" lastClr="000000"/>
            </a:solidFill>
            <a:prstDash val="solid"/>
            <a:round/>
            <a:headEnd type="none" w="med" len="med"/>
            <a:tailEnd type="none" w="med" len="med"/>
          </a:ln>
        </p:spPr>
        <p:txBody>
          <a:bodyPr vert="horz" wrap="square" lIns="78307" tIns="39154" rIns="78307" bIns="39154" numCol="1" rtlCol="0" anchor="ctr" anchorCtr="0" compatLnSpc="1"/>
          <a:lstStyle/>
          <a:p>
            <a:pPr algn="ctr" defTabSz="783092">
              <a:defRPr/>
            </a:pPr>
            <a:endParaRPr lang="zh-CN" altLang="en-US" sz="428" kern="0" dirty="0">
              <a:solidFill>
                <a:prstClr val="black"/>
              </a:solidFill>
            </a:endParaRPr>
          </a:p>
        </p:txBody>
      </p:sp>
      <p:sp>
        <p:nvSpPr>
          <p:cNvPr id="267" name="椭圆 266">
            <a:extLst>
              <a:ext uri="{FF2B5EF4-FFF2-40B4-BE49-F238E27FC236}">
                <a16:creationId xmlns:a16="http://schemas.microsoft.com/office/drawing/2014/main" id="{00489487-3974-4D6F-B159-375495B4BB7A}"/>
              </a:ext>
            </a:extLst>
          </p:cNvPr>
          <p:cNvSpPr/>
          <p:nvPr/>
        </p:nvSpPr>
        <p:spPr bwMode="auto">
          <a:xfrm>
            <a:off x="9136270" y="3765081"/>
            <a:ext cx="284695" cy="290897"/>
          </a:xfrm>
          <a:prstGeom prst="ellipse">
            <a:avLst/>
          </a:prstGeom>
          <a:solidFill>
            <a:srgbClr val="4F81BD"/>
          </a:solidFill>
          <a:ln w="9525" cap="flat" cmpd="sng" algn="ctr">
            <a:solidFill>
              <a:sysClr val="windowText" lastClr="000000"/>
            </a:solidFill>
            <a:prstDash val="solid"/>
            <a:round/>
            <a:headEnd type="none" w="med" len="med"/>
            <a:tailEnd type="none" w="med" len="med"/>
          </a:ln>
        </p:spPr>
        <p:txBody>
          <a:bodyPr vert="horz" wrap="square" lIns="78307" tIns="39154" rIns="78307" bIns="39154" numCol="1" rtlCol="0" anchor="ctr" anchorCtr="0" compatLnSpc="1"/>
          <a:lstStyle/>
          <a:p>
            <a:pPr algn="ctr" defTabSz="783092">
              <a:defRPr/>
            </a:pPr>
            <a:endParaRPr lang="zh-CN" altLang="en-US" sz="428" kern="0" dirty="0">
              <a:solidFill>
                <a:prstClr val="black"/>
              </a:solidFill>
            </a:endParaRPr>
          </a:p>
        </p:txBody>
      </p:sp>
      <p:sp>
        <p:nvSpPr>
          <p:cNvPr id="268" name="椭圆 267">
            <a:extLst>
              <a:ext uri="{FF2B5EF4-FFF2-40B4-BE49-F238E27FC236}">
                <a16:creationId xmlns:a16="http://schemas.microsoft.com/office/drawing/2014/main" id="{8B9F073F-59AE-4D7C-9871-ADEB823308A1}"/>
              </a:ext>
            </a:extLst>
          </p:cNvPr>
          <p:cNvSpPr/>
          <p:nvPr/>
        </p:nvSpPr>
        <p:spPr bwMode="auto">
          <a:xfrm>
            <a:off x="9662855" y="3760085"/>
            <a:ext cx="284695" cy="290897"/>
          </a:xfrm>
          <a:prstGeom prst="ellipse">
            <a:avLst/>
          </a:prstGeom>
          <a:solidFill>
            <a:srgbClr val="4F81BD"/>
          </a:solidFill>
          <a:ln w="9525" cap="flat" cmpd="sng" algn="ctr">
            <a:solidFill>
              <a:sysClr val="windowText" lastClr="000000"/>
            </a:solidFill>
            <a:prstDash val="solid"/>
            <a:round/>
            <a:headEnd type="none" w="med" len="med"/>
            <a:tailEnd type="none" w="med" len="med"/>
          </a:ln>
        </p:spPr>
        <p:txBody>
          <a:bodyPr vert="horz" wrap="square" lIns="78307" tIns="39154" rIns="78307" bIns="39154" numCol="1" rtlCol="0" anchor="ctr" anchorCtr="0" compatLnSpc="1"/>
          <a:lstStyle/>
          <a:p>
            <a:pPr algn="ctr" defTabSz="783092">
              <a:defRPr/>
            </a:pPr>
            <a:endParaRPr lang="zh-CN" altLang="en-US" sz="428" kern="0" dirty="0">
              <a:solidFill>
                <a:prstClr val="black"/>
              </a:solidFill>
            </a:endParaRPr>
          </a:p>
        </p:txBody>
      </p:sp>
      <p:sp>
        <p:nvSpPr>
          <p:cNvPr id="269" name="椭圆 268">
            <a:extLst>
              <a:ext uri="{FF2B5EF4-FFF2-40B4-BE49-F238E27FC236}">
                <a16:creationId xmlns:a16="http://schemas.microsoft.com/office/drawing/2014/main" id="{1B81DAD8-1E15-4861-968B-BE75703FF05F}"/>
              </a:ext>
            </a:extLst>
          </p:cNvPr>
          <p:cNvSpPr/>
          <p:nvPr/>
        </p:nvSpPr>
        <p:spPr bwMode="auto">
          <a:xfrm>
            <a:off x="9391763" y="4088014"/>
            <a:ext cx="284695" cy="290897"/>
          </a:xfrm>
          <a:prstGeom prst="ellipse">
            <a:avLst/>
          </a:prstGeom>
          <a:solidFill>
            <a:srgbClr val="4F81BD"/>
          </a:solidFill>
          <a:ln w="9525" cap="flat" cmpd="sng" algn="ctr">
            <a:solidFill>
              <a:sysClr val="windowText" lastClr="000000"/>
            </a:solidFill>
            <a:prstDash val="solid"/>
            <a:round/>
            <a:headEnd type="none" w="med" len="med"/>
            <a:tailEnd type="none" w="med" len="med"/>
          </a:ln>
        </p:spPr>
        <p:txBody>
          <a:bodyPr vert="horz" wrap="square" lIns="78307" tIns="39154" rIns="78307" bIns="39154" numCol="1" rtlCol="0" anchor="ctr" anchorCtr="0" compatLnSpc="1"/>
          <a:lstStyle/>
          <a:p>
            <a:pPr algn="ctr" defTabSz="783092">
              <a:defRPr/>
            </a:pPr>
            <a:endParaRPr lang="zh-CN" altLang="en-US" sz="428" kern="0" dirty="0">
              <a:solidFill>
                <a:prstClr val="black"/>
              </a:solidFill>
            </a:endParaRPr>
          </a:p>
        </p:txBody>
      </p:sp>
      <p:cxnSp>
        <p:nvCxnSpPr>
          <p:cNvPr id="272" name="直接箭头连接符 271">
            <a:extLst>
              <a:ext uri="{FF2B5EF4-FFF2-40B4-BE49-F238E27FC236}">
                <a16:creationId xmlns:a16="http://schemas.microsoft.com/office/drawing/2014/main" id="{ECB2ED0F-A968-4C5A-A25B-70805BC9E5B4}"/>
              </a:ext>
            </a:extLst>
          </p:cNvPr>
          <p:cNvCxnSpPr>
            <a:stCxn id="266" idx="3"/>
            <a:endCxn id="267" idx="0"/>
          </p:cNvCxnSpPr>
          <p:nvPr/>
        </p:nvCxnSpPr>
        <p:spPr>
          <a:xfrm flipH="1">
            <a:off x="9278617" y="3693625"/>
            <a:ext cx="160201" cy="714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3" name="直接箭头连接符 272">
            <a:extLst>
              <a:ext uri="{FF2B5EF4-FFF2-40B4-BE49-F238E27FC236}">
                <a16:creationId xmlns:a16="http://schemas.microsoft.com/office/drawing/2014/main" id="{1FD96736-D930-45FB-AA7D-9A421E549644}"/>
              </a:ext>
            </a:extLst>
          </p:cNvPr>
          <p:cNvCxnSpPr>
            <a:stCxn id="266" idx="5"/>
            <a:endCxn id="268" idx="0"/>
          </p:cNvCxnSpPr>
          <p:nvPr/>
        </p:nvCxnSpPr>
        <p:spPr>
          <a:xfrm>
            <a:off x="9640127" y="3693627"/>
            <a:ext cx="165074" cy="664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4" name="直接箭头连接符 273">
            <a:extLst>
              <a:ext uri="{FF2B5EF4-FFF2-40B4-BE49-F238E27FC236}">
                <a16:creationId xmlns:a16="http://schemas.microsoft.com/office/drawing/2014/main" id="{29F2E2CE-8CFF-45CA-BC15-20FA8229BA59}"/>
              </a:ext>
            </a:extLst>
          </p:cNvPr>
          <p:cNvCxnSpPr>
            <a:stCxn id="267" idx="4"/>
            <a:endCxn id="269" idx="1"/>
          </p:cNvCxnSpPr>
          <p:nvPr/>
        </p:nvCxnSpPr>
        <p:spPr>
          <a:xfrm>
            <a:off x="9278617" y="4055978"/>
            <a:ext cx="154839" cy="746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5" name="直接箭头连接符 274">
            <a:extLst>
              <a:ext uri="{FF2B5EF4-FFF2-40B4-BE49-F238E27FC236}">
                <a16:creationId xmlns:a16="http://schemas.microsoft.com/office/drawing/2014/main" id="{CDEE8C7D-A5B0-4A70-8BB2-4FA40D74D8CD}"/>
              </a:ext>
            </a:extLst>
          </p:cNvPr>
          <p:cNvCxnSpPr>
            <a:stCxn id="268" idx="4"/>
            <a:endCxn id="269" idx="7"/>
          </p:cNvCxnSpPr>
          <p:nvPr/>
        </p:nvCxnSpPr>
        <p:spPr>
          <a:xfrm flipH="1">
            <a:off x="9634765" y="4050982"/>
            <a:ext cx="170437" cy="796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0" name="文本框 279">
            <a:extLst>
              <a:ext uri="{FF2B5EF4-FFF2-40B4-BE49-F238E27FC236}">
                <a16:creationId xmlns:a16="http://schemas.microsoft.com/office/drawing/2014/main" id="{088D8EF5-B5BB-49AB-BCCF-8580E1236352}"/>
              </a:ext>
            </a:extLst>
          </p:cNvPr>
          <p:cNvSpPr txBox="1"/>
          <p:nvPr/>
        </p:nvSpPr>
        <p:spPr>
          <a:xfrm>
            <a:off x="9405651" y="2456867"/>
            <a:ext cx="247023" cy="92205"/>
          </a:xfrm>
          <a:prstGeom prst="rect">
            <a:avLst/>
          </a:prstGeom>
          <a:noFill/>
        </p:spPr>
        <p:txBody>
          <a:bodyPr wrap="square" lIns="0" tIns="0" rIns="0" bIns="0" rtlCol="0" anchor="ctr">
            <a:spAutoFit/>
          </a:bodyPr>
          <a:lstStyle/>
          <a:p>
            <a:pPr algn="ctr" defTabSz="783092"/>
            <a:r>
              <a:rPr lang="en-US" altLang="zh-CN" sz="599" i="1" dirty="0">
                <a:solidFill>
                  <a:prstClr val="black"/>
                </a:solidFill>
                <a:latin typeface="Cambria Math" panose="02040503050406030204" pitchFamily="18" charset="0"/>
              </a:rPr>
              <a:t>Start</a:t>
            </a:r>
          </a:p>
        </p:txBody>
      </p:sp>
      <p:sp>
        <p:nvSpPr>
          <p:cNvPr id="281" name="文本框 280">
            <a:extLst>
              <a:ext uri="{FF2B5EF4-FFF2-40B4-BE49-F238E27FC236}">
                <a16:creationId xmlns:a16="http://schemas.microsoft.com/office/drawing/2014/main" id="{92AC7B35-174E-43DA-8E4A-E967A0C9C544}"/>
              </a:ext>
            </a:extLst>
          </p:cNvPr>
          <p:cNvSpPr txBox="1"/>
          <p:nvPr/>
        </p:nvSpPr>
        <p:spPr>
          <a:xfrm>
            <a:off x="9414728" y="2825465"/>
            <a:ext cx="247023" cy="92205"/>
          </a:xfrm>
          <a:prstGeom prst="rect">
            <a:avLst/>
          </a:prstGeom>
          <a:noFill/>
        </p:spPr>
        <p:txBody>
          <a:bodyPr wrap="square" lIns="0" tIns="0" rIns="0" bIns="0" rtlCol="0" anchor="ctr">
            <a:spAutoFit/>
          </a:bodyPr>
          <a:lstStyle/>
          <a:p>
            <a:pPr algn="ctr" defTabSz="783092"/>
            <a:r>
              <a:rPr lang="en-US" altLang="zh-CN" sz="599" i="1" dirty="0">
                <a:solidFill>
                  <a:prstClr val="black"/>
                </a:solidFill>
                <a:latin typeface="Cambria Math" panose="02040503050406030204" pitchFamily="18" charset="0"/>
              </a:rPr>
              <a:t>Wait1</a:t>
            </a:r>
          </a:p>
        </p:txBody>
      </p:sp>
      <p:sp>
        <p:nvSpPr>
          <p:cNvPr id="282" name="文本框 281">
            <a:extLst>
              <a:ext uri="{FF2B5EF4-FFF2-40B4-BE49-F238E27FC236}">
                <a16:creationId xmlns:a16="http://schemas.microsoft.com/office/drawing/2014/main" id="{4D05BA57-F7ED-41AC-9D50-AC014C4A8CB0}"/>
              </a:ext>
            </a:extLst>
          </p:cNvPr>
          <p:cNvSpPr txBox="1"/>
          <p:nvPr/>
        </p:nvSpPr>
        <p:spPr>
          <a:xfrm>
            <a:off x="9413410" y="3530451"/>
            <a:ext cx="247023" cy="92205"/>
          </a:xfrm>
          <a:prstGeom prst="rect">
            <a:avLst/>
          </a:prstGeom>
          <a:noFill/>
        </p:spPr>
        <p:txBody>
          <a:bodyPr wrap="square" lIns="0" tIns="0" rIns="0" bIns="0" rtlCol="0" anchor="ctr">
            <a:spAutoFit/>
          </a:bodyPr>
          <a:lstStyle/>
          <a:p>
            <a:pPr algn="ctr" defTabSz="783092"/>
            <a:r>
              <a:rPr lang="en-US" altLang="zh-CN" sz="599" i="1" dirty="0">
                <a:solidFill>
                  <a:prstClr val="black"/>
                </a:solidFill>
                <a:latin typeface="Cambria Math" panose="02040503050406030204" pitchFamily="18" charset="0"/>
              </a:rPr>
              <a:t>Exec</a:t>
            </a:r>
          </a:p>
        </p:txBody>
      </p:sp>
      <p:sp>
        <p:nvSpPr>
          <p:cNvPr id="283" name="文本框 282">
            <a:extLst>
              <a:ext uri="{FF2B5EF4-FFF2-40B4-BE49-F238E27FC236}">
                <a16:creationId xmlns:a16="http://schemas.microsoft.com/office/drawing/2014/main" id="{20F9B8FF-B931-4EC4-89CE-E231F5F533E6}"/>
              </a:ext>
            </a:extLst>
          </p:cNvPr>
          <p:cNvSpPr txBox="1"/>
          <p:nvPr/>
        </p:nvSpPr>
        <p:spPr>
          <a:xfrm>
            <a:off x="9155106" y="3862700"/>
            <a:ext cx="247023" cy="92205"/>
          </a:xfrm>
          <a:prstGeom prst="rect">
            <a:avLst/>
          </a:prstGeom>
          <a:noFill/>
        </p:spPr>
        <p:txBody>
          <a:bodyPr wrap="square" lIns="0" tIns="0" rIns="0" bIns="0" rtlCol="0" anchor="ctr">
            <a:spAutoFit/>
          </a:bodyPr>
          <a:lstStyle/>
          <a:p>
            <a:pPr algn="ctr" defTabSz="783092"/>
            <a:r>
              <a:rPr lang="en-US" altLang="zh-CN" sz="599" i="1" dirty="0">
                <a:solidFill>
                  <a:prstClr val="black"/>
                </a:solidFill>
                <a:latin typeface="Cambria Math" panose="02040503050406030204" pitchFamily="18" charset="0"/>
              </a:rPr>
              <a:t>S1</a:t>
            </a:r>
          </a:p>
        </p:txBody>
      </p:sp>
      <p:sp>
        <p:nvSpPr>
          <p:cNvPr id="284" name="文本框 283">
            <a:extLst>
              <a:ext uri="{FF2B5EF4-FFF2-40B4-BE49-F238E27FC236}">
                <a16:creationId xmlns:a16="http://schemas.microsoft.com/office/drawing/2014/main" id="{B1E4FF69-7A1A-41F9-BD61-F3BB4BA72126}"/>
              </a:ext>
            </a:extLst>
          </p:cNvPr>
          <p:cNvSpPr txBox="1"/>
          <p:nvPr/>
        </p:nvSpPr>
        <p:spPr>
          <a:xfrm>
            <a:off x="9676458" y="3867782"/>
            <a:ext cx="247023" cy="92205"/>
          </a:xfrm>
          <a:prstGeom prst="rect">
            <a:avLst/>
          </a:prstGeom>
          <a:noFill/>
        </p:spPr>
        <p:txBody>
          <a:bodyPr wrap="square" lIns="0" tIns="0" rIns="0" bIns="0" rtlCol="0" anchor="ctr">
            <a:spAutoFit/>
          </a:bodyPr>
          <a:lstStyle/>
          <a:p>
            <a:pPr algn="ctr" defTabSz="783092"/>
            <a:r>
              <a:rPr lang="en-US" altLang="zh-CN" sz="599" i="1" dirty="0">
                <a:solidFill>
                  <a:prstClr val="black"/>
                </a:solidFill>
                <a:latin typeface="Cambria Math" panose="02040503050406030204" pitchFamily="18" charset="0"/>
              </a:rPr>
              <a:t>S2</a:t>
            </a:r>
          </a:p>
        </p:txBody>
      </p:sp>
      <p:sp>
        <p:nvSpPr>
          <p:cNvPr id="285" name="文本框 284">
            <a:extLst>
              <a:ext uri="{FF2B5EF4-FFF2-40B4-BE49-F238E27FC236}">
                <a16:creationId xmlns:a16="http://schemas.microsoft.com/office/drawing/2014/main" id="{8BA9AF90-D800-45D3-8308-52B01B8E7DAC}"/>
              </a:ext>
            </a:extLst>
          </p:cNvPr>
          <p:cNvSpPr txBox="1"/>
          <p:nvPr/>
        </p:nvSpPr>
        <p:spPr>
          <a:xfrm>
            <a:off x="9402834" y="4183506"/>
            <a:ext cx="247023" cy="92205"/>
          </a:xfrm>
          <a:prstGeom prst="rect">
            <a:avLst/>
          </a:prstGeom>
          <a:noFill/>
        </p:spPr>
        <p:txBody>
          <a:bodyPr wrap="square" lIns="0" tIns="0" rIns="0" bIns="0" rtlCol="0" anchor="ctr">
            <a:spAutoFit/>
          </a:bodyPr>
          <a:lstStyle/>
          <a:p>
            <a:pPr algn="ctr" defTabSz="783092"/>
            <a:r>
              <a:rPr lang="en-US" altLang="zh-CN" sz="599" i="1" dirty="0">
                <a:solidFill>
                  <a:prstClr val="black"/>
                </a:solidFill>
                <a:latin typeface="Cambria Math" panose="02040503050406030204" pitchFamily="18" charset="0"/>
              </a:rPr>
              <a:t>End</a:t>
            </a:r>
          </a:p>
        </p:txBody>
      </p:sp>
      <p:sp>
        <p:nvSpPr>
          <p:cNvPr id="286" name="文本框 285">
            <a:extLst>
              <a:ext uri="{FF2B5EF4-FFF2-40B4-BE49-F238E27FC236}">
                <a16:creationId xmlns:a16="http://schemas.microsoft.com/office/drawing/2014/main" id="{1AB826BC-6B44-453E-B1E7-3974B56F363F}"/>
              </a:ext>
            </a:extLst>
          </p:cNvPr>
          <p:cNvSpPr txBox="1"/>
          <p:nvPr/>
        </p:nvSpPr>
        <p:spPr>
          <a:xfrm>
            <a:off x="9703730" y="2413506"/>
            <a:ext cx="404253" cy="92205"/>
          </a:xfrm>
          <a:prstGeom prst="rect">
            <a:avLst/>
          </a:prstGeom>
          <a:noFill/>
        </p:spPr>
        <p:txBody>
          <a:bodyPr wrap="square" lIns="0" tIns="0" rIns="0" bIns="0" rtlCol="0">
            <a:spAutoFit/>
          </a:bodyPr>
          <a:lstStyle/>
          <a:p>
            <a:pPr defTabSz="783092"/>
            <a:r>
              <a:rPr lang="en-US" altLang="zh-CN" sz="599" i="1" dirty="0">
                <a:solidFill>
                  <a:prstClr val="black"/>
                </a:solidFill>
                <a:latin typeface="Cambria Math" panose="02040503050406030204" pitchFamily="18" charset="0"/>
              </a:rPr>
              <a:t>p:=0; q:=0</a:t>
            </a:r>
            <a:endParaRPr lang="zh-CN" altLang="en-US" sz="599" i="1" dirty="0">
              <a:solidFill>
                <a:prstClr val="black"/>
              </a:solidFill>
              <a:latin typeface="Cambria Math" panose="02040503050406030204" pitchFamily="18" charset="0"/>
            </a:endParaRPr>
          </a:p>
        </p:txBody>
      </p:sp>
      <p:sp>
        <p:nvSpPr>
          <p:cNvPr id="288" name="椭圆 287">
            <a:extLst>
              <a:ext uri="{FF2B5EF4-FFF2-40B4-BE49-F238E27FC236}">
                <a16:creationId xmlns:a16="http://schemas.microsoft.com/office/drawing/2014/main" id="{C463CCB9-F2A7-4262-A58D-58B35CA694DC}"/>
              </a:ext>
            </a:extLst>
          </p:cNvPr>
          <p:cNvSpPr/>
          <p:nvPr/>
        </p:nvSpPr>
        <p:spPr bwMode="auto">
          <a:xfrm>
            <a:off x="9220401" y="3555175"/>
            <a:ext cx="170436" cy="187117"/>
          </a:xfrm>
          <a:prstGeom prst="ellipse">
            <a:avLst/>
          </a:prstGeom>
          <a:noFill/>
          <a:ln w="9525" cap="flat" cmpd="sng" algn="ctr">
            <a:noFill/>
            <a:prstDash val="solid"/>
            <a:round/>
            <a:headEnd type="none" w="med" len="med"/>
            <a:tailEnd type="none" w="med" len="med"/>
          </a:ln>
        </p:spPr>
        <p:txBody>
          <a:bodyPr vert="horz" wrap="square" lIns="78307" tIns="39154" rIns="78307" bIns="39154" numCol="1" rtlCol="0" anchor="t" anchorCtr="0" compatLnSpc="1"/>
          <a:lstStyle/>
          <a:p>
            <a:pPr defTabSz="783092"/>
            <a:r>
              <a:rPr lang="zh-CN" altLang="en-US" sz="599" dirty="0">
                <a:solidFill>
                  <a:prstClr val="black"/>
                </a:solidFill>
              </a:rPr>
              <a:t>①</a:t>
            </a:r>
          </a:p>
        </p:txBody>
      </p:sp>
      <p:sp>
        <p:nvSpPr>
          <p:cNvPr id="289" name="椭圆 288">
            <a:extLst>
              <a:ext uri="{FF2B5EF4-FFF2-40B4-BE49-F238E27FC236}">
                <a16:creationId xmlns:a16="http://schemas.microsoft.com/office/drawing/2014/main" id="{9BA3CBDE-5527-4218-9E8C-58AEBDD69906}"/>
              </a:ext>
            </a:extLst>
          </p:cNvPr>
          <p:cNvSpPr/>
          <p:nvPr/>
        </p:nvSpPr>
        <p:spPr bwMode="auto">
          <a:xfrm>
            <a:off x="9629533" y="3566317"/>
            <a:ext cx="170436" cy="187117"/>
          </a:xfrm>
          <a:prstGeom prst="ellipse">
            <a:avLst/>
          </a:prstGeom>
          <a:noFill/>
          <a:ln w="9525" cap="flat" cmpd="sng" algn="ctr">
            <a:noFill/>
            <a:prstDash val="solid"/>
            <a:round/>
            <a:headEnd type="none" w="med" len="med"/>
            <a:tailEnd type="none" w="med" len="med"/>
          </a:ln>
        </p:spPr>
        <p:txBody>
          <a:bodyPr vert="horz" wrap="square" lIns="78307" tIns="39154" rIns="78307" bIns="39154" numCol="1" rtlCol="0" anchor="t" anchorCtr="0" compatLnSpc="1"/>
          <a:lstStyle/>
          <a:p>
            <a:pPr defTabSz="783092"/>
            <a:r>
              <a:rPr lang="zh-CN" altLang="en-US" sz="599" dirty="0">
                <a:solidFill>
                  <a:prstClr val="black"/>
                </a:solidFill>
              </a:rPr>
              <a:t>②</a:t>
            </a:r>
          </a:p>
        </p:txBody>
      </p:sp>
      <p:sp>
        <p:nvSpPr>
          <p:cNvPr id="291" name="椭圆 290">
            <a:extLst>
              <a:ext uri="{FF2B5EF4-FFF2-40B4-BE49-F238E27FC236}">
                <a16:creationId xmlns:a16="http://schemas.microsoft.com/office/drawing/2014/main" id="{63DFC877-6D24-44DC-87DB-65AA61893C86}"/>
              </a:ext>
            </a:extLst>
          </p:cNvPr>
          <p:cNvSpPr/>
          <p:nvPr/>
        </p:nvSpPr>
        <p:spPr bwMode="auto">
          <a:xfrm>
            <a:off x="9663998" y="4027278"/>
            <a:ext cx="170436" cy="187117"/>
          </a:xfrm>
          <a:prstGeom prst="ellipse">
            <a:avLst/>
          </a:prstGeom>
          <a:noFill/>
          <a:ln w="9525" cap="flat" cmpd="sng" algn="ctr">
            <a:noFill/>
            <a:prstDash val="solid"/>
            <a:round/>
            <a:headEnd type="none" w="med" len="med"/>
            <a:tailEnd type="none" w="med" len="med"/>
          </a:ln>
        </p:spPr>
        <p:txBody>
          <a:bodyPr vert="horz" wrap="square" lIns="78307" tIns="39154" rIns="78307" bIns="39154" numCol="1" rtlCol="0" anchor="t" anchorCtr="0" compatLnSpc="1"/>
          <a:lstStyle/>
          <a:p>
            <a:pPr defTabSz="783092"/>
            <a:r>
              <a:rPr lang="zh-CN" altLang="en-US" sz="599" dirty="0">
                <a:solidFill>
                  <a:prstClr val="black"/>
                </a:solidFill>
              </a:rPr>
              <a:t>④</a:t>
            </a:r>
          </a:p>
        </p:txBody>
      </p:sp>
      <p:sp>
        <p:nvSpPr>
          <p:cNvPr id="293" name="椭圆 292">
            <a:extLst>
              <a:ext uri="{FF2B5EF4-FFF2-40B4-BE49-F238E27FC236}">
                <a16:creationId xmlns:a16="http://schemas.microsoft.com/office/drawing/2014/main" id="{DF844282-51E3-42CA-96B1-C68FC320F571}"/>
              </a:ext>
            </a:extLst>
          </p:cNvPr>
          <p:cNvSpPr/>
          <p:nvPr/>
        </p:nvSpPr>
        <p:spPr bwMode="auto">
          <a:xfrm>
            <a:off x="9845657" y="3415980"/>
            <a:ext cx="170436" cy="187117"/>
          </a:xfrm>
          <a:prstGeom prst="ellipse">
            <a:avLst/>
          </a:prstGeom>
          <a:noFill/>
          <a:ln w="9525" cap="flat" cmpd="sng" algn="ctr">
            <a:noFill/>
            <a:prstDash val="solid"/>
            <a:round/>
            <a:headEnd type="none" w="med" len="med"/>
            <a:tailEnd type="none" w="med" len="med"/>
          </a:ln>
        </p:spPr>
        <p:txBody>
          <a:bodyPr vert="horz" wrap="square" lIns="78307" tIns="39154" rIns="78307" bIns="39154" numCol="1" rtlCol="0" anchor="t" anchorCtr="0" compatLnSpc="1"/>
          <a:lstStyle/>
          <a:p>
            <a:pPr defTabSz="783092"/>
            <a:r>
              <a:rPr lang="zh-CN" altLang="en-US" sz="599" dirty="0">
                <a:solidFill>
                  <a:prstClr val="black"/>
                </a:solidFill>
              </a:rPr>
              <a:t>⑥</a:t>
            </a:r>
          </a:p>
        </p:txBody>
      </p:sp>
      <p:sp>
        <p:nvSpPr>
          <p:cNvPr id="294" name="椭圆 293">
            <a:extLst>
              <a:ext uri="{FF2B5EF4-FFF2-40B4-BE49-F238E27FC236}">
                <a16:creationId xmlns:a16="http://schemas.microsoft.com/office/drawing/2014/main" id="{49B0F4A4-F016-49AD-B25D-6B7A9025CD0E}"/>
              </a:ext>
            </a:extLst>
          </p:cNvPr>
          <p:cNvSpPr/>
          <p:nvPr/>
        </p:nvSpPr>
        <p:spPr bwMode="auto">
          <a:xfrm>
            <a:off x="9185130" y="4027098"/>
            <a:ext cx="170436" cy="187117"/>
          </a:xfrm>
          <a:prstGeom prst="ellipse">
            <a:avLst/>
          </a:prstGeom>
          <a:noFill/>
          <a:ln w="9525" cap="flat" cmpd="sng" algn="ctr">
            <a:noFill/>
            <a:prstDash val="solid"/>
            <a:round/>
            <a:headEnd type="none" w="med" len="med"/>
            <a:tailEnd type="none" w="med" len="med"/>
          </a:ln>
        </p:spPr>
        <p:txBody>
          <a:bodyPr vert="horz" wrap="square" lIns="78307" tIns="39154" rIns="78307" bIns="39154" numCol="1" rtlCol="0" anchor="t" anchorCtr="0" compatLnSpc="1"/>
          <a:lstStyle/>
          <a:p>
            <a:pPr defTabSz="783092"/>
            <a:r>
              <a:rPr lang="zh-CN" altLang="en-US" sz="599" dirty="0">
                <a:solidFill>
                  <a:prstClr val="black"/>
                </a:solidFill>
              </a:rPr>
              <a:t>③</a:t>
            </a:r>
          </a:p>
        </p:txBody>
      </p:sp>
      <p:sp>
        <p:nvSpPr>
          <p:cNvPr id="295" name="文本框 294">
            <a:extLst>
              <a:ext uri="{FF2B5EF4-FFF2-40B4-BE49-F238E27FC236}">
                <a16:creationId xmlns:a16="http://schemas.microsoft.com/office/drawing/2014/main" id="{F545B5B6-2352-4649-8C20-D9EE56D15AA7}"/>
              </a:ext>
            </a:extLst>
          </p:cNvPr>
          <p:cNvSpPr txBox="1"/>
          <p:nvPr/>
        </p:nvSpPr>
        <p:spPr>
          <a:xfrm>
            <a:off x="8786774" y="3015377"/>
            <a:ext cx="397603" cy="131703"/>
          </a:xfrm>
          <a:prstGeom prst="rect">
            <a:avLst/>
          </a:prstGeom>
          <a:noFill/>
        </p:spPr>
        <p:txBody>
          <a:bodyPr wrap="square" lIns="0" tIns="0" rIns="0" bIns="0" rtlCol="0">
            <a:spAutoFit/>
          </a:bodyPr>
          <a:lstStyle/>
          <a:p>
            <a:pPr algn="ctr" defTabSz="783092"/>
            <a:r>
              <a:rPr lang="en-US" altLang="zh-CN" sz="428" i="1" dirty="0">
                <a:solidFill>
                  <a:prstClr val="black"/>
                </a:solidFill>
                <a:latin typeface="Cambria Math" panose="02040503050406030204" pitchFamily="18" charset="0"/>
              </a:rPr>
              <a:t>sendBIT</a:t>
            </a:r>
          </a:p>
          <a:p>
            <a:pPr algn="ctr" defTabSz="783092"/>
            <a:r>
              <a:rPr lang="en-US" altLang="zh-CN" sz="428" i="1" dirty="0">
                <a:solidFill>
                  <a:prstClr val="black"/>
                </a:solidFill>
                <a:latin typeface="Cambria Math" panose="02040503050406030204" pitchFamily="18" charset="0"/>
              </a:rPr>
              <a:t>(PLA.Signal_enc)</a:t>
            </a:r>
            <a:endParaRPr lang="zh-CN" altLang="en-US" sz="428" i="1" dirty="0">
              <a:solidFill>
                <a:prstClr val="black"/>
              </a:solidFill>
              <a:latin typeface="Cambria Math" panose="02040503050406030204" pitchFamily="18" charset="0"/>
            </a:endParaRPr>
          </a:p>
        </p:txBody>
      </p:sp>
      <p:cxnSp>
        <p:nvCxnSpPr>
          <p:cNvPr id="296" name="直接箭头连接符 295">
            <a:extLst>
              <a:ext uri="{FF2B5EF4-FFF2-40B4-BE49-F238E27FC236}">
                <a16:creationId xmlns:a16="http://schemas.microsoft.com/office/drawing/2014/main" id="{58BE51DE-4E45-4E2B-885B-64DA5641E733}"/>
              </a:ext>
            </a:extLst>
          </p:cNvPr>
          <p:cNvCxnSpPr>
            <a:cxnSpLocks/>
          </p:cNvCxnSpPr>
          <p:nvPr/>
        </p:nvCxnSpPr>
        <p:spPr>
          <a:xfrm>
            <a:off x="9212429" y="2386157"/>
            <a:ext cx="180751" cy="1198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7" name="直接连接符 296">
            <a:extLst>
              <a:ext uri="{FF2B5EF4-FFF2-40B4-BE49-F238E27FC236}">
                <a16:creationId xmlns:a16="http://schemas.microsoft.com/office/drawing/2014/main" id="{42096590-8841-43A8-A733-E70FF2CAFB81}"/>
              </a:ext>
            </a:extLst>
          </p:cNvPr>
          <p:cNvCxnSpPr/>
          <p:nvPr/>
        </p:nvCxnSpPr>
        <p:spPr>
          <a:xfrm flipH="1">
            <a:off x="9176909" y="2330880"/>
            <a:ext cx="78605" cy="116162"/>
          </a:xfrm>
          <a:prstGeom prst="line">
            <a:avLst/>
          </a:prstGeom>
        </p:spPr>
        <p:style>
          <a:lnRef idx="1">
            <a:schemeClr val="accent1"/>
          </a:lnRef>
          <a:fillRef idx="0">
            <a:schemeClr val="accent1"/>
          </a:fillRef>
          <a:effectRef idx="0">
            <a:schemeClr val="accent1"/>
          </a:effectRef>
          <a:fontRef idx="minor">
            <a:schemeClr val="tx1"/>
          </a:fontRef>
        </p:style>
      </p:cxnSp>
      <p:cxnSp>
        <p:nvCxnSpPr>
          <p:cNvPr id="304" name="连接符: 肘形 303">
            <a:extLst>
              <a:ext uri="{FF2B5EF4-FFF2-40B4-BE49-F238E27FC236}">
                <a16:creationId xmlns:a16="http://schemas.microsoft.com/office/drawing/2014/main" id="{6B3D16CB-414B-4C9A-8D22-8A275393B0B0}"/>
              </a:ext>
            </a:extLst>
          </p:cNvPr>
          <p:cNvCxnSpPr>
            <a:stCxn id="228" idx="2"/>
            <a:endCxn id="9" idx="0"/>
          </p:cNvCxnSpPr>
          <p:nvPr/>
        </p:nvCxnSpPr>
        <p:spPr>
          <a:xfrm rot="16200000" flipH="1">
            <a:off x="7945778" y="4055620"/>
            <a:ext cx="303676" cy="97378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6" name="连接符: 肘形 305">
            <a:extLst>
              <a:ext uri="{FF2B5EF4-FFF2-40B4-BE49-F238E27FC236}">
                <a16:creationId xmlns:a16="http://schemas.microsoft.com/office/drawing/2014/main" id="{2AFA4CA7-0407-4DFC-8B6F-155B447E09E2}"/>
              </a:ext>
            </a:extLst>
          </p:cNvPr>
          <p:cNvCxnSpPr>
            <a:cxnSpLocks/>
            <a:endCxn id="263" idx="2"/>
          </p:cNvCxnSpPr>
          <p:nvPr/>
        </p:nvCxnSpPr>
        <p:spPr>
          <a:xfrm flipV="1">
            <a:off x="8584508" y="4397903"/>
            <a:ext cx="1047946" cy="148130"/>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307" name="椭圆 306">
            <a:extLst>
              <a:ext uri="{FF2B5EF4-FFF2-40B4-BE49-F238E27FC236}">
                <a16:creationId xmlns:a16="http://schemas.microsoft.com/office/drawing/2014/main" id="{46167863-BE82-40D1-A76B-28949E9C8928}"/>
              </a:ext>
            </a:extLst>
          </p:cNvPr>
          <p:cNvSpPr/>
          <p:nvPr/>
        </p:nvSpPr>
        <p:spPr bwMode="auto">
          <a:xfrm>
            <a:off x="7048938" y="1139377"/>
            <a:ext cx="407129" cy="402775"/>
          </a:xfrm>
          <a:prstGeom prst="ellipse">
            <a:avLst/>
          </a:prstGeom>
          <a:solidFill>
            <a:srgbClr val="4F81BD"/>
          </a:solidFill>
          <a:ln w="9525" cap="flat" cmpd="sng" algn="ctr">
            <a:solidFill>
              <a:sysClr val="windowText" lastClr="000000"/>
            </a:solidFill>
            <a:prstDash val="solid"/>
            <a:round/>
            <a:headEnd type="none" w="med" len="med"/>
            <a:tailEnd type="none" w="med" len="med"/>
          </a:ln>
        </p:spPr>
        <p:txBody>
          <a:bodyPr vert="horz" wrap="square" lIns="78307" tIns="39154" rIns="78307" bIns="39154" numCol="1" rtlCol="0" anchor="ctr" anchorCtr="0" compatLnSpc="1"/>
          <a:lstStyle/>
          <a:p>
            <a:pPr algn="ctr" defTabSz="783092">
              <a:defRPr/>
            </a:pPr>
            <a:r>
              <a:rPr lang="en-US" altLang="zh-CN" sz="428" kern="0" dirty="0">
                <a:solidFill>
                  <a:prstClr val="black"/>
                </a:solidFill>
              </a:rPr>
              <a:t>Wait</a:t>
            </a:r>
            <a:endParaRPr lang="zh-CN" altLang="en-US" sz="428" kern="0" dirty="0">
              <a:solidFill>
                <a:prstClr val="black"/>
              </a:solidFill>
            </a:endParaRPr>
          </a:p>
        </p:txBody>
      </p:sp>
      <p:cxnSp>
        <p:nvCxnSpPr>
          <p:cNvPr id="308" name="直接箭头连接符 307">
            <a:extLst>
              <a:ext uri="{FF2B5EF4-FFF2-40B4-BE49-F238E27FC236}">
                <a16:creationId xmlns:a16="http://schemas.microsoft.com/office/drawing/2014/main" id="{E28FC6EE-7221-404F-890C-B88B3783900C}"/>
              </a:ext>
            </a:extLst>
          </p:cNvPr>
          <p:cNvCxnSpPr>
            <a:cxnSpLocks/>
          </p:cNvCxnSpPr>
          <p:nvPr/>
        </p:nvCxnSpPr>
        <p:spPr>
          <a:xfrm>
            <a:off x="6896950" y="1106007"/>
            <a:ext cx="180751" cy="1198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9" name="直接连接符 308">
            <a:extLst>
              <a:ext uri="{FF2B5EF4-FFF2-40B4-BE49-F238E27FC236}">
                <a16:creationId xmlns:a16="http://schemas.microsoft.com/office/drawing/2014/main" id="{DDEF4850-E13B-4BF4-A0DA-5F67443D5551}"/>
              </a:ext>
            </a:extLst>
          </p:cNvPr>
          <p:cNvCxnSpPr/>
          <p:nvPr/>
        </p:nvCxnSpPr>
        <p:spPr>
          <a:xfrm flipH="1">
            <a:off x="6861430" y="1050731"/>
            <a:ext cx="78605" cy="116162"/>
          </a:xfrm>
          <a:prstGeom prst="line">
            <a:avLst/>
          </a:prstGeom>
        </p:spPr>
        <p:style>
          <a:lnRef idx="1">
            <a:schemeClr val="accent1"/>
          </a:lnRef>
          <a:fillRef idx="0">
            <a:schemeClr val="accent1"/>
          </a:fillRef>
          <a:effectRef idx="0">
            <a:schemeClr val="accent1"/>
          </a:effectRef>
          <a:fontRef idx="minor">
            <a:schemeClr val="tx1"/>
          </a:fontRef>
        </p:style>
      </p:cxnSp>
      <p:sp>
        <p:nvSpPr>
          <p:cNvPr id="310" name="椭圆 309">
            <a:extLst>
              <a:ext uri="{FF2B5EF4-FFF2-40B4-BE49-F238E27FC236}">
                <a16:creationId xmlns:a16="http://schemas.microsoft.com/office/drawing/2014/main" id="{C81F6FD3-E032-4B94-95A8-7D2B7BD03795}"/>
              </a:ext>
            </a:extLst>
          </p:cNvPr>
          <p:cNvSpPr/>
          <p:nvPr/>
        </p:nvSpPr>
        <p:spPr bwMode="auto">
          <a:xfrm>
            <a:off x="8106410" y="1139377"/>
            <a:ext cx="407129" cy="402775"/>
          </a:xfrm>
          <a:prstGeom prst="ellipse">
            <a:avLst/>
          </a:prstGeom>
          <a:solidFill>
            <a:srgbClr val="4F81BD"/>
          </a:solidFill>
          <a:ln w="9525" cap="flat" cmpd="sng" algn="ctr">
            <a:solidFill>
              <a:sysClr val="windowText" lastClr="000000"/>
            </a:solidFill>
            <a:prstDash val="solid"/>
            <a:round/>
            <a:headEnd type="none" w="med" len="med"/>
            <a:tailEnd type="none" w="med" len="med"/>
          </a:ln>
        </p:spPr>
        <p:txBody>
          <a:bodyPr vert="horz" wrap="square" lIns="78307" tIns="39154" rIns="78307" bIns="39154" numCol="1" rtlCol="0" anchor="ctr" anchorCtr="0" compatLnSpc="1"/>
          <a:lstStyle/>
          <a:p>
            <a:pPr algn="ctr" defTabSz="783092">
              <a:defRPr/>
            </a:pPr>
            <a:r>
              <a:rPr lang="en-US" altLang="zh-CN" sz="428" kern="0" dirty="0">
                <a:solidFill>
                  <a:prstClr val="black"/>
                </a:solidFill>
              </a:rPr>
              <a:t>Exec</a:t>
            </a:r>
            <a:endParaRPr lang="zh-CN" altLang="en-US" sz="428" kern="0" dirty="0">
              <a:solidFill>
                <a:prstClr val="black"/>
              </a:solidFill>
            </a:endParaRPr>
          </a:p>
        </p:txBody>
      </p:sp>
      <p:sp>
        <p:nvSpPr>
          <p:cNvPr id="311" name="椭圆 310">
            <a:extLst>
              <a:ext uri="{FF2B5EF4-FFF2-40B4-BE49-F238E27FC236}">
                <a16:creationId xmlns:a16="http://schemas.microsoft.com/office/drawing/2014/main" id="{4239CAA6-845E-4D64-8882-F2D9CEE6C068}"/>
              </a:ext>
            </a:extLst>
          </p:cNvPr>
          <p:cNvSpPr/>
          <p:nvPr/>
        </p:nvSpPr>
        <p:spPr bwMode="auto">
          <a:xfrm>
            <a:off x="9205229" y="1136579"/>
            <a:ext cx="407129" cy="402775"/>
          </a:xfrm>
          <a:prstGeom prst="ellipse">
            <a:avLst/>
          </a:prstGeom>
          <a:solidFill>
            <a:srgbClr val="4F81BD"/>
          </a:solidFill>
          <a:ln w="9525" cap="flat" cmpd="sng" algn="ctr">
            <a:solidFill>
              <a:sysClr val="windowText" lastClr="000000"/>
            </a:solidFill>
            <a:prstDash val="solid"/>
            <a:round/>
            <a:headEnd type="none" w="med" len="med"/>
            <a:tailEnd type="none" w="med" len="med"/>
          </a:ln>
        </p:spPr>
        <p:txBody>
          <a:bodyPr vert="horz" wrap="square" lIns="78307" tIns="39154" rIns="78307" bIns="39154" numCol="1" rtlCol="0" anchor="ctr" anchorCtr="0" compatLnSpc="1"/>
          <a:lstStyle/>
          <a:p>
            <a:pPr algn="ctr" defTabSz="783092">
              <a:defRPr/>
            </a:pPr>
            <a:r>
              <a:rPr lang="en-US" altLang="zh-CN" sz="428" kern="0" dirty="0">
                <a:solidFill>
                  <a:prstClr val="black"/>
                </a:solidFill>
              </a:rPr>
              <a:t>End</a:t>
            </a:r>
            <a:endParaRPr lang="zh-CN" altLang="en-US" sz="428" kern="0" dirty="0">
              <a:solidFill>
                <a:prstClr val="black"/>
              </a:solidFill>
            </a:endParaRPr>
          </a:p>
        </p:txBody>
      </p:sp>
      <p:cxnSp>
        <p:nvCxnSpPr>
          <p:cNvPr id="313" name="直接箭头连接符 312">
            <a:extLst>
              <a:ext uri="{FF2B5EF4-FFF2-40B4-BE49-F238E27FC236}">
                <a16:creationId xmlns:a16="http://schemas.microsoft.com/office/drawing/2014/main" id="{75E70BF3-03D0-489F-92A7-88A558C0D3EB}"/>
              </a:ext>
            </a:extLst>
          </p:cNvPr>
          <p:cNvCxnSpPr>
            <a:stCxn id="307" idx="6"/>
            <a:endCxn id="310" idx="2"/>
          </p:cNvCxnSpPr>
          <p:nvPr/>
        </p:nvCxnSpPr>
        <p:spPr>
          <a:xfrm>
            <a:off x="7456067" y="1340764"/>
            <a:ext cx="65034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6" name="直接箭头连接符 315">
            <a:extLst>
              <a:ext uri="{FF2B5EF4-FFF2-40B4-BE49-F238E27FC236}">
                <a16:creationId xmlns:a16="http://schemas.microsoft.com/office/drawing/2014/main" id="{00654A4E-4BF4-4203-B529-F7AA39524D2D}"/>
              </a:ext>
            </a:extLst>
          </p:cNvPr>
          <p:cNvCxnSpPr>
            <a:stCxn id="310" idx="6"/>
            <a:endCxn id="311" idx="2"/>
          </p:cNvCxnSpPr>
          <p:nvPr/>
        </p:nvCxnSpPr>
        <p:spPr>
          <a:xfrm flipV="1">
            <a:off x="8513537" y="1337966"/>
            <a:ext cx="691690" cy="27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9" name="连接符: 肘形 318">
            <a:extLst>
              <a:ext uri="{FF2B5EF4-FFF2-40B4-BE49-F238E27FC236}">
                <a16:creationId xmlns:a16="http://schemas.microsoft.com/office/drawing/2014/main" id="{8B967833-F76E-4089-992F-D9E25DA5D04F}"/>
              </a:ext>
            </a:extLst>
          </p:cNvPr>
          <p:cNvCxnSpPr>
            <a:stCxn id="311" idx="4"/>
            <a:endCxn id="307" idx="4"/>
          </p:cNvCxnSpPr>
          <p:nvPr/>
        </p:nvCxnSpPr>
        <p:spPr>
          <a:xfrm rot="5400000">
            <a:off x="8329249" y="462608"/>
            <a:ext cx="2799" cy="2156291"/>
          </a:xfrm>
          <a:prstGeom prst="curvedConnector3">
            <a:avLst>
              <a:gd name="adj1" fmla="val 8828427"/>
            </a:avLst>
          </a:prstGeom>
          <a:ln>
            <a:tailEnd type="triangle"/>
          </a:ln>
        </p:spPr>
        <p:style>
          <a:lnRef idx="1">
            <a:schemeClr val="accent1"/>
          </a:lnRef>
          <a:fillRef idx="0">
            <a:schemeClr val="accent1"/>
          </a:fillRef>
          <a:effectRef idx="0">
            <a:schemeClr val="accent1"/>
          </a:effectRef>
          <a:fontRef idx="minor">
            <a:schemeClr val="tx1"/>
          </a:fontRef>
        </p:style>
      </p:cxnSp>
      <p:sp>
        <p:nvSpPr>
          <p:cNvPr id="323" name="文本框 322">
            <a:extLst>
              <a:ext uri="{FF2B5EF4-FFF2-40B4-BE49-F238E27FC236}">
                <a16:creationId xmlns:a16="http://schemas.microsoft.com/office/drawing/2014/main" id="{030FAA3A-B0DE-4994-9AB9-9F106673BBF4}"/>
              </a:ext>
            </a:extLst>
          </p:cNvPr>
          <p:cNvSpPr txBox="1"/>
          <p:nvPr/>
        </p:nvSpPr>
        <p:spPr>
          <a:xfrm>
            <a:off x="8131847" y="1832872"/>
            <a:ext cx="397603" cy="210827"/>
          </a:xfrm>
          <a:prstGeom prst="rect">
            <a:avLst/>
          </a:prstGeom>
          <a:noFill/>
        </p:spPr>
        <p:txBody>
          <a:bodyPr wrap="square" lIns="0" tIns="0" rIns="0" bIns="0" rtlCol="0">
            <a:spAutoFit/>
          </a:bodyPr>
          <a:lstStyle/>
          <a:p>
            <a:pPr algn="ctr" defTabSz="783092"/>
            <a:r>
              <a:rPr lang="en-US" altLang="zh-CN" sz="685" i="1" dirty="0">
                <a:solidFill>
                  <a:prstClr val="black"/>
                </a:solidFill>
                <a:latin typeface="Cambria Math" panose="02040503050406030204" pitchFamily="18" charset="0"/>
              </a:rPr>
              <a:t>sendMean(PLA.CLB)</a:t>
            </a:r>
            <a:endParaRPr lang="zh-CN" altLang="en-US" sz="685" i="1" dirty="0">
              <a:solidFill>
                <a:prstClr val="black"/>
              </a:solidFill>
              <a:latin typeface="Cambria Math" panose="02040503050406030204" pitchFamily="18" charset="0"/>
            </a:endParaRPr>
          </a:p>
        </p:txBody>
      </p:sp>
      <p:sp>
        <p:nvSpPr>
          <p:cNvPr id="324" name="文本框 323">
            <a:extLst>
              <a:ext uri="{FF2B5EF4-FFF2-40B4-BE49-F238E27FC236}">
                <a16:creationId xmlns:a16="http://schemas.microsoft.com/office/drawing/2014/main" id="{8627F792-4A6F-4A24-8F95-DAC9E81C2953}"/>
              </a:ext>
            </a:extLst>
          </p:cNvPr>
          <p:cNvSpPr txBox="1"/>
          <p:nvPr/>
        </p:nvSpPr>
        <p:spPr>
          <a:xfrm>
            <a:off x="7417106" y="1000694"/>
            <a:ext cx="723082" cy="210827"/>
          </a:xfrm>
          <a:prstGeom prst="rect">
            <a:avLst/>
          </a:prstGeom>
          <a:noFill/>
        </p:spPr>
        <p:txBody>
          <a:bodyPr wrap="square" lIns="0" tIns="0" rIns="0" bIns="0" rtlCol="0">
            <a:spAutoFit/>
          </a:bodyPr>
          <a:lstStyle/>
          <a:p>
            <a:pPr algn="ctr" defTabSz="783092"/>
            <a:r>
              <a:rPr lang="en-US" altLang="zh-CN" sz="685" i="1" dirty="0">
                <a:solidFill>
                  <a:prstClr val="black"/>
                </a:solidFill>
                <a:latin typeface="Cambria Math" panose="02040503050406030204" pitchFamily="18" charset="0"/>
              </a:rPr>
              <a:t>receiveBIT</a:t>
            </a:r>
          </a:p>
          <a:p>
            <a:pPr algn="ctr" defTabSz="783092"/>
            <a:r>
              <a:rPr lang="en-US" altLang="zh-CN" sz="685" i="1" dirty="0">
                <a:solidFill>
                  <a:prstClr val="black"/>
                </a:solidFill>
                <a:latin typeface="Cambria Math" panose="02040503050406030204" pitchFamily="18" charset="0"/>
              </a:rPr>
              <a:t>(PLA.sin, PLA.cos)</a:t>
            </a:r>
            <a:endParaRPr lang="zh-CN" altLang="en-US" sz="685" i="1" dirty="0">
              <a:solidFill>
                <a:prstClr val="black"/>
              </a:solidFill>
              <a:latin typeface="Cambria Math" panose="02040503050406030204" pitchFamily="18" charset="0"/>
            </a:endParaRPr>
          </a:p>
        </p:txBody>
      </p:sp>
      <mc:AlternateContent xmlns:mc="http://schemas.openxmlformats.org/markup-compatibility/2006" xmlns:a14="http://schemas.microsoft.com/office/drawing/2010/main">
        <mc:Choice Requires="a14">
          <p:sp>
            <p:nvSpPr>
              <p:cNvPr id="327" name="文本框 326">
                <a:extLst>
                  <a:ext uri="{FF2B5EF4-FFF2-40B4-BE49-F238E27FC236}">
                    <a16:creationId xmlns:a16="http://schemas.microsoft.com/office/drawing/2014/main" id="{55F89E3E-192C-4F7B-8C0D-2DDF00382D41}"/>
                  </a:ext>
                </a:extLst>
              </p:cNvPr>
              <p:cNvSpPr txBox="1"/>
              <p:nvPr/>
            </p:nvSpPr>
            <p:spPr>
              <a:xfrm>
                <a:off x="8357550" y="937990"/>
                <a:ext cx="1443563" cy="105413"/>
              </a:xfrm>
              <a:prstGeom prst="rect">
                <a:avLst/>
              </a:prstGeom>
              <a:noFill/>
            </p:spPr>
            <p:txBody>
              <a:bodyPr wrap="square" lIns="0" tIns="0" rIns="0" bIns="0" rtlCol="0">
                <a:spAutoFit/>
              </a:bodyPr>
              <a:lstStyle/>
              <a:p>
                <a:pPr algn="ctr" defTabSz="783092"/>
                <a:r>
                  <a:rPr lang="en-US" altLang="zh-CN" sz="685" i="1" dirty="0">
                    <a:solidFill>
                      <a:prstClr val="black"/>
                    </a:solidFill>
                    <a:latin typeface="Cambria Math" panose="02040503050406030204" pitchFamily="18" charset="0"/>
                  </a:rPr>
                  <a:t>PLA.Original </a:t>
                </a:r>
                <a14:m>
                  <m:oMath xmlns:m="http://schemas.openxmlformats.org/officeDocument/2006/math">
                    <m:r>
                      <a:rPr lang="en-US" altLang="zh-CN" sz="685" i="1">
                        <a:solidFill>
                          <a:prstClr val="black"/>
                        </a:solidFill>
                        <a:latin typeface="Cambria Math" panose="02040503050406030204" pitchFamily="18" charset="0"/>
                      </a:rPr>
                      <m:t>=</m:t>
                    </m:r>
                    <m:r>
                      <a:rPr lang="en-US" altLang="zh-CN" sz="685" i="1">
                        <a:solidFill>
                          <a:prstClr val="black"/>
                        </a:solidFill>
                        <a:latin typeface="Cambria Math" panose="02040503050406030204" pitchFamily="18" charset="0"/>
                      </a:rPr>
                      <m:t>𝑓</m:t>
                    </m:r>
                    <m:r>
                      <a:rPr lang="en-US" altLang="zh-CN" sz="685" i="1">
                        <a:solidFill>
                          <a:prstClr val="black"/>
                        </a:solidFill>
                        <a:latin typeface="Cambria Math" panose="02040503050406030204" pitchFamily="18" charset="0"/>
                      </a:rPr>
                      <m:t>(</m:t>
                    </m:r>
                    <m:r>
                      <a:rPr lang="en-US" altLang="zh-CN" sz="685" i="1">
                        <a:solidFill>
                          <a:prstClr val="black"/>
                        </a:solidFill>
                        <a:latin typeface="Cambria Math" panose="02040503050406030204" pitchFamily="18" charset="0"/>
                      </a:rPr>
                      <m:t>𝑃𝐿𝐴</m:t>
                    </m:r>
                    <m:r>
                      <a:rPr lang="en-US" altLang="zh-CN" sz="685" i="1">
                        <a:solidFill>
                          <a:prstClr val="black"/>
                        </a:solidFill>
                        <a:latin typeface="Cambria Math" panose="02040503050406030204" pitchFamily="18" charset="0"/>
                      </a:rPr>
                      <m:t>.</m:t>
                    </m:r>
                    <m:r>
                      <a:rPr lang="en-US" altLang="zh-CN" sz="685" i="1">
                        <a:solidFill>
                          <a:prstClr val="black"/>
                        </a:solidFill>
                        <a:latin typeface="Cambria Math" panose="02040503050406030204" pitchFamily="18" charset="0"/>
                      </a:rPr>
                      <m:t>𝑠𝑖𝑛</m:t>
                    </m:r>
                    <m:r>
                      <a:rPr lang="en-US" altLang="zh-CN" sz="685" i="1">
                        <a:solidFill>
                          <a:prstClr val="black"/>
                        </a:solidFill>
                        <a:latin typeface="Cambria Math" panose="02040503050406030204" pitchFamily="18" charset="0"/>
                      </a:rPr>
                      <m:t>,</m:t>
                    </m:r>
                    <m:r>
                      <a:rPr lang="en-US" altLang="zh-CN" sz="685" i="1">
                        <a:solidFill>
                          <a:prstClr val="black"/>
                        </a:solidFill>
                        <a:latin typeface="Cambria Math" panose="02040503050406030204" pitchFamily="18" charset="0"/>
                      </a:rPr>
                      <m:t>𝑃𝐿𝐴</m:t>
                    </m:r>
                    <m:r>
                      <a:rPr lang="en-US" altLang="zh-CN" sz="685" i="1">
                        <a:solidFill>
                          <a:prstClr val="black"/>
                        </a:solidFill>
                        <a:latin typeface="Cambria Math" panose="02040503050406030204" pitchFamily="18" charset="0"/>
                      </a:rPr>
                      <m:t>.</m:t>
                    </m:r>
                    <m:r>
                      <a:rPr lang="en-US" altLang="zh-CN" sz="685" i="1">
                        <a:solidFill>
                          <a:prstClr val="black"/>
                        </a:solidFill>
                        <a:latin typeface="Cambria Math" panose="02040503050406030204" pitchFamily="18" charset="0"/>
                      </a:rPr>
                      <m:t>𝑐𝑜𝑠</m:t>
                    </m:r>
                    <m:r>
                      <a:rPr lang="en-US" altLang="zh-CN" sz="685" i="1">
                        <a:solidFill>
                          <a:prstClr val="black"/>
                        </a:solidFill>
                        <a:latin typeface="Cambria Math" panose="02040503050406030204" pitchFamily="18" charset="0"/>
                      </a:rPr>
                      <m:t>)</m:t>
                    </m:r>
                  </m:oMath>
                </a14:m>
                <a:endParaRPr lang="zh-CN" altLang="en-US" sz="685" dirty="0">
                  <a:solidFill>
                    <a:prstClr val="black"/>
                  </a:solidFill>
                </a:endParaRPr>
              </a:p>
            </p:txBody>
          </p:sp>
        </mc:Choice>
        <mc:Fallback xmlns="">
          <p:sp>
            <p:nvSpPr>
              <p:cNvPr id="327" name="文本框 326">
                <a:extLst>
                  <a:ext uri="{FF2B5EF4-FFF2-40B4-BE49-F238E27FC236}">
                    <a16:creationId xmlns:a16="http://schemas.microsoft.com/office/drawing/2014/main" id="{55F89E3E-192C-4F7B-8C0D-2DDF00382D41}"/>
                  </a:ext>
                </a:extLst>
              </p:cNvPr>
              <p:cNvSpPr txBox="1">
                <a:spLocks noRot="1" noChangeAspect="1" noMove="1" noResize="1" noEditPoints="1" noAdjustHandles="1" noChangeArrowheads="1" noChangeShapeType="1" noTextEdit="1"/>
              </p:cNvSpPr>
              <p:nvPr/>
            </p:nvSpPr>
            <p:spPr>
              <a:xfrm>
                <a:off x="8357550" y="937990"/>
                <a:ext cx="1443563" cy="105413"/>
              </a:xfrm>
              <a:prstGeom prst="rect">
                <a:avLst/>
              </a:prstGeom>
              <a:blipFill>
                <a:blip r:embed="rId2"/>
                <a:stretch>
                  <a:fillRect l="-844" t="-35294" b="-4705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8" name="文本框 327">
                <a:extLst>
                  <a:ext uri="{FF2B5EF4-FFF2-40B4-BE49-F238E27FC236}">
                    <a16:creationId xmlns:a16="http://schemas.microsoft.com/office/drawing/2014/main" id="{5D0947B5-A4B6-46D6-9E71-316E343EBEA5}"/>
                  </a:ext>
                </a:extLst>
              </p:cNvPr>
              <p:cNvSpPr txBox="1"/>
              <p:nvPr/>
            </p:nvSpPr>
            <p:spPr>
              <a:xfrm>
                <a:off x="8316803" y="1051366"/>
                <a:ext cx="1254808" cy="105413"/>
              </a:xfrm>
              <a:prstGeom prst="rect">
                <a:avLst/>
              </a:prstGeom>
              <a:noFill/>
            </p:spPr>
            <p:txBody>
              <a:bodyPr wrap="square" lIns="0" tIns="0" rIns="0" bIns="0" rtlCol="0">
                <a:spAutoFit/>
              </a:bodyPr>
              <a:lstStyle/>
              <a:p>
                <a:pPr algn="ctr" defTabSz="783092"/>
                <a:r>
                  <a:rPr lang="en-US" altLang="zh-CN" sz="685" i="1" dirty="0">
                    <a:solidFill>
                      <a:prstClr val="black"/>
                    </a:solidFill>
                    <a:latin typeface="Cambria Math" panose="02040503050406030204" pitchFamily="18" charset="0"/>
                  </a:rPr>
                  <a:t>PLA.CLB </a:t>
                </a:r>
                <a14:m>
                  <m:oMath xmlns:m="http://schemas.openxmlformats.org/officeDocument/2006/math">
                    <m:r>
                      <a:rPr lang="en-US" altLang="zh-CN" sz="685" i="1">
                        <a:solidFill>
                          <a:prstClr val="black"/>
                        </a:solidFill>
                        <a:latin typeface="Cambria Math" panose="02040503050406030204" pitchFamily="18" charset="0"/>
                      </a:rPr>
                      <m:t>=</m:t>
                    </m:r>
                    <m:r>
                      <a:rPr lang="en-US" altLang="zh-CN" sz="685" i="1">
                        <a:solidFill>
                          <a:prstClr val="black"/>
                        </a:solidFill>
                        <a:latin typeface="Cambria Math" panose="02040503050406030204" pitchFamily="18" charset="0"/>
                      </a:rPr>
                      <m:t>𝑔</m:t>
                    </m:r>
                    <m:r>
                      <a:rPr lang="en-US" altLang="zh-CN" sz="685" i="1">
                        <a:solidFill>
                          <a:prstClr val="black"/>
                        </a:solidFill>
                        <a:latin typeface="Cambria Math" panose="02040503050406030204" pitchFamily="18" charset="0"/>
                      </a:rPr>
                      <m:t>(</m:t>
                    </m:r>
                    <m:r>
                      <a:rPr lang="en-US" altLang="zh-CN" sz="685" i="1">
                        <a:solidFill>
                          <a:prstClr val="black"/>
                        </a:solidFill>
                        <a:latin typeface="Cambria Math" panose="02040503050406030204" pitchFamily="18" charset="0"/>
                      </a:rPr>
                      <m:t>𝑃𝐿𝐴</m:t>
                    </m:r>
                    <m:r>
                      <a:rPr lang="en-US" altLang="zh-CN" sz="685" i="1">
                        <a:solidFill>
                          <a:prstClr val="black"/>
                        </a:solidFill>
                        <a:latin typeface="Cambria Math" panose="02040503050406030204" pitchFamily="18" charset="0"/>
                      </a:rPr>
                      <m:t>.</m:t>
                    </m:r>
                    <m:r>
                      <a:rPr lang="en-US" altLang="zh-CN" sz="685" i="1">
                        <a:solidFill>
                          <a:prstClr val="black"/>
                        </a:solidFill>
                        <a:latin typeface="Cambria Math" panose="02040503050406030204" pitchFamily="18" charset="0"/>
                      </a:rPr>
                      <m:t>𝑂𝑟𝑖𝑔𝑖𝑛𝑎𝑙</m:t>
                    </m:r>
                    <m:r>
                      <a:rPr lang="en-US" altLang="zh-CN" sz="685" i="1">
                        <a:solidFill>
                          <a:prstClr val="black"/>
                        </a:solidFill>
                        <a:latin typeface="Cambria Math" panose="02040503050406030204" pitchFamily="18" charset="0"/>
                      </a:rPr>
                      <m:t>)</m:t>
                    </m:r>
                  </m:oMath>
                </a14:m>
                <a:endParaRPr lang="zh-CN" altLang="en-US" sz="685" dirty="0">
                  <a:solidFill>
                    <a:prstClr val="black"/>
                  </a:solidFill>
                </a:endParaRPr>
              </a:p>
            </p:txBody>
          </p:sp>
        </mc:Choice>
        <mc:Fallback xmlns="">
          <p:sp>
            <p:nvSpPr>
              <p:cNvPr id="328" name="文本框 327">
                <a:extLst>
                  <a:ext uri="{FF2B5EF4-FFF2-40B4-BE49-F238E27FC236}">
                    <a16:creationId xmlns:a16="http://schemas.microsoft.com/office/drawing/2014/main" id="{5D0947B5-A4B6-46D6-9E71-316E343EBEA5}"/>
                  </a:ext>
                </a:extLst>
              </p:cNvPr>
              <p:cNvSpPr txBox="1">
                <a:spLocks noRot="1" noChangeAspect="1" noMove="1" noResize="1" noEditPoints="1" noAdjustHandles="1" noChangeArrowheads="1" noChangeShapeType="1" noTextEdit="1"/>
              </p:cNvSpPr>
              <p:nvPr/>
            </p:nvSpPr>
            <p:spPr>
              <a:xfrm>
                <a:off x="8316803" y="1051366"/>
                <a:ext cx="1254808" cy="105413"/>
              </a:xfrm>
              <a:prstGeom prst="rect">
                <a:avLst/>
              </a:prstGeom>
              <a:blipFill>
                <a:blip r:embed="rId3"/>
                <a:stretch>
                  <a:fillRect t="-27778" b="-38889"/>
                </a:stretch>
              </a:blipFill>
            </p:spPr>
            <p:txBody>
              <a:bodyPr/>
              <a:lstStyle/>
              <a:p>
                <a:r>
                  <a:rPr lang="zh-CN" altLang="en-US">
                    <a:noFill/>
                  </a:rPr>
                  <a:t> </a:t>
                </a:r>
              </a:p>
            </p:txBody>
          </p:sp>
        </mc:Fallback>
      </mc:AlternateContent>
      <p:sp>
        <p:nvSpPr>
          <p:cNvPr id="330" name="椭圆 329">
            <a:extLst>
              <a:ext uri="{FF2B5EF4-FFF2-40B4-BE49-F238E27FC236}">
                <a16:creationId xmlns:a16="http://schemas.microsoft.com/office/drawing/2014/main" id="{470F6609-6E9E-478B-811C-7202FE7B3990}"/>
              </a:ext>
            </a:extLst>
          </p:cNvPr>
          <p:cNvSpPr/>
          <p:nvPr/>
        </p:nvSpPr>
        <p:spPr bwMode="auto">
          <a:xfrm>
            <a:off x="6788178" y="5250360"/>
            <a:ext cx="407129" cy="402775"/>
          </a:xfrm>
          <a:prstGeom prst="ellipse">
            <a:avLst/>
          </a:prstGeom>
          <a:solidFill>
            <a:srgbClr val="4F81BD"/>
          </a:solidFill>
          <a:ln w="9525" cap="flat" cmpd="sng" algn="ctr">
            <a:solidFill>
              <a:sysClr val="windowText" lastClr="000000"/>
            </a:solidFill>
            <a:prstDash val="solid"/>
            <a:round/>
            <a:headEnd type="none" w="med" len="med"/>
            <a:tailEnd type="none" w="med" len="med"/>
          </a:ln>
        </p:spPr>
        <p:txBody>
          <a:bodyPr vert="horz" wrap="square" lIns="78307" tIns="39154" rIns="78307" bIns="39154" numCol="1" rtlCol="0" anchor="ctr" anchorCtr="0" compatLnSpc="1"/>
          <a:lstStyle/>
          <a:p>
            <a:pPr algn="ctr" defTabSz="783092">
              <a:defRPr/>
            </a:pPr>
            <a:r>
              <a:rPr lang="en-US" altLang="zh-CN" sz="428" kern="0" dirty="0">
                <a:solidFill>
                  <a:prstClr val="black"/>
                </a:solidFill>
              </a:rPr>
              <a:t>Wait</a:t>
            </a:r>
            <a:endParaRPr lang="zh-CN" altLang="en-US" sz="428" kern="0" dirty="0">
              <a:solidFill>
                <a:prstClr val="black"/>
              </a:solidFill>
            </a:endParaRPr>
          </a:p>
        </p:txBody>
      </p:sp>
      <p:sp>
        <p:nvSpPr>
          <p:cNvPr id="331" name="椭圆 330">
            <a:extLst>
              <a:ext uri="{FF2B5EF4-FFF2-40B4-BE49-F238E27FC236}">
                <a16:creationId xmlns:a16="http://schemas.microsoft.com/office/drawing/2014/main" id="{A09A09A3-1FA5-45E2-996C-4ABB2609D487}"/>
              </a:ext>
            </a:extLst>
          </p:cNvPr>
          <p:cNvSpPr/>
          <p:nvPr/>
        </p:nvSpPr>
        <p:spPr bwMode="auto">
          <a:xfrm>
            <a:off x="8860306" y="5251945"/>
            <a:ext cx="407129" cy="402775"/>
          </a:xfrm>
          <a:prstGeom prst="ellipse">
            <a:avLst/>
          </a:prstGeom>
          <a:solidFill>
            <a:srgbClr val="4F81BD"/>
          </a:solidFill>
          <a:ln w="9525" cap="flat" cmpd="sng" algn="ctr">
            <a:solidFill>
              <a:sysClr val="windowText" lastClr="000000"/>
            </a:solidFill>
            <a:prstDash val="solid"/>
            <a:round/>
            <a:headEnd type="none" w="med" len="med"/>
            <a:tailEnd type="none" w="med" len="med"/>
          </a:ln>
        </p:spPr>
        <p:txBody>
          <a:bodyPr vert="horz" wrap="square" lIns="78307" tIns="39154" rIns="78307" bIns="39154" numCol="1" rtlCol="0" anchor="ctr" anchorCtr="0" compatLnSpc="1"/>
          <a:lstStyle/>
          <a:p>
            <a:pPr algn="ctr" defTabSz="783092">
              <a:defRPr/>
            </a:pPr>
            <a:r>
              <a:rPr lang="en-US" altLang="zh-CN" sz="428" kern="0" dirty="0">
                <a:solidFill>
                  <a:prstClr val="black"/>
                </a:solidFill>
              </a:rPr>
              <a:t>Exec</a:t>
            </a:r>
            <a:endParaRPr lang="zh-CN" altLang="en-US" sz="428" kern="0" dirty="0">
              <a:solidFill>
                <a:prstClr val="black"/>
              </a:solidFill>
            </a:endParaRPr>
          </a:p>
        </p:txBody>
      </p:sp>
      <p:sp>
        <p:nvSpPr>
          <p:cNvPr id="332" name="椭圆 331">
            <a:extLst>
              <a:ext uri="{FF2B5EF4-FFF2-40B4-BE49-F238E27FC236}">
                <a16:creationId xmlns:a16="http://schemas.microsoft.com/office/drawing/2014/main" id="{E03815C5-2CE4-4203-B903-09DBE5708FA8}"/>
              </a:ext>
            </a:extLst>
          </p:cNvPr>
          <p:cNvSpPr/>
          <p:nvPr/>
        </p:nvSpPr>
        <p:spPr bwMode="auto">
          <a:xfrm>
            <a:off x="9937751" y="4995281"/>
            <a:ext cx="407129" cy="402775"/>
          </a:xfrm>
          <a:prstGeom prst="ellipse">
            <a:avLst/>
          </a:prstGeom>
          <a:solidFill>
            <a:srgbClr val="4F81BD"/>
          </a:solidFill>
          <a:ln w="9525" cap="flat" cmpd="sng" algn="ctr">
            <a:solidFill>
              <a:sysClr val="windowText" lastClr="000000"/>
            </a:solidFill>
            <a:prstDash val="solid"/>
            <a:round/>
            <a:headEnd type="none" w="med" len="med"/>
            <a:tailEnd type="none" w="med" len="med"/>
          </a:ln>
        </p:spPr>
        <p:txBody>
          <a:bodyPr vert="horz" wrap="square" lIns="78307" tIns="39154" rIns="78307" bIns="39154" numCol="1" rtlCol="0" anchor="ctr" anchorCtr="0" compatLnSpc="1"/>
          <a:lstStyle/>
          <a:p>
            <a:pPr algn="ctr" defTabSz="783092">
              <a:defRPr/>
            </a:pPr>
            <a:r>
              <a:rPr lang="en-US" altLang="zh-CN" sz="428" kern="0" dirty="0">
                <a:solidFill>
                  <a:prstClr val="black"/>
                </a:solidFill>
              </a:rPr>
              <a:t>S2</a:t>
            </a:r>
            <a:endParaRPr lang="zh-CN" altLang="en-US" sz="428" kern="0" dirty="0">
              <a:solidFill>
                <a:prstClr val="black"/>
              </a:solidFill>
            </a:endParaRPr>
          </a:p>
        </p:txBody>
      </p:sp>
      <p:sp>
        <p:nvSpPr>
          <p:cNvPr id="333" name="椭圆 332">
            <a:extLst>
              <a:ext uri="{FF2B5EF4-FFF2-40B4-BE49-F238E27FC236}">
                <a16:creationId xmlns:a16="http://schemas.microsoft.com/office/drawing/2014/main" id="{C0151FED-5D51-4126-AD6B-A09DC62BA2FB}"/>
              </a:ext>
            </a:extLst>
          </p:cNvPr>
          <p:cNvSpPr/>
          <p:nvPr/>
        </p:nvSpPr>
        <p:spPr bwMode="auto">
          <a:xfrm>
            <a:off x="9936270" y="5691836"/>
            <a:ext cx="407129" cy="402775"/>
          </a:xfrm>
          <a:prstGeom prst="ellipse">
            <a:avLst/>
          </a:prstGeom>
          <a:solidFill>
            <a:srgbClr val="4F81BD"/>
          </a:solidFill>
          <a:ln w="9525" cap="flat" cmpd="sng" algn="ctr">
            <a:solidFill>
              <a:sysClr val="windowText" lastClr="000000"/>
            </a:solidFill>
            <a:prstDash val="solid"/>
            <a:round/>
            <a:headEnd type="none" w="med" len="med"/>
            <a:tailEnd type="none" w="med" len="med"/>
          </a:ln>
        </p:spPr>
        <p:txBody>
          <a:bodyPr vert="horz" wrap="square" lIns="78307" tIns="39154" rIns="78307" bIns="39154" numCol="1" rtlCol="0" anchor="ctr" anchorCtr="0" compatLnSpc="1"/>
          <a:lstStyle/>
          <a:p>
            <a:pPr algn="ctr" defTabSz="783092">
              <a:defRPr/>
            </a:pPr>
            <a:r>
              <a:rPr lang="en-US" altLang="zh-CN" sz="428" kern="0" dirty="0">
                <a:solidFill>
                  <a:prstClr val="black"/>
                </a:solidFill>
              </a:rPr>
              <a:t>S1</a:t>
            </a:r>
            <a:endParaRPr lang="zh-CN" altLang="en-US" sz="428" kern="0" dirty="0">
              <a:solidFill>
                <a:prstClr val="black"/>
              </a:solidFill>
            </a:endParaRPr>
          </a:p>
        </p:txBody>
      </p:sp>
      <p:cxnSp>
        <p:nvCxnSpPr>
          <p:cNvPr id="335" name="直接箭头连接符 334">
            <a:extLst>
              <a:ext uri="{FF2B5EF4-FFF2-40B4-BE49-F238E27FC236}">
                <a16:creationId xmlns:a16="http://schemas.microsoft.com/office/drawing/2014/main" id="{814D21BE-3A1E-4FF2-A2BC-2C6A90E85662}"/>
              </a:ext>
            </a:extLst>
          </p:cNvPr>
          <p:cNvCxnSpPr>
            <a:stCxn id="331" idx="7"/>
            <a:endCxn id="332" idx="2"/>
          </p:cNvCxnSpPr>
          <p:nvPr/>
        </p:nvCxnSpPr>
        <p:spPr>
          <a:xfrm flipV="1">
            <a:off x="9207812" y="5196669"/>
            <a:ext cx="729939" cy="1142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6" name="直接箭头连接符 335">
            <a:extLst>
              <a:ext uri="{FF2B5EF4-FFF2-40B4-BE49-F238E27FC236}">
                <a16:creationId xmlns:a16="http://schemas.microsoft.com/office/drawing/2014/main" id="{47859A7A-E136-4B1F-A4C8-B25F33A46013}"/>
              </a:ext>
            </a:extLst>
          </p:cNvPr>
          <p:cNvCxnSpPr>
            <a:stCxn id="331" idx="5"/>
            <a:endCxn id="333" idx="2"/>
          </p:cNvCxnSpPr>
          <p:nvPr/>
        </p:nvCxnSpPr>
        <p:spPr>
          <a:xfrm>
            <a:off x="9207811" y="5595735"/>
            <a:ext cx="728458" cy="2974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7" name="连接符: 肘形 182">
            <a:extLst>
              <a:ext uri="{FF2B5EF4-FFF2-40B4-BE49-F238E27FC236}">
                <a16:creationId xmlns:a16="http://schemas.microsoft.com/office/drawing/2014/main" id="{5261BDF7-7623-4B51-B67B-746AEE5C7ACC}"/>
              </a:ext>
            </a:extLst>
          </p:cNvPr>
          <p:cNvCxnSpPr>
            <a:stCxn id="332" idx="0"/>
            <a:endCxn id="330" idx="0"/>
          </p:cNvCxnSpPr>
          <p:nvPr/>
        </p:nvCxnSpPr>
        <p:spPr>
          <a:xfrm rot="16200000" flipH="1" flipV="1">
            <a:off x="8438990" y="3548031"/>
            <a:ext cx="255079" cy="3149574"/>
          </a:xfrm>
          <a:prstGeom prst="curvedConnector3">
            <a:avLst>
              <a:gd name="adj1" fmla="val -52297"/>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8" name="连接符: 肘形 186">
            <a:extLst>
              <a:ext uri="{FF2B5EF4-FFF2-40B4-BE49-F238E27FC236}">
                <a16:creationId xmlns:a16="http://schemas.microsoft.com/office/drawing/2014/main" id="{715A9D59-6EBF-4CBF-BCC6-880D7AB15B7F}"/>
              </a:ext>
            </a:extLst>
          </p:cNvPr>
          <p:cNvCxnSpPr>
            <a:stCxn id="333" idx="4"/>
            <a:endCxn id="330" idx="4"/>
          </p:cNvCxnSpPr>
          <p:nvPr/>
        </p:nvCxnSpPr>
        <p:spPr>
          <a:xfrm rot="5400000" flipH="1">
            <a:off x="8345050" y="4299827"/>
            <a:ext cx="441477" cy="3148092"/>
          </a:xfrm>
          <a:prstGeom prst="curvedConnector3">
            <a:avLst>
              <a:gd name="adj1" fmla="val -39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9" name="直接箭头连接符 338">
            <a:extLst>
              <a:ext uri="{FF2B5EF4-FFF2-40B4-BE49-F238E27FC236}">
                <a16:creationId xmlns:a16="http://schemas.microsoft.com/office/drawing/2014/main" id="{E980B1E6-E183-4114-B0BF-65C8260050D7}"/>
              </a:ext>
            </a:extLst>
          </p:cNvPr>
          <p:cNvCxnSpPr>
            <a:cxnSpLocks/>
          </p:cNvCxnSpPr>
          <p:nvPr/>
        </p:nvCxnSpPr>
        <p:spPr>
          <a:xfrm>
            <a:off x="6627987" y="5251944"/>
            <a:ext cx="180751" cy="1198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0" name="直接连接符 339">
            <a:extLst>
              <a:ext uri="{FF2B5EF4-FFF2-40B4-BE49-F238E27FC236}">
                <a16:creationId xmlns:a16="http://schemas.microsoft.com/office/drawing/2014/main" id="{A4C7A247-B12E-4B2B-8BE6-F2ED31B68617}"/>
              </a:ext>
            </a:extLst>
          </p:cNvPr>
          <p:cNvCxnSpPr/>
          <p:nvPr/>
        </p:nvCxnSpPr>
        <p:spPr>
          <a:xfrm flipH="1">
            <a:off x="6592466" y="5196668"/>
            <a:ext cx="78605" cy="116162"/>
          </a:xfrm>
          <a:prstGeom prst="line">
            <a:avLst/>
          </a:prstGeom>
        </p:spPr>
        <p:style>
          <a:lnRef idx="1">
            <a:schemeClr val="accent1"/>
          </a:lnRef>
          <a:fillRef idx="0">
            <a:schemeClr val="accent1"/>
          </a:fillRef>
          <a:effectRef idx="0">
            <a:schemeClr val="accent1"/>
          </a:effectRef>
          <a:fontRef idx="minor">
            <a:schemeClr val="tx1"/>
          </a:fontRef>
        </p:style>
      </p:cxnSp>
      <p:sp>
        <p:nvSpPr>
          <p:cNvPr id="341" name="椭圆 340">
            <a:extLst>
              <a:ext uri="{FF2B5EF4-FFF2-40B4-BE49-F238E27FC236}">
                <a16:creationId xmlns:a16="http://schemas.microsoft.com/office/drawing/2014/main" id="{C1F3591B-401E-47FD-8520-9EEC18B4200B}"/>
              </a:ext>
            </a:extLst>
          </p:cNvPr>
          <p:cNvSpPr/>
          <p:nvPr/>
        </p:nvSpPr>
        <p:spPr bwMode="auto">
          <a:xfrm>
            <a:off x="9297132" y="5642637"/>
            <a:ext cx="170436" cy="187117"/>
          </a:xfrm>
          <a:prstGeom prst="ellipse">
            <a:avLst/>
          </a:prstGeom>
          <a:noFill/>
          <a:ln w="9525" cap="flat" cmpd="sng" algn="ctr">
            <a:noFill/>
            <a:prstDash val="solid"/>
            <a:round/>
            <a:headEnd type="none" w="med" len="med"/>
            <a:tailEnd type="none" w="med" len="med"/>
          </a:ln>
        </p:spPr>
        <p:txBody>
          <a:bodyPr vert="horz" wrap="square" lIns="78307" tIns="39154" rIns="78307" bIns="39154" numCol="1" rtlCol="0" anchor="t" anchorCtr="0" compatLnSpc="1"/>
          <a:lstStyle/>
          <a:p>
            <a:pPr defTabSz="783092"/>
            <a:r>
              <a:rPr lang="zh-CN" altLang="en-US" sz="599" dirty="0">
                <a:solidFill>
                  <a:prstClr val="black"/>
                </a:solidFill>
              </a:rPr>
              <a:t>①</a:t>
            </a:r>
          </a:p>
        </p:txBody>
      </p:sp>
      <p:sp>
        <p:nvSpPr>
          <p:cNvPr id="342" name="椭圆 341">
            <a:extLst>
              <a:ext uri="{FF2B5EF4-FFF2-40B4-BE49-F238E27FC236}">
                <a16:creationId xmlns:a16="http://schemas.microsoft.com/office/drawing/2014/main" id="{DC9C429D-50B6-4E18-987A-D388497CCD06}"/>
              </a:ext>
            </a:extLst>
          </p:cNvPr>
          <p:cNvSpPr/>
          <p:nvPr/>
        </p:nvSpPr>
        <p:spPr bwMode="auto">
          <a:xfrm>
            <a:off x="9281953" y="5105500"/>
            <a:ext cx="170436" cy="187117"/>
          </a:xfrm>
          <a:prstGeom prst="ellipse">
            <a:avLst/>
          </a:prstGeom>
          <a:noFill/>
          <a:ln w="9525" cap="flat" cmpd="sng" algn="ctr">
            <a:noFill/>
            <a:prstDash val="solid"/>
            <a:round/>
            <a:headEnd type="none" w="med" len="med"/>
            <a:tailEnd type="none" w="med" len="med"/>
          </a:ln>
        </p:spPr>
        <p:txBody>
          <a:bodyPr vert="horz" wrap="square" lIns="78307" tIns="39154" rIns="78307" bIns="39154" numCol="1" rtlCol="0" anchor="t" anchorCtr="0" compatLnSpc="1"/>
          <a:lstStyle/>
          <a:p>
            <a:pPr defTabSz="783092"/>
            <a:r>
              <a:rPr lang="zh-CN" altLang="en-US" sz="599" dirty="0">
                <a:solidFill>
                  <a:prstClr val="black"/>
                </a:solidFill>
              </a:rPr>
              <a:t>②</a:t>
            </a:r>
          </a:p>
        </p:txBody>
      </p:sp>
      <p:sp>
        <p:nvSpPr>
          <p:cNvPr id="344" name="文本框 343">
            <a:extLst>
              <a:ext uri="{FF2B5EF4-FFF2-40B4-BE49-F238E27FC236}">
                <a16:creationId xmlns:a16="http://schemas.microsoft.com/office/drawing/2014/main" id="{6CA54C76-3249-44D4-9795-9BECFBE8E99B}"/>
              </a:ext>
            </a:extLst>
          </p:cNvPr>
          <p:cNvSpPr txBox="1"/>
          <p:nvPr/>
        </p:nvSpPr>
        <p:spPr>
          <a:xfrm>
            <a:off x="8009678" y="6140166"/>
            <a:ext cx="1113316" cy="138371"/>
          </a:xfrm>
          <a:prstGeom prst="rect">
            <a:avLst/>
          </a:prstGeom>
          <a:noFill/>
        </p:spPr>
        <p:txBody>
          <a:bodyPr wrap="square" lIns="0" tIns="0" rIns="0" bIns="0" rtlCol="0">
            <a:spAutoFit/>
          </a:bodyPr>
          <a:lstStyle/>
          <a:p>
            <a:pPr defTabSz="783092"/>
            <a:r>
              <a:rPr lang="en-US" altLang="zh-CN" sz="899" i="1" dirty="0">
                <a:solidFill>
                  <a:prstClr val="black"/>
                </a:solidFill>
                <a:latin typeface="Cambria Math" panose="02040503050406030204" pitchFamily="18" charset="0"/>
              </a:rPr>
              <a:t>output(PLA.ValidFlag)</a:t>
            </a:r>
            <a:endParaRPr lang="zh-CN" altLang="en-US" sz="899" i="1" dirty="0">
              <a:solidFill>
                <a:prstClr val="black"/>
              </a:solidFill>
              <a:latin typeface="Cambria Math" panose="02040503050406030204" pitchFamily="18" charset="0"/>
            </a:endParaRPr>
          </a:p>
        </p:txBody>
      </p:sp>
      <p:cxnSp>
        <p:nvCxnSpPr>
          <p:cNvPr id="346" name="直接箭头连接符 345">
            <a:extLst>
              <a:ext uri="{FF2B5EF4-FFF2-40B4-BE49-F238E27FC236}">
                <a16:creationId xmlns:a16="http://schemas.microsoft.com/office/drawing/2014/main" id="{958AFF8E-380F-4D02-AA4B-1BBD14CE42D0}"/>
              </a:ext>
            </a:extLst>
          </p:cNvPr>
          <p:cNvCxnSpPr>
            <a:endCxn id="9" idx="1"/>
          </p:cNvCxnSpPr>
          <p:nvPr/>
        </p:nvCxnSpPr>
        <p:spPr>
          <a:xfrm>
            <a:off x="5486950" y="5492367"/>
            <a:ext cx="821958" cy="34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0" name="椭圆 349">
            <a:extLst>
              <a:ext uri="{FF2B5EF4-FFF2-40B4-BE49-F238E27FC236}">
                <a16:creationId xmlns:a16="http://schemas.microsoft.com/office/drawing/2014/main" id="{228C9ED4-F171-4DB4-9043-1B3B0B374826}"/>
              </a:ext>
            </a:extLst>
          </p:cNvPr>
          <p:cNvSpPr/>
          <p:nvPr/>
        </p:nvSpPr>
        <p:spPr bwMode="auto">
          <a:xfrm>
            <a:off x="7769496" y="5247434"/>
            <a:ext cx="407129" cy="402775"/>
          </a:xfrm>
          <a:prstGeom prst="ellipse">
            <a:avLst/>
          </a:prstGeom>
          <a:solidFill>
            <a:srgbClr val="4F81BD"/>
          </a:solidFill>
          <a:ln w="9525" cap="flat" cmpd="sng" algn="ctr">
            <a:solidFill>
              <a:sysClr val="windowText" lastClr="000000"/>
            </a:solidFill>
            <a:prstDash val="solid"/>
            <a:round/>
            <a:headEnd type="none" w="med" len="med"/>
            <a:tailEnd type="none" w="med" len="med"/>
          </a:ln>
        </p:spPr>
        <p:txBody>
          <a:bodyPr vert="horz" wrap="square" lIns="78307" tIns="39154" rIns="78307" bIns="39154" numCol="1" rtlCol="0" anchor="ctr" anchorCtr="0" compatLnSpc="1"/>
          <a:lstStyle/>
          <a:p>
            <a:pPr algn="ctr" defTabSz="783092">
              <a:defRPr/>
            </a:pPr>
            <a:r>
              <a:rPr lang="en-US" altLang="zh-CN" sz="428" kern="0" dirty="0">
                <a:solidFill>
                  <a:prstClr val="black"/>
                </a:solidFill>
              </a:rPr>
              <a:t>Wait1</a:t>
            </a:r>
            <a:endParaRPr lang="zh-CN" altLang="en-US" sz="428" kern="0" dirty="0">
              <a:solidFill>
                <a:prstClr val="black"/>
              </a:solidFill>
            </a:endParaRPr>
          </a:p>
        </p:txBody>
      </p:sp>
      <p:cxnSp>
        <p:nvCxnSpPr>
          <p:cNvPr id="352" name="直接箭头连接符 351">
            <a:extLst>
              <a:ext uri="{FF2B5EF4-FFF2-40B4-BE49-F238E27FC236}">
                <a16:creationId xmlns:a16="http://schemas.microsoft.com/office/drawing/2014/main" id="{C602DB61-45DE-4FC9-BC41-80CE8A66FEBF}"/>
              </a:ext>
            </a:extLst>
          </p:cNvPr>
          <p:cNvCxnSpPr>
            <a:stCxn id="330" idx="6"/>
            <a:endCxn id="350" idx="2"/>
          </p:cNvCxnSpPr>
          <p:nvPr/>
        </p:nvCxnSpPr>
        <p:spPr>
          <a:xfrm flipV="1">
            <a:off x="7195306" y="5448822"/>
            <a:ext cx="574189" cy="29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4" name="直接箭头连接符 353">
            <a:extLst>
              <a:ext uri="{FF2B5EF4-FFF2-40B4-BE49-F238E27FC236}">
                <a16:creationId xmlns:a16="http://schemas.microsoft.com/office/drawing/2014/main" id="{891A5B27-80C8-41DA-9146-C14E482468F8}"/>
              </a:ext>
            </a:extLst>
          </p:cNvPr>
          <p:cNvCxnSpPr>
            <a:cxnSpLocks/>
            <a:stCxn id="350" idx="6"/>
            <a:endCxn id="331" idx="2"/>
          </p:cNvCxnSpPr>
          <p:nvPr/>
        </p:nvCxnSpPr>
        <p:spPr>
          <a:xfrm>
            <a:off x="8176625" y="5448822"/>
            <a:ext cx="683681" cy="45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5" name="文本框 354">
            <a:extLst>
              <a:ext uri="{FF2B5EF4-FFF2-40B4-BE49-F238E27FC236}">
                <a16:creationId xmlns:a16="http://schemas.microsoft.com/office/drawing/2014/main" id="{35BADD27-467A-4D68-9623-F1190848A151}"/>
              </a:ext>
            </a:extLst>
          </p:cNvPr>
          <p:cNvSpPr txBox="1"/>
          <p:nvPr/>
        </p:nvSpPr>
        <p:spPr>
          <a:xfrm>
            <a:off x="8065076" y="4705065"/>
            <a:ext cx="1113316" cy="138371"/>
          </a:xfrm>
          <a:prstGeom prst="rect">
            <a:avLst/>
          </a:prstGeom>
          <a:noFill/>
        </p:spPr>
        <p:txBody>
          <a:bodyPr wrap="square" lIns="0" tIns="0" rIns="0" bIns="0" rtlCol="0">
            <a:spAutoFit/>
          </a:bodyPr>
          <a:lstStyle/>
          <a:p>
            <a:pPr defTabSz="783092"/>
            <a:r>
              <a:rPr lang="en-US" altLang="zh-CN" sz="899" i="1" dirty="0">
                <a:solidFill>
                  <a:prstClr val="black"/>
                </a:solidFill>
                <a:latin typeface="Cambria Math" panose="02040503050406030204" pitchFamily="18" charset="0"/>
              </a:rPr>
              <a:t>output(PLA.ValidFlag)</a:t>
            </a:r>
            <a:endParaRPr lang="zh-CN" altLang="en-US" sz="899" i="1" dirty="0">
              <a:solidFill>
                <a:prstClr val="black"/>
              </a:solidFill>
              <a:latin typeface="Cambria Math" panose="02040503050406030204" pitchFamily="18" charset="0"/>
            </a:endParaRPr>
          </a:p>
        </p:txBody>
      </p:sp>
      <p:sp>
        <p:nvSpPr>
          <p:cNvPr id="356" name="文本框 355">
            <a:extLst>
              <a:ext uri="{FF2B5EF4-FFF2-40B4-BE49-F238E27FC236}">
                <a16:creationId xmlns:a16="http://schemas.microsoft.com/office/drawing/2014/main" id="{443F45E5-7013-41E0-A621-01B37AC94E4C}"/>
              </a:ext>
            </a:extLst>
          </p:cNvPr>
          <p:cNvSpPr txBox="1"/>
          <p:nvPr/>
        </p:nvSpPr>
        <p:spPr>
          <a:xfrm>
            <a:off x="7054130" y="5105499"/>
            <a:ext cx="903089" cy="158248"/>
          </a:xfrm>
          <a:prstGeom prst="rect">
            <a:avLst/>
          </a:prstGeom>
          <a:noFill/>
        </p:spPr>
        <p:txBody>
          <a:bodyPr wrap="square" lIns="0" tIns="0" rIns="0" bIns="0" rtlCol="0">
            <a:spAutoFit/>
          </a:bodyPr>
          <a:lstStyle/>
          <a:p>
            <a:pPr algn="ctr" defTabSz="783092"/>
            <a:r>
              <a:rPr lang="en-US" altLang="zh-CN" sz="514" i="1" dirty="0">
                <a:solidFill>
                  <a:prstClr val="black"/>
                </a:solidFill>
                <a:latin typeface="Cambria Math" panose="02040503050406030204" pitchFamily="18" charset="0"/>
              </a:rPr>
              <a:t>receiveSignal1</a:t>
            </a:r>
          </a:p>
          <a:p>
            <a:pPr algn="ctr" defTabSz="783092"/>
            <a:r>
              <a:rPr lang="en-US" altLang="zh-CN" sz="514" i="1" dirty="0">
                <a:solidFill>
                  <a:prstClr val="black"/>
                </a:solidFill>
                <a:latin typeface="Cambria Math" panose="02040503050406030204" pitchFamily="18" charset="0"/>
              </a:rPr>
              <a:t>(PLA.Signal_Ext,</a:t>
            </a:r>
            <a:r>
              <a:rPr lang="zh-CN" altLang="en-US" sz="514" i="1" dirty="0">
                <a:solidFill>
                  <a:prstClr val="black"/>
                </a:solidFill>
                <a:latin typeface="Cambria Math" panose="02040503050406030204" pitchFamily="18" charset="0"/>
              </a:rPr>
              <a:t> </a:t>
            </a:r>
            <a:r>
              <a:rPr lang="en-US" altLang="zh-CN" sz="514" i="1" dirty="0">
                <a:solidFill>
                  <a:prstClr val="black"/>
                </a:solidFill>
                <a:latin typeface="Cambria Math" panose="02040503050406030204" pitchFamily="18" charset="0"/>
              </a:rPr>
              <a:t>PLA.SignalSlo)</a:t>
            </a:r>
            <a:endParaRPr lang="zh-CN" altLang="en-US" sz="514" i="1" dirty="0">
              <a:solidFill>
                <a:prstClr val="black"/>
              </a:solidFill>
              <a:latin typeface="Cambria Math" panose="02040503050406030204" pitchFamily="18" charset="0"/>
            </a:endParaRPr>
          </a:p>
        </p:txBody>
      </p:sp>
      <p:sp>
        <p:nvSpPr>
          <p:cNvPr id="362" name="文本框 361">
            <a:extLst>
              <a:ext uri="{FF2B5EF4-FFF2-40B4-BE49-F238E27FC236}">
                <a16:creationId xmlns:a16="http://schemas.microsoft.com/office/drawing/2014/main" id="{3283185C-B1FD-437B-AC64-92082DFB359F}"/>
              </a:ext>
            </a:extLst>
          </p:cNvPr>
          <p:cNvSpPr txBox="1"/>
          <p:nvPr/>
        </p:nvSpPr>
        <p:spPr>
          <a:xfrm>
            <a:off x="8211863" y="5140624"/>
            <a:ext cx="580574" cy="184409"/>
          </a:xfrm>
          <a:prstGeom prst="rect">
            <a:avLst/>
          </a:prstGeom>
          <a:noFill/>
        </p:spPr>
        <p:txBody>
          <a:bodyPr wrap="square" lIns="0" tIns="0" rIns="0" bIns="0" rtlCol="0">
            <a:spAutoFit/>
          </a:bodyPr>
          <a:lstStyle/>
          <a:p>
            <a:pPr algn="ctr" defTabSz="783092"/>
            <a:r>
              <a:rPr lang="en-US" altLang="zh-CN" sz="599" i="1" dirty="0">
                <a:solidFill>
                  <a:prstClr val="black"/>
                </a:solidFill>
                <a:latin typeface="Cambria Math" panose="02040503050406030204" pitchFamily="18" charset="0"/>
              </a:rPr>
              <a:t>receiveSignal2</a:t>
            </a:r>
          </a:p>
          <a:p>
            <a:pPr algn="ctr" defTabSz="783092"/>
            <a:r>
              <a:rPr lang="en-US" altLang="zh-CN" sz="599" i="1" dirty="0">
                <a:solidFill>
                  <a:prstClr val="black"/>
                </a:solidFill>
                <a:latin typeface="Cambria Math" panose="02040503050406030204" pitchFamily="18" charset="0"/>
              </a:rPr>
              <a:t>(PLA.Signal)</a:t>
            </a:r>
            <a:endParaRPr lang="zh-CN" altLang="en-US" sz="599" i="1" dirty="0">
              <a:solidFill>
                <a:prstClr val="black"/>
              </a:solidFill>
              <a:latin typeface="Cambria Math" panose="02040503050406030204" pitchFamily="18" charset="0"/>
            </a:endParaRPr>
          </a:p>
        </p:txBody>
      </p:sp>
      <p:sp>
        <p:nvSpPr>
          <p:cNvPr id="365" name="椭圆 364">
            <a:extLst>
              <a:ext uri="{FF2B5EF4-FFF2-40B4-BE49-F238E27FC236}">
                <a16:creationId xmlns:a16="http://schemas.microsoft.com/office/drawing/2014/main" id="{6F2C40E7-B5A8-44D5-B579-E45ACFA8A061}"/>
              </a:ext>
            </a:extLst>
          </p:cNvPr>
          <p:cNvSpPr/>
          <p:nvPr/>
        </p:nvSpPr>
        <p:spPr bwMode="auto">
          <a:xfrm>
            <a:off x="9883845" y="2546089"/>
            <a:ext cx="284695" cy="290897"/>
          </a:xfrm>
          <a:prstGeom prst="ellipse">
            <a:avLst/>
          </a:prstGeom>
          <a:solidFill>
            <a:srgbClr val="4F81BD"/>
          </a:solidFill>
          <a:ln w="9525" cap="flat" cmpd="sng" algn="ctr">
            <a:solidFill>
              <a:sysClr val="windowText" lastClr="000000"/>
            </a:solidFill>
            <a:prstDash val="solid"/>
            <a:round/>
            <a:headEnd type="none" w="med" len="med"/>
            <a:tailEnd type="none" w="med" len="med"/>
          </a:ln>
        </p:spPr>
        <p:txBody>
          <a:bodyPr vert="horz" wrap="square" lIns="78307" tIns="39154" rIns="78307" bIns="39154" numCol="1" rtlCol="0" anchor="ctr" anchorCtr="0" compatLnSpc="1"/>
          <a:lstStyle/>
          <a:p>
            <a:pPr algn="ctr" defTabSz="783092">
              <a:defRPr/>
            </a:pPr>
            <a:endParaRPr lang="zh-CN" altLang="en-US" sz="428" kern="0" dirty="0">
              <a:solidFill>
                <a:prstClr val="black"/>
              </a:solidFill>
            </a:endParaRPr>
          </a:p>
        </p:txBody>
      </p:sp>
      <p:cxnSp>
        <p:nvCxnSpPr>
          <p:cNvPr id="367" name="直接箭头连接符 366">
            <a:extLst>
              <a:ext uri="{FF2B5EF4-FFF2-40B4-BE49-F238E27FC236}">
                <a16:creationId xmlns:a16="http://schemas.microsoft.com/office/drawing/2014/main" id="{214472F2-3ECF-4D93-BD2B-CA7CACDB1EA8}"/>
              </a:ext>
            </a:extLst>
          </p:cNvPr>
          <p:cNvCxnSpPr>
            <a:cxnSpLocks/>
            <a:stCxn id="264" idx="5"/>
            <a:endCxn id="365" idx="2"/>
          </p:cNvCxnSpPr>
          <p:nvPr/>
        </p:nvCxnSpPr>
        <p:spPr>
          <a:xfrm>
            <a:off x="9634764" y="2608655"/>
            <a:ext cx="249080" cy="828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0" name="直接箭头连接符 369">
            <a:extLst>
              <a:ext uri="{FF2B5EF4-FFF2-40B4-BE49-F238E27FC236}">
                <a16:creationId xmlns:a16="http://schemas.microsoft.com/office/drawing/2014/main" id="{18DDCF83-B72F-4803-9A46-DF6F00C0AEFE}"/>
              </a:ext>
            </a:extLst>
          </p:cNvPr>
          <p:cNvCxnSpPr>
            <a:cxnSpLocks/>
            <a:stCxn id="365" idx="2"/>
            <a:endCxn id="265" idx="7"/>
          </p:cNvCxnSpPr>
          <p:nvPr/>
        </p:nvCxnSpPr>
        <p:spPr>
          <a:xfrm flipH="1">
            <a:off x="9634764" y="2691538"/>
            <a:ext cx="249080" cy="882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71" name="文本框 370">
            <a:extLst>
              <a:ext uri="{FF2B5EF4-FFF2-40B4-BE49-F238E27FC236}">
                <a16:creationId xmlns:a16="http://schemas.microsoft.com/office/drawing/2014/main" id="{3DB462F1-2FA1-40D1-84D0-3BC2AB9CE51D}"/>
              </a:ext>
            </a:extLst>
          </p:cNvPr>
          <p:cNvSpPr txBox="1"/>
          <p:nvPr/>
        </p:nvSpPr>
        <p:spPr>
          <a:xfrm>
            <a:off x="9741064" y="2831458"/>
            <a:ext cx="888113" cy="65852"/>
          </a:xfrm>
          <a:prstGeom prst="rect">
            <a:avLst/>
          </a:prstGeom>
          <a:noFill/>
        </p:spPr>
        <p:txBody>
          <a:bodyPr wrap="square" lIns="0" tIns="0" rIns="0" bIns="0" rtlCol="0">
            <a:spAutoFit/>
          </a:bodyPr>
          <a:lstStyle/>
          <a:p>
            <a:pPr defTabSz="783092"/>
            <a:r>
              <a:rPr lang="en-US" altLang="zh-CN" sz="428" i="1" dirty="0">
                <a:solidFill>
                  <a:prstClr val="black"/>
                </a:solidFill>
                <a:latin typeface="Cambria Math" panose="02040503050406030204" pitchFamily="18" charset="0"/>
              </a:rPr>
              <a:t>receiveMean(PLA.Signal_MeanData)</a:t>
            </a:r>
            <a:endParaRPr lang="zh-CN" altLang="en-US" sz="428" i="1" dirty="0">
              <a:solidFill>
                <a:prstClr val="black"/>
              </a:solidFill>
              <a:latin typeface="Cambria Math" panose="02040503050406030204" pitchFamily="18" charset="0"/>
            </a:endParaRPr>
          </a:p>
        </p:txBody>
      </p:sp>
      <p:sp>
        <p:nvSpPr>
          <p:cNvPr id="372" name="文本框 371">
            <a:extLst>
              <a:ext uri="{FF2B5EF4-FFF2-40B4-BE49-F238E27FC236}">
                <a16:creationId xmlns:a16="http://schemas.microsoft.com/office/drawing/2014/main" id="{1BECAC7C-AFC5-45A5-A71A-E93897FE4CA4}"/>
              </a:ext>
            </a:extLst>
          </p:cNvPr>
          <p:cNvSpPr txBox="1"/>
          <p:nvPr/>
        </p:nvSpPr>
        <p:spPr>
          <a:xfrm>
            <a:off x="9893256" y="2642672"/>
            <a:ext cx="247023" cy="92205"/>
          </a:xfrm>
          <a:prstGeom prst="rect">
            <a:avLst/>
          </a:prstGeom>
          <a:noFill/>
        </p:spPr>
        <p:txBody>
          <a:bodyPr wrap="square" lIns="0" tIns="0" rIns="0" bIns="0" rtlCol="0" anchor="ctr">
            <a:spAutoFit/>
          </a:bodyPr>
          <a:lstStyle/>
          <a:p>
            <a:pPr algn="ctr" defTabSz="783092"/>
            <a:r>
              <a:rPr lang="en-US" altLang="zh-CN" sz="599" i="1" dirty="0">
                <a:solidFill>
                  <a:prstClr val="black"/>
                </a:solidFill>
                <a:latin typeface="Cambria Math" panose="02040503050406030204" pitchFamily="18" charset="0"/>
              </a:rPr>
              <a:t>Wait</a:t>
            </a:r>
          </a:p>
        </p:txBody>
      </p:sp>
      <p:sp>
        <p:nvSpPr>
          <p:cNvPr id="378" name="椭圆 377">
            <a:extLst>
              <a:ext uri="{FF2B5EF4-FFF2-40B4-BE49-F238E27FC236}">
                <a16:creationId xmlns:a16="http://schemas.microsoft.com/office/drawing/2014/main" id="{69368E33-60EF-41E9-A978-E09E587B266F}"/>
              </a:ext>
            </a:extLst>
          </p:cNvPr>
          <p:cNvSpPr/>
          <p:nvPr/>
        </p:nvSpPr>
        <p:spPr bwMode="auto">
          <a:xfrm>
            <a:off x="9394016" y="3097418"/>
            <a:ext cx="284695" cy="290897"/>
          </a:xfrm>
          <a:prstGeom prst="ellipse">
            <a:avLst/>
          </a:prstGeom>
          <a:solidFill>
            <a:srgbClr val="4F81BD"/>
          </a:solidFill>
          <a:ln w="9525" cap="flat" cmpd="sng" algn="ctr">
            <a:solidFill>
              <a:sysClr val="windowText" lastClr="000000"/>
            </a:solidFill>
            <a:prstDash val="solid"/>
            <a:round/>
            <a:headEnd type="none" w="med" len="med"/>
            <a:tailEnd type="none" w="med" len="med"/>
          </a:ln>
        </p:spPr>
        <p:txBody>
          <a:bodyPr vert="horz" wrap="square" lIns="78307" tIns="39154" rIns="78307" bIns="39154" numCol="1" rtlCol="0" anchor="ctr" anchorCtr="0" compatLnSpc="1"/>
          <a:lstStyle/>
          <a:p>
            <a:pPr algn="ctr" defTabSz="783092">
              <a:defRPr/>
            </a:pPr>
            <a:endParaRPr lang="zh-CN" altLang="en-US" sz="428" kern="0" dirty="0">
              <a:solidFill>
                <a:prstClr val="black"/>
              </a:solidFill>
            </a:endParaRPr>
          </a:p>
        </p:txBody>
      </p:sp>
      <p:cxnSp>
        <p:nvCxnSpPr>
          <p:cNvPr id="387" name="直接箭头连接符 386">
            <a:extLst>
              <a:ext uri="{FF2B5EF4-FFF2-40B4-BE49-F238E27FC236}">
                <a16:creationId xmlns:a16="http://schemas.microsoft.com/office/drawing/2014/main" id="{01125BF0-588B-4359-A915-B8B70403C42E}"/>
              </a:ext>
            </a:extLst>
          </p:cNvPr>
          <p:cNvCxnSpPr>
            <a:stCxn id="378" idx="4"/>
            <a:endCxn id="266" idx="0"/>
          </p:cNvCxnSpPr>
          <p:nvPr/>
        </p:nvCxnSpPr>
        <p:spPr>
          <a:xfrm>
            <a:off x="9536363" y="3388314"/>
            <a:ext cx="3110" cy="570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9" name="直接箭头连接符 388">
            <a:extLst>
              <a:ext uri="{FF2B5EF4-FFF2-40B4-BE49-F238E27FC236}">
                <a16:creationId xmlns:a16="http://schemas.microsoft.com/office/drawing/2014/main" id="{1B8433E4-5A83-4C92-A512-738FD54F29B8}"/>
              </a:ext>
            </a:extLst>
          </p:cNvPr>
          <p:cNvCxnSpPr>
            <a:stCxn id="265" idx="4"/>
            <a:endCxn id="378" idx="0"/>
          </p:cNvCxnSpPr>
          <p:nvPr/>
        </p:nvCxnSpPr>
        <p:spPr>
          <a:xfrm>
            <a:off x="9534111" y="3028091"/>
            <a:ext cx="2253" cy="693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90" name="文本框 389">
            <a:extLst>
              <a:ext uri="{FF2B5EF4-FFF2-40B4-BE49-F238E27FC236}">
                <a16:creationId xmlns:a16="http://schemas.microsoft.com/office/drawing/2014/main" id="{8AEB64EE-2A67-496B-BA80-36066B0ABD45}"/>
              </a:ext>
            </a:extLst>
          </p:cNvPr>
          <p:cNvSpPr txBox="1"/>
          <p:nvPr/>
        </p:nvSpPr>
        <p:spPr>
          <a:xfrm>
            <a:off x="9402834" y="3196618"/>
            <a:ext cx="247023" cy="92205"/>
          </a:xfrm>
          <a:prstGeom prst="rect">
            <a:avLst/>
          </a:prstGeom>
          <a:noFill/>
        </p:spPr>
        <p:txBody>
          <a:bodyPr wrap="square" lIns="0" tIns="0" rIns="0" bIns="0" rtlCol="0" anchor="ctr">
            <a:spAutoFit/>
          </a:bodyPr>
          <a:lstStyle/>
          <a:p>
            <a:pPr algn="ctr" defTabSz="783092"/>
            <a:r>
              <a:rPr lang="en-US" altLang="zh-CN" sz="599" i="1" dirty="0">
                <a:solidFill>
                  <a:prstClr val="black"/>
                </a:solidFill>
                <a:latin typeface="Cambria Math" panose="02040503050406030204" pitchFamily="18" charset="0"/>
              </a:rPr>
              <a:t>Wait2</a:t>
            </a:r>
          </a:p>
        </p:txBody>
      </p:sp>
      <p:sp>
        <p:nvSpPr>
          <p:cNvPr id="392" name="椭圆 391">
            <a:extLst>
              <a:ext uri="{FF2B5EF4-FFF2-40B4-BE49-F238E27FC236}">
                <a16:creationId xmlns:a16="http://schemas.microsoft.com/office/drawing/2014/main" id="{51CBC3EA-0E86-4247-8BFC-5851A09A42A0}"/>
              </a:ext>
            </a:extLst>
          </p:cNvPr>
          <p:cNvSpPr/>
          <p:nvPr/>
        </p:nvSpPr>
        <p:spPr bwMode="auto">
          <a:xfrm>
            <a:off x="8914065" y="3395530"/>
            <a:ext cx="170436" cy="187117"/>
          </a:xfrm>
          <a:prstGeom prst="ellipse">
            <a:avLst/>
          </a:prstGeom>
          <a:noFill/>
          <a:ln w="9525" cap="flat" cmpd="sng" algn="ctr">
            <a:noFill/>
            <a:prstDash val="solid"/>
            <a:round/>
            <a:headEnd type="none" w="med" len="med"/>
            <a:tailEnd type="none" w="med" len="med"/>
          </a:ln>
        </p:spPr>
        <p:txBody>
          <a:bodyPr vert="horz" wrap="square" lIns="78307" tIns="39154" rIns="78307" bIns="39154" numCol="1" rtlCol="0" anchor="t" anchorCtr="0" compatLnSpc="1"/>
          <a:lstStyle/>
          <a:p>
            <a:pPr defTabSz="783092"/>
            <a:r>
              <a:rPr lang="zh-CN" altLang="en-US" sz="599" dirty="0">
                <a:solidFill>
                  <a:prstClr val="black"/>
                </a:solidFill>
              </a:rPr>
              <a:t>⑤</a:t>
            </a:r>
          </a:p>
        </p:txBody>
      </p:sp>
      <p:cxnSp>
        <p:nvCxnSpPr>
          <p:cNvPr id="394" name="连接符: 肘形 393">
            <a:extLst>
              <a:ext uri="{FF2B5EF4-FFF2-40B4-BE49-F238E27FC236}">
                <a16:creationId xmlns:a16="http://schemas.microsoft.com/office/drawing/2014/main" id="{BA8DCAAD-5D31-41A1-956A-D51442AA9B6C}"/>
              </a:ext>
            </a:extLst>
          </p:cNvPr>
          <p:cNvCxnSpPr>
            <a:stCxn id="267" idx="2"/>
            <a:endCxn id="265" idx="2"/>
          </p:cNvCxnSpPr>
          <p:nvPr/>
        </p:nvCxnSpPr>
        <p:spPr>
          <a:xfrm rot="10800000" flipH="1">
            <a:off x="9136270" y="2882643"/>
            <a:ext cx="255493" cy="1027887"/>
          </a:xfrm>
          <a:prstGeom prst="curvedConnector3">
            <a:avLst>
              <a:gd name="adj1" fmla="val -1885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7" name="连接符: 肘形 396">
            <a:extLst>
              <a:ext uri="{FF2B5EF4-FFF2-40B4-BE49-F238E27FC236}">
                <a16:creationId xmlns:a16="http://schemas.microsoft.com/office/drawing/2014/main" id="{D4C16138-25F3-49DC-BD97-F9665AB4CE2C}"/>
              </a:ext>
            </a:extLst>
          </p:cNvPr>
          <p:cNvCxnSpPr>
            <a:stCxn id="268" idx="6"/>
            <a:endCxn id="265" idx="6"/>
          </p:cNvCxnSpPr>
          <p:nvPr/>
        </p:nvCxnSpPr>
        <p:spPr>
          <a:xfrm flipH="1" flipV="1">
            <a:off x="9676459" y="2882643"/>
            <a:ext cx="271091" cy="1022891"/>
          </a:xfrm>
          <a:prstGeom prst="curvedConnector3">
            <a:avLst>
              <a:gd name="adj1" fmla="val -26994"/>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9" name="连接符: 肘形 398">
            <a:extLst>
              <a:ext uri="{FF2B5EF4-FFF2-40B4-BE49-F238E27FC236}">
                <a16:creationId xmlns:a16="http://schemas.microsoft.com/office/drawing/2014/main" id="{BC2E5121-0D77-4421-99B8-119FC81A0F56}"/>
              </a:ext>
            </a:extLst>
          </p:cNvPr>
          <p:cNvCxnSpPr>
            <a:cxnSpLocks/>
            <a:stCxn id="269" idx="6"/>
            <a:endCxn id="265" idx="6"/>
          </p:cNvCxnSpPr>
          <p:nvPr/>
        </p:nvCxnSpPr>
        <p:spPr>
          <a:xfrm flipV="1">
            <a:off x="9676457" y="2882641"/>
            <a:ext cx="10876" cy="1350820"/>
          </a:xfrm>
          <a:prstGeom prst="curvedConnector3">
            <a:avLst>
              <a:gd name="adj1" fmla="val 4721402"/>
            </a:avLst>
          </a:prstGeom>
          <a:ln>
            <a:tailEnd type="triangle"/>
          </a:ln>
        </p:spPr>
        <p:style>
          <a:lnRef idx="1">
            <a:schemeClr val="accent1"/>
          </a:lnRef>
          <a:fillRef idx="0">
            <a:schemeClr val="accent1"/>
          </a:fillRef>
          <a:effectRef idx="0">
            <a:schemeClr val="accent1"/>
          </a:effectRef>
          <a:fontRef idx="minor">
            <a:schemeClr val="tx1"/>
          </a:fontRef>
        </p:style>
      </p:cxnSp>
      <p:sp>
        <p:nvSpPr>
          <p:cNvPr id="405" name="文本框 404">
            <a:extLst>
              <a:ext uri="{FF2B5EF4-FFF2-40B4-BE49-F238E27FC236}">
                <a16:creationId xmlns:a16="http://schemas.microsoft.com/office/drawing/2014/main" id="{7C5FBE70-52D2-4ED7-8E81-BE914B5081AB}"/>
              </a:ext>
            </a:extLst>
          </p:cNvPr>
          <p:cNvSpPr txBox="1"/>
          <p:nvPr/>
        </p:nvSpPr>
        <p:spPr>
          <a:xfrm>
            <a:off x="10079400" y="3348912"/>
            <a:ext cx="556827" cy="158248"/>
          </a:xfrm>
          <a:prstGeom prst="rect">
            <a:avLst/>
          </a:prstGeom>
          <a:noFill/>
        </p:spPr>
        <p:txBody>
          <a:bodyPr wrap="square" lIns="0" tIns="0" rIns="0" bIns="0" rtlCol="0">
            <a:spAutoFit/>
          </a:bodyPr>
          <a:lstStyle/>
          <a:p>
            <a:pPr algn="ctr" defTabSz="783092"/>
            <a:r>
              <a:rPr lang="en-US" altLang="zh-CN" sz="514" i="1" dirty="0">
                <a:solidFill>
                  <a:prstClr val="black"/>
                </a:solidFill>
                <a:latin typeface="Cambria Math" panose="02040503050406030204" pitchFamily="18" charset="0"/>
              </a:rPr>
              <a:t>sendRes</a:t>
            </a:r>
          </a:p>
          <a:p>
            <a:pPr algn="ctr" defTabSz="783092"/>
            <a:r>
              <a:rPr lang="en-US" altLang="zh-CN" sz="514" i="1" dirty="0">
                <a:solidFill>
                  <a:prstClr val="black"/>
                </a:solidFill>
                <a:latin typeface="Cambria Math" panose="02040503050406030204" pitchFamily="18" charset="0"/>
              </a:rPr>
              <a:t>(PLA.Signal_Slo)</a:t>
            </a:r>
            <a:endParaRPr lang="zh-CN" altLang="en-US" sz="514" i="1" dirty="0">
              <a:solidFill>
                <a:prstClr val="black"/>
              </a:solidFill>
              <a:latin typeface="Cambria Math" panose="02040503050406030204" pitchFamily="18" charset="0"/>
            </a:endParaRPr>
          </a:p>
        </p:txBody>
      </p:sp>
      <p:sp>
        <p:nvSpPr>
          <p:cNvPr id="406" name="文本框 405">
            <a:extLst>
              <a:ext uri="{FF2B5EF4-FFF2-40B4-BE49-F238E27FC236}">
                <a16:creationId xmlns:a16="http://schemas.microsoft.com/office/drawing/2014/main" id="{E76ADBF0-9319-4218-BD7F-CDFC14954C7D}"/>
              </a:ext>
            </a:extLst>
          </p:cNvPr>
          <p:cNvSpPr txBox="1"/>
          <p:nvPr/>
        </p:nvSpPr>
        <p:spPr>
          <a:xfrm>
            <a:off x="9227491" y="3025767"/>
            <a:ext cx="1027147" cy="65852"/>
          </a:xfrm>
          <a:prstGeom prst="rect">
            <a:avLst/>
          </a:prstGeom>
          <a:noFill/>
        </p:spPr>
        <p:txBody>
          <a:bodyPr wrap="square" lIns="0" tIns="0" rIns="0" bIns="0" rtlCol="0">
            <a:spAutoFit/>
          </a:bodyPr>
          <a:lstStyle/>
          <a:p>
            <a:pPr defTabSz="783092"/>
            <a:r>
              <a:rPr lang="en-US" altLang="zh-CN" sz="428" i="1" dirty="0">
                <a:solidFill>
                  <a:prstClr val="black"/>
                </a:solidFill>
                <a:latin typeface="Cambria Math" panose="02040503050406030204" pitchFamily="18" charset="0"/>
              </a:rPr>
              <a:t>PLA.MeanData_Pre:=PLA.Signal_MeanData</a:t>
            </a:r>
            <a:endParaRPr lang="zh-CN" altLang="en-US" sz="428" i="1" dirty="0">
              <a:solidFill>
                <a:prstClr val="black"/>
              </a:solidFill>
              <a:latin typeface="Cambria Math" panose="02040503050406030204" pitchFamily="18" charset="0"/>
            </a:endParaRPr>
          </a:p>
        </p:txBody>
      </p:sp>
      <p:sp>
        <p:nvSpPr>
          <p:cNvPr id="407" name="文本框 406">
            <a:extLst>
              <a:ext uri="{FF2B5EF4-FFF2-40B4-BE49-F238E27FC236}">
                <a16:creationId xmlns:a16="http://schemas.microsoft.com/office/drawing/2014/main" id="{FFD24DE7-98D2-4BB8-AFD6-89EF7243A0AC}"/>
              </a:ext>
            </a:extLst>
          </p:cNvPr>
          <p:cNvSpPr txBox="1"/>
          <p:nvPr/>
        </p:nvSpPr>
        <p:spPr>
          <a:xfrm>
            <a:off x="9122995" y="3372099"/>
            <a:ext cx="882771" cy="65852"/>
          </a:xfrm>
          <a:prstGeom prst="rect">
            <a:avLst/>
          </a:prstGeom>
          <a:noFill/>
        </p:spPr>
        <p:txBody>
          <a:bodyPr wrap="square" lIns="0" tIns="0" rIns="0" bIns="0" rtlCol="0">
            <a:spAutoFit/>
          </a:bodyPr>
          <a:lstStyle/>
          <a:p>
            <a:pPr defTabSz="783092"/>
            <a:r>
              <a:rPr lang="en-US" altLang="zh-CN" sz="428" i="1" dirty="0">
                <a:solidFill>
                  <a:prstClr val="black"/>
                </a:solidFill>
                <a:latin typeface="Cambria Math" panose="02040503050406030204" pitchFamily="18" charset="0"/>
              </a:rPr>
              <a:t>receiveMean(PLA.Signal_MeanData)</a:t>
            </a:r>
            <a:endParaRPr lang="zh-CN" altLang="en-US" sz="428" i="1" dirty="0">
              <a:solidFill>
                <a:prstClr val="black"/>
              </a:solidFill>
              <a:latin typeface="Cambria Math" panose="02040503050406030204" pitchFamily="18" charset="0"/>
            </a:endParaRPr>
          </a:p>
        </p:txBody>
      </p:sp>
      <p:cxnSp>
        <p:nvCxnSpPr>
          <p:cNvPr id="3" name="直接箭头连接符 2">
            <a:extLst>
              <a:ext uri="{FF2B5EF4-FFF2-40B4-BE49-F238E27FC236}">
                <a16:creationId xmlns:a16="http://schemas.microsoft.com/office/drawing/2014/main" id="{8AAD5F0A-E713-4372-BC15-E725F8453E75}"/>
              </a:ext>
            </a:extLst>
          </p:cNvPr>
          <p:cNvCxnSpPr>
            <a:stCxn id="4" idx="3"/>
            <a:endCxn id="7" idx="1"/>
          </p:cNvCxnSpPr>
          <p:nvPr/>
        </p:nvCxnSpPr>
        <p:spPr>
          <a:xfrm flipV="1">
            <a:off x="4938121" y="1399513"/>
            <a:ext cx="1879848" cy="17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连接符: 肘形 9">
            <a:extLst>
              <a:ext uri="{FF2B5EF4-FFF2-40B4-BE49-F238E27FC236}">
                <a16:creationId xmlns:a16="http://schemas.microsoft.com/office/drawing/2014/main" id="{7CD053A5-9754-4675-B223-67F378E6E936}"/>
              </a:ext>
            </a:extLst>
          </p:cNvPr>
          <p:cNvCxnSpPr>
            <a:stCxn id="7" idx="2"/>
            <a:endCxn id="228" idx="0"/>
          </p:cNvCxnSpPr>
          <p:nvPr/>
        </p:nvCxnSpPr>
        <p:spPr>
          <a:xfrm rot="5400000">
            <a:off x="7920115" y="1786047"/>
            <a:ext cx="205871" cy="82464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连接符: 肘形 11">
            <a:extLst>
              <a:ext uri="{FF2B5EF4-FFF2-40B4-BE49-F238E27FC236}">
                <a16:creationId xmlns:a16="http://schemas.microsoft.com/office/drawing/2014/main" id="{5A722F0A-A11F-4E1F-A7CF-6572571A1B5E}"/>
              </a:ext>
            </a:extLst>
          </p:cNvPr>
          <p:cNvCxnSpPr>
            <a:stCxn id="7" idx="2"/>
            <a:endCxn id="263" idx="0"/>
          </p:cNvCxnSpPr>
          <p:nvPr/>
        </p:nvCxnSpPr>
        <p:spPr>
          <a:xfrm rot="16200000" flipH="1">
            <a:off x="8927361" y="1603443"/>
            <a:ext cx="213102" cy="119708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270" name="文本框 269">
            <a:extLst>
              <a:ext uri="{FF2B5EF4-FFF2-40B4-BE49-F238E27FC236}">
                <a16:creationId xmlns:a16="http://schemas.microsoft.com/office/drawing/2014/main" id="{0D65AB63-41A1-4D16-A083-A074C4B0F85B}"/>
              </a:ext>
            </a:extLst>
          </p:cNvPr>
          <p:cNvSpPr txBox="1"/>
          <p:nvPr/>
        </p:nvSpPr>
        <p:spPr>
          <a:xfrm>
            <a:off x="4185143" y="1766532"/>
            <a:ext cx="488081" cy="210827"/>
          </a:xfrm>
          <a:prstGeom prst="rect">
            <a:avLst/>
          </a:prstGeom>
          <a:noFill/>
        </p:spPr>
        <p:txBody>
          <a:bodyPr wrap="square" lIns="0" tIns="0" rIns="0" bIns="0" rtlCol="0" anchor="ctr">
            <a:spAutoFit/>
          </a:bodyPr>
          <a:lstStyle/>
          <a:p>
            <a:pPr algn="ctr" defTabSz="783092"/>
            <a:r>
              <a:rPr lang="en-US" altLang="zh-CN" sz="1370" i="1" dirty="0">
                <a:solidFill>
                  <a:prstClr val="black"/>
                </a:solidFill>
                <a:latin typeface="Cambria Math" panose="02040503050406030204" pitchFamily="18" charset="0"/>
              </a:rPr>
              <a:t>t1</a:t>
            </a:r>
          </a:p>
        </p:txBody>
      </p:sp>
      <p:sp>
        <p:nvSpPr>
          <p:cNvPr id="271" name="文本框 270">
            <a:extLst>
              <a:ext uri="{FF2B5EF4-FFF2-40B4-BE49-F238E27FC236}">
                <a16:creationId xmlns:a16="http://schemas.microsoft.com/office/drawing/2014/main" id="{B2DE90EF-E54B-4151-B6BE-6B3A609CBFE8}"/>
              </a:ext>
            </a:extLst>
          </p:cNvPr>
          <p:cNvSpPr txBox="1"/>
          <p:nvPr/>
        </p:nvSpPr>
        <p:spPr>
          <a:xfrm>
            <a:off x="976722" y="4112261"/>
            <a:ext cx="488081" cy="210827"/>
          </a:xfrm>
          <a:prstGeom prst="rect">
            <a:avLst/>
          </a:prstGeom>
          <a:noFill/>
        </p:spPr>
        <p:txBody>
          <a:bodyPr wrap="square" lIns="0" tIns="0" rIns="0" bIns="0" rtlCol="0" anchor="ctr">
            <a:spAutoFit/>
          </a:bodyPr>
          <a:lstStyle/>
          <a:p>
            <a:pPr algn="ctr" defTabSz="783092"/>
            <a:r>
              <a:rPr lang="en-US" altLang="zh-CN" sz="1370" i="1" dirty="0">
                <a:solidFill>
                  <a:prstClr val="black"/>
                </a:solidFill>
                <a:latin typeface="Cambria Math" panose="02040503050406030204" pitchFamily="18" charset="0"/>
              </a:rPr>
              <a:t>p1</a:t>
            </a:r>
          </a:p>
        </p:txBody>
      </p:sp>
      <p:sp>
        <p:nvSpPr>
          <p:cNvPr id="276" name="文本框 275">
            <a:extLst>
              <a:ext uri="{FF2B5EF4-FFF2-40B4-BE49-F238E27FC236}">
                <a16:creationId xmlns:a16="http://schemas.microsoft.com/office/drawing/2014/main" id="{B16C8905-7956-4254-85C4-6663AAC7718D}"/>
              </a:ext>
            </a:extLst>
          </p:cNvPr>
          <p:cNvSpPr txBox="1"/>
          <p:nvPr/>
        </p:nvSpPr>
        <p:spPr>
          <a:xfrm>
            <a:off x="2565538" y="4143094"/>
            <a:ext cx="488081" cy="210827"/>
          </a:xfrm>
          <a:prstGeom prst="rect">
            <a:avLst/>
          </a:prstGeom>
          <a:noFill/>
        </p:spPr>
        <p:txBody>
          <a:bodyPr wrap="square" lIns="0" tIns="0" rIns="0" bIns="0" rtlCol="0" anchor="ctr">
            <a:spAutoFit/>
          </a:bodyPr>
          <a:lstStyle/>
          <a:p>
            <a:pPr algn="ctr" defTabSz="783092"/>
            <a:r>
              <a:rPr lang="en-US" altLang="zh-CN" sz="1370" i="1" dirty="0">
                <a:solidFill>
                  <a:prstClr val="black"/>
                </a:solidFill>
                <a:latin typeface="Cambria Math" panose="02040503050406030204" pitchFamily="18" charset="0"/>
              </a:rPr>
              <a:t>p2</a:t>
            </a:r>
          </a:p>
        </p:txBody>
      </p:sp>
      <p:sp>
        <p:nvSpPr>
          <p:cNvPr id="277" name="文本框 276">
            <a:extLst>
              <a:ext uri="{FF2B5EF4-FFF2-40B4-BE49-F238E27FC236}">
                <a16:creationId xmlns:a16="http://schemas.microsoft.com/office/drawing/2014/main" id="{F5753AC3-5577-4CD3-834A-C0BAB0314D07}"/>
              </a:ext>
            </a:extLst>
          </p:cNvPr>
          <p:cNvSpPr txBox="1"/>
          <p:nvPr/>
        </p:nvSpPr>
        <p:spPr>
          <a:xfrm>
            <a:off x="4156955" y="4136246"/>
            <a:ext cx="488081" cy="210827"/>
          </a:xfrm>
          <a:prstGeom prst="rect">
            <a:avLst/>
          </a:prstGeom>
          <a:noFill/>
        </p:spPr>
        <p:txBody>
          <a:bodyPr wrap="square" lIns="0" tIns="0" rIns="0" bIns="0" rtlCol="0" anchor="ctr">
            <a:spAutoFit/>
          </a:bodyPr>
          <a:lstStyle/>
          <a:p>
            <a:pPr algn="ctr" defTabSz="783092"/>
            <a:r>
              <a:rPr lang="en-US" altLang="zh-CN" sz="1370" i="1" dirty="0">
                <a:solidFill>
                  <a:prstClr val="black"/>
                </a:solidFill>
                <a:latin typeface="Cambria Math" panose="02040503050406030204" pitchFamily="18" charset="0"/>
              </a:rPr>
              <a:t>p3</a:t>
            </a:r>
          </a:p>
        </p:txBody>
      </p:sp>
      <p:sp>
        <p:nvSpPr>
          <p:cNvPr id="278" name="文本框 277">
            <a:extLst>
              <a:ext uri="{FF2B5EF4-FFF2-40B4-BE49-F238E27FC236}">
                <a16:creationId xmlns:a16="http://schemas.microsoft.com/office/drawing/2014/main" id="{225EE892-F8C6-4831-9EAC-0D478793E106}"/>
              </a:ext>
            </a:extLst>
          </p:cNvPr>
          <p:cNvSpPr txBox="1"/>
          <p:nvPr/>
        </p:nvSpPr>
        <p:spPr>
          <a:xfrm>
            <a:off x="1326456" y="5973650"/>
            <a:ext cx="488081" cy="210827"/>
          </a:xfrm>
          <a:prstGeom prst="rect">
            <a:avLst/>
          </a:prstGeom>
          <a:noFill/>
        </p:spPr>
        <p:txBody>
          <a:bodyPr wrap="square" lIns="0" tIns="0" rIns="0" bIns="0" rtlCol="0" anchor="ctr">
            <a:spAutoFit/>
          </a:bodyPr>
          <a:lstStyle/>
          <a:p>
            <a:pPr algn="ctr" defTabSz="783092"/>
            <a:r>
              <a:rPr lang="en-US" altLang="zh-CN" sz="1370" i="1" dirty="0">
                <a:solidFill>
                  <a:prstClr val="black"/>
                </a:solidFill>
                <a:latin typeface="Cambria Math" panose="02040503050406030204" pitchFamily="18" charset="0"/>
              </a:rPr>
              <a:t>d1</a:t>
            </a:r>
          </a:p>
        </p:txBody>
      </p:sp>
      <p:sp>
        <p:nvSpPr>
          <p:cNvPr id="279" name="文本框 278">
            <a:extLst>
              <a:ext uri="{FF2B5EF4-FFF2-40B4-BE49-F238E27FC236}">
                <a16:creationId xmlns:a16="http://schemas.microsoft.com/office/drawing/2014/main" id="{C4F652CB-33DC-4301-9FF8-B83574122728}"/>
              </a:ext>
            </a:extLst>
          </p:cNvPr>
          <p:cNvSpPr txBox="1"/>
          <p:nvPr/>
        </p:nvSpPr>
        <p:spPr>
          <a:xfrm>
            <a:off x="6936327" y="4135620"/>
            <a:ext cx="488081" cy="210827"/>
          </a:xfrm>
          <a:prstGeom prst="rect">
            <a:avLst/>
          </a:prstGeom>
          <a:noFill/>
        </p:spPr>
        <p:txBody>
          <a:bodyPr wrap="square" lIns="0" tIns="0" rIns="0" bIns="0" rtlCol="0" anchor="ctr">
            <a:spAutoFit/>
          </a:bodyPr>
          <a:lstStyle/>
          <a:p>
            <a:pPr algn="ctr" defTabSz="783092"/>
            <a:r>
              <a:rPr lang="en-US" altLang="zh-CN" sz="1370" i="1" dirty="0">
                <a:solidFill>
                  <a:prstClr val="black"/>
                </a:solidFill>
                <a:latin typeface="Cambria Math" panose="02040503050406030204" pitchFamily="18" charset="0"/>
              </a:rPr>
              <a:t>e1</a:t>
            </a:r>
          </a:p>
        </p:txBody>
      </p:sp>
      <p:sp>
        <p:nvSpPr>
          <p:cNvPr id="287" name="文本框 286">
            <a:extLst>
              <a:ext uri="{FF2B5EF4-FFF2-40B4-BE49-F238E27FC236}">
                <a16:creationId xmlns:a16="http://schemas.microsoft.com/office/drawing/2014/main" id="{4B845088-53B0-43D2-90C9-D868356478FF}"/>
              </a:ext>
            </a:extLst>
          </p:cNvPr>
          <p:cNvSpPr txBox="1"/>
          <p:nvPr/>
        </p:nvSpPr>
        <p:spPr>
          <a:xfrm>
            <a:off x="8659070" y="4111935"/>
            <a:ext cx="488081" cy="210827"/>
          </a:xfrm>
          <a:prstGeom prst="rect">
            <a:avLst/>
          </a:prstGeom>
          <a:noFill/>
        </p:spPr>
        <p:txBody>
          <a:bodyPr wrap="square" lIns="0" tIns="0" rIns="0" bIns="0" rtlCol="0" anchor="ctr">
            <a:spAutoFit/>
          </a:bodyPr>
          <a:lstStyle/>
          <a:p>
            <a:pPr algn="ctr" defTabSz="783092"/>
            <a:r>
              <a:rPr lang="en-US" altLang="zh-CN" sz="1370" i="1" dirty="0">
                <a:solidFill>
                  <a:prstClr val="black"/>
                </a:solidFill>
                <a:latin typeface="Cambria Math" panose="02040503050406030204" pitchFamily="18" charset="0"/>
              </a:rPr>
              <a:t>s1</a:t>
            </a:r>
          </a:p>
        </p:txBody>
      </p:sp>
      <p:sp>
        <p:nvSpPr>
          <p:cNvPr id="290" name="文本框 289">
            <a:extLst>
              <a:ext uri="{FF2B5EF4-FFF2-40B4-BE49-F238E27FC236}">
                <a16:creationId xmlns:a16="http://schemas.microsoft.com/office/drawing/2014/main" id="{D9E6EDA8-D15D-407E-83E0-252493212D1E}"/>
              </a:ext>
            </a:extLst>
          </p:cNvPr>
          <p:cNvSpPr txBox="1"/>
          <p:nvPr/>
        </p:nvSpPr>
        <p:spPr>
          <a:xfrm>
            <a:off x="6804897" y="1843178"/>
            <a:ext cx="488081" cy="210827"/>
          </a:xfrm>
          <a:prstGeom prst="rect">
            <a:avLst/>
          </a:prstGeom>
          <a:noFill/>
        </p:spPr>
        <p:txBody>
          <a:bodyPr wrap="square" lIns="0" tIns="0" rIns="0" bIns="0" rtlCol="0" anchor="ctr">
            <a:spAutoFit/>
          </a:bodyPr>
          <a:lstStyle/>
          <a:p>
            <a:pPr algn="ctr" defTabSz="783092"/>
            <a:r>
              <a:rPr lang="en-US" altLang="zh-CN" sz="1370" i="1" dirty="0">
                <a:solidFill>
                  <a:prstClr val="black"/>
                </a:solidFill>
                <a:latin typeface="Cambria Math" panose="02040503050406030204" pitchFamily="18" charset="0"/>
              </a:rPr>
              <a:t>c1</a:t>
            </a:r>
          </a:p>
        </p:txBody>
      </p:sp>
      <p:sp>
        <p:nvSpPr>
          <p:cNvPr id="292" name="文本框 291">
            <a:extLst>
              <a:ext uri="{FF2B5EF4-FFF2-40B4-BE49-F238E27FC236}">
                <a16:creationId xmlns:a16="http://schemas.microsoft.com/office/drawing/2014/main" id="{EAAFDDCA-4E12-4EA6-92C7-19BF17F6F752}"/>
              </a:ext>
            </a:extLst>
          </p:cNvPr>
          <p:cNvSpPr txBox="1"/>
          <p:nvPr/>
        </p:nvSpPr>
        <p:spPr>
          <a:xfrm>
            <a:off x="6337303" y="5988061"/>
            <a:ext cx="488081" cy="210827"/>
          </a:xfrm>
          <a:prstGeom prst="rect">
            <a:avLst/>
          </a:prstGeom>
          <a:noFill/>
        </p:spPr>
        <p:txBody>
          <a:bodyPr wrap="square" lIns="0" tIns="0" rIns="0" bIns="0" rtlCol="0" anchor="ctr">
            <a:spAutoFit/>
          </a:bodyPr>
          <a:lstStyle/>
          <a:p>
            <a:pPr algn="ctr" defTabSz="783092"/>
            <a:r>
              <a:rPr lang="en-US" altLang="zh-CN" sz="1370" i="1" dirty="0">
                <a:solidFill>
                  <a:prstClr val="black"/>
                </a:solidFill>
                <a:latin typeface="Cambria Math" panose="02040503050406030204" pitchFamily="18" charset="0"/>
              </a:rPr>
              <a:t>d2</a:t>
            </a:r>
          </a:p>
        </p:txBody>
      </p:sp>
      <p:sp>
        <p:nvSpPr>
          <p:cNvPr id="298" name="文本框 297">
            <a:extLst>
              <a:ext uri="{FF2B5EF4-FFF2-40B4-BE49-F238E27FC236}">
                <a16:creationId xmlns:a16="http://schemas.microsoft.com/office/drawing/2014/main" id="{57BA91EB-4A04-4CD8-AF8E-7E83345B6777}"/>
              </a:ext>
            </a:extLst>
          </p:cNvPr>
          <p:cNvSpPr txBox="1"/>
          <p:nvPr/>
        </p:nvSpPr>
        <p:spPr>
          <a:xfrm>
            <a:off x="1140017" y="196416"/>
            <a:ext cx="1202776" cy="246221"/>
          </a:xfrm>
          <a:prstGeom prst="rect">
            <a:avLst/>
          </a:prstGeom>
          <a:noFill/>
        </p:spPr>
        <p:txBody>
          <a:bodyPr wrap="square" lIns="0" tIns="0" rIns="0" bIns="0" rtlCol="0">
            <a:spAutoFit/>
          </a:bodyPr>
          <a:lstStyle/>
          <a:p>
            <a:r>
              <a:rPr lang="en-US" altLang="zh-CN" sz="1600" i="1" dirty="0">
                <a:solidFill>
                  <a:prstClr val="black"/>
                </a:solidFill>
                <a:latin typeface="Cambria Math" panose="02040503050406030204" pitchFamily="18" charset="0"/>
              </a:rPr>
              <a:t>Global Model</a:t>
            </a:r>
            <a:endParaRPr lang="zh-CN" altLang="en-US" sz="1600" i="1" dirty="0">
              <a:solidFill>
                <a:prstClr val="black"/>
              </a:solidFill>
              <a:latin typeface="Cambria Math" panose="02040503050406030204" pitchFamily="18" charset="0"/>
            </a:endParaRPr>
          </a:p>
        </p:txBody>
      </p:sp>
    </p:spTree>
    <p:extLst>
      <p:ext uri="{BB962C8B-B14F-4D97-AF65-F5344CB8AC3E}">
        <p14:creationId xmlns:p14="http://schemas.microsoft.com/office/powerpoint/2010/main" val="414380710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97794" y="46038"/>
            <a:ext cx="9396412" cy="1143000"/>
          </a:xfrm>
        </p:spPr>
        <p:txBody>
          <a:bodyPr/>
          <a:lstStyle/>
          <a:p>
            <a:r>
              <a:rPr lang="en-US" altLang="zh-CN" dirty="0">
                <a:latin typeface="Times New Roman" panose="02020603050405020304" pitchFamily="18" charset="0"/>
                <a:cs typeface="Times New Roman" panose="02020603050405020304" pitchFamily="18" charset="0"/>
              </a:rPr>
              <a:t>BIP2NuXmv tools</a:t>
            </a:r>
            <a:endParaRPr lang="zh-CN" altLang="en-US" dirty="0">
              <a:latin typeface="Times New Roman" panose="02020603050405020304" pitchFamily="18" charset="0"/>
              <a:cs typeface="Times New Roman" panose="02020603050405020304" pitchFamily="18" charset="0"/>
            </a:endParaRPr>
          </a:p>
        </p:txBody>
      </p:sp>
      <p:pic>
        <p:nvPicPr>
          <p:cNvPr id="3" name="图片 2">
            <a:extLst>
              <a:ext uri="{FF2B5EF4-FFF2-40B4-BE49-F238E27FC236}">
                <a16:creationId xmlns:a16="http://schemas.microsoft.com/office/drawing/2014/main" id="{6A547B7A-F8DB-44D1-B8B7-F0EA61C9513A}"/>
              </a:ext>
            </a:extLst>
          </p:cNvPr>
          <p:cNvPicPr>
            <a:picLocks noChangeAspect="1"/>
          </p:cNvPicPr>
          <p:nvPr/>
        </p:nvPicPr>
        <p:blipFill>
          <a:blip r:embed="rId3"/>
          <a:stretch>
            <a:fillRect/>
          </a:stretch>
        </p:blipFill>
        <p:spPr>
          <a:xfrm>
            <a:off x="3073439" y="2360973"/>
            <a:ext cx="1343025" cy="838200"/>
          </a:xfrm>
          <a:prstGeom prst="rect">
            <a:avLst/>
          </a:prstGeom>
        </p:spPr>
      </p:pic>
      <p:pic>
        <p:nvPicPr>
          <p:cNvPr id="4" name="图片 3">
            <a:extLst>
              <a:ext uri="{FF2B5EF4-FFF2-40B4-BE49-F238E27FC236}">
                <a16:creationId xmlns:a16="http://schemas.microsoft.com/office/drawing/2014/main" id="{D4DF8357-A796-4463-8FBB-74554CEFE7CF}"/>
              </a:ext>
            </a:extLst>
          </p:cNvPr>
          <p:cNvPicPr>
            <a:picLocks noChangeAspect="1"/>
          </p:cNvPicPr>
          <p:nvPr/>
        </p:nvPicPr>
        <p:blipFill>
          <a:blip r:embed="rId4"/>
          <a:stretch>
            <a:fillRect/>
          </a:stretch>
        </p:blipFill>
        <p:spPr>
          <a:xfrm>
            <a:off x="7250216" y="2403836"/>
            <a:ext cx="1304925" cy="752475"/>
          </a:xfrm>
          <a:prstGeom prst="rect">
            <a:avLst/>
          </a:prstGeom>
        </p:spPr>
      </p:pic>
      <p:pic>
        <p:nvPicPr>
          <p:cNvPr id="5" name="图片 4">
            <a:extLst>
              <a:ext uri="{FF2B5EF4-FFF2-40B4-BE49-F238E27FC236}">
                <a16:creationId xmlns:a16="http://schemas.microsoft.com/office/drawing/2014/main" id="{6008476C-80DA-4D0E-99D7-C5B32712DBC8}"/>
              </a:ext>
            </a:extLst>
          </p:cNvPr>
          <p:cNvPicPr>
            <a:picLocks noChangeAspect="1"/>
          </p:cNvPicPr>
          <p:nvPr/>
        </p:nvPicPr>
        <p:blipFill>
          <a:blip r:embed="rId5"/>
          <a:stretch>
            <a:fillRect/>
          </a:stretch>
        </p:blipFill>
        <p:spPr>
          <a:xfrm>
            <a:off x="5014145" y="1832029"/>
            <a:ext cx="1352550" cy="733425"/>
          </a:xfrm>
          <a:prstGeom prst="rect">
            <a:avLst/>
          </a:prstGeom>
        </p:spPr>
      </p:pic>
      <p:sp>
        <p:nvSpPr>
          <p:cNvPr id="6" name="箭头: 右 5">
            <a:extLst>
              <a:ext uri="{FF2B5EF4-FFF2-40B4-BE49-F238E27FC236}">
                <a16:creationId xmlns:a16="http://schemas.microsoft.com/office/drawing/2014/main" id="{9EEC68BF-93E2-4E7F-855E-85FA946406DF}"/>
              </a:ext>
            </a:extLst>
          </p:cNvPr>
          <p:cNvSpPr/>
          <p:nvPr/>
        </p:nvSpPr>
        <p:spPr bwMode="auto">
          <a:xfrm>
            <a:off x="4363142" y="2617841"/>
            <a:ext cx="2728810" cy="162233"/>
          </a:xfrm>
          <a:prstGeom prst="rightArrow">
            <a:avLst/>
          </a:prstGeom>
          <a:solidFill>
            <a:srgbClr val="0070C0"/>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fontAlgn="base">
              <a:spcBef>
                <a:spcPct val="0"/>
              </a:spcBef>
              <a:spcAft>
                <a:spcPct val="0"/>
              </a:spcAft>
            </a:pPr>
            <a:endParaRPr lang="zh-CN" altLang="en-US" b="1">
              <a:latin typeface="Arial" panose="020B0604020202020204" pitchFamily="34" charset="0"/>
            </a:endParaRPr>
          </a:p>
        </p:txBody>
      </p:sp>
      <p:sp>
        <p:nvSpPr>
          <p:cNvPr id="42" name="文本框 41">
            <a:extLst>
              <a:ext uri="{FF2B5EF4-FFF2-40B4-BE49-F238E27FC236}">
                <a16:creationId xmlns:a16="http://schemas.microsoft.com/office/drawing/2014/main" id="{8FE7194F-80BD-4687-A5FA-E69769E58CBA}"/>
              </a:ext>
            </a:extLst>
          </p:cNvPr>
          <p:cNvSpPr txBox="1"/>
          <p:nvPr/>
        </p:nvSpPr>
        <p:spPr>
          <a:xfrm>
            <a:off x="2907713" y="3590592"/>
            <a:ext cx="5909492" cy="246221"/>
          </a:xfrm>
          <a:prstGeom prst="rect">
            <a:avLst/>
          </a:prstGeom>
          <a:noFill/>
        </p:spPr>
        <p:txBody>
          <a:bodyPr wrap="square" lIns="0" tIns="0" rIns="0" bIns="0" rtlCol="0">
            <a:spAutoFit/>
          </a:bodyPr>
          <a:lstStyle/>
          <a:p>
            <a:r>
              <a:rPr lang="en-US" altLang="zh-CN" sz="1600" i="1" dirty="0">
                <a:latin typeface="Cambria Math" panose="02040503050406030204" pitchFamily="18" charset="0"/>
              </a:rPr>
              <a:t>Not too much change on Architecture except for some internal ports</a:t>
            </a:r>
            <a:endParaRPr lang="zh-CN" altLang="en-US" sz="1600" i="1" dirty="0">
              <a:latin typeface="Cambria Math" panose="02040503050406030204" pitchFamily="18" charset="0"/>
            </a:endParaRPr>
          </a:p>
        </p:txBody>
      </p:sp>
      <p:sp>
        <p:nvSpPr>
          <p:cNvPr id="43" name="矩形 42">
            <a:extLst>
              <a:ext uri="{FF2B5EF4-FFF2-40B4-BE49-F238E27FC236}">
                <a16:creationId xmlns:a16="http://schemas.microsoft.com/office/drawing/2014/main" id="{971735D3-FBA4-43F8-A85E-CB9A40A5CC26}"/>
              </a:ext>
            </a:extLst>
          </p:cNvPr>
          <p:cNvSpPr/>
          <p:nvPr/>
        </p:nvSpPr>
        <p:spPr bwMode="auto">
          <a:xfrm>
            <a:off x="3314294" y="5740678"/>
            <a:ext cx="820207" cy="432855"/>
          </a:xfrm>
          <a:prstGeom prst="rect">
            <a:avLst/>
          </a:prstGeom>
          <a:solidFill>
            <a:srgbClr val="D0E5FC"/>
          </a:solidFill>
          <a:ln w="3175" cap="flat" cmpd="sng" algn="ctr">
            <a:solidFill>
              <a:schemeClr val="tx1"/>
            </a:solidFill>
            <a:prstDash val="solid"/>
            <a:round/>
            <a:headEnd type="none" w="med" len="med"/>
            <a:tailEnd type="none" w="med" len="med"/>
          </a:ln>
        </p:spPr>
        <p:txBody>
          <a:bodyPr vert="horz" wrap="square" lIns="91440" tIns="45720" rIns="91440" bIns="45720" numCol="1" rtlCol="0" anchor="ctr" anchorCtr="0" compatLnSpc="1"/>
          <a:lstStyle/>
          <a:p>
            <a:pPr algn="ctr" fontAlgn="base">
              <a:spcBef>
                <a:spcPct val="0"/>
              </a:spcBef>
              <a:spcAft>
                <a:spcPct val="0"/>
              </a:spcAft>
              <a:defRPr/>
            </a:pPr>
            <a:r>
              <a:rPr lang="en-US" altLang="zh-CN" sz="800" dirty="0">
                <a:solidFill>
                  <a:prstClr val="black"/>
                </a:solidFill>
                <a:latin typeface="Arial" panose="020B0604020202020204" pitchFamily="34" charset="0"/>
                <a:ea typeface="宋体" panose="02010600030101010101" pitchFamily="2" charset="-122"/>
              </a:rPr>
              <a:t>Requirements</a:t>
            </a:r>
            <a:endParaRPr lang="zh-CN" altLang="en-US" sz="800" dirty="0">
              <a:solidFill>
                <a:prstClr val="black"/>
              </a:solidFill>
              <a:latin typeface="Arial" panose="020B0604020202020204" pitchFamily="34" charset="0"/>
              <a:ea typeface="宋体" panose="02010600030101010101" pitchFamily="2" charset="-122"/>
            </a:endParaRPr>
          </a:p>
        </p:txBody>
      </p:sp>
      <p:sp>
        <p:nvSpPr>
          <p:cNvPr id="44" name="矩形 43">
            <a:extLst>
              <a:ext uri="{FF2B5EF4-FFF2-40B4-BE49-F238E27FC236}">
                <a16:creationId xmlns:a16="http://schemas.microsoft.com/office/drawing/2014/main" id="{0C1C25ED-56C3-4B01-83F1-B5E3BD80C891}"/>
              </a:ext>
            </a:extLst>
          </p:cNvPr>
          <p:cNvSpPr/>
          <p:nvPr/>
        </p:nvSpPr>
        <p:spPr bwMode="auto">
          <a:xfrm>
            <a:off x="4582917" y="5740678"/>
            <a:ext cx="865491" cy="427822"/>
          </a:xfrm>
          <a:prstGeom prst="rect">
            <a:avLst/>
          </a:prstGeom>
          <a:solidFill>
            <a:srgbClr val="D0E5FC"/>
          </a:solidFill>
          <a:ln w="3175" cap="flat" cmpd="sng" algn="ctr">
            <a:solidFill>
              <a:schemeClr val="tx1"/>
            </a:solidFill>
            <a:prstDash val="solid"/>
            <a:round/>
            <a:headEnd type="none" w="med" len="med"/>
            <a:tailEnd type="none" w="med" len="med"/>
          </a:ln>
        </p:spPr>
        <p:txBody>
          <a:bodyPr vert="horz" wrap="square" lIns="91440" tIns="45720" rIns="91440" bIns="45720" numCol="1" rtlCol="0" anchor="ctr" anchorCtr="0" compatLnSpc="1"/>
          <a:lstStyle/>
          <a:p>
            <a:pPr algn="ctr" fontAlgn="base">
              <a:spcBef>
                <a:spcPct val="0"/>
              </a:spcBef>
              <a:spcAft>
                <a:spcPct val="0"/>
              </a:spcAft>
              <a:defRPr/>
            </a:pPr>
            <a:r>
              <a:rPr lang="en-US" altLang="zh-CN" sz="800" dirty="0">
                <a:solidFill>
                  <a:prstClr val="black"/>
                </a:solidFill>
              </a:rPr>
              <a:t>Specifications</a:t>
            </a:r>
          </a:p>
        </p:txBody>
      </p:sp>
      <p:sp>
        <p:nvSpPr>
          <p:cNvPr id="45" name="矩形 44">
            <a:extLst>
              <a:ext uri="{FF2B5EF4-FFF2-40B4-BE49-F238E27FC236}">
                <a16:creationId xmlns:a16="http://schemas.microsoft.com/office/drawing/2014/main" id="{A7A63A65-4A64-4E83-9241-F7339556C183}"/>
              </a:ext>
            </a:extLst>
          </p:cNvPr>
          <p:cNvSpPr/>
          <p:nvPr/>
        </p:nvSpPr>
        <p:spPr bwMode="auto">
          <a:xfrm>
            <a:off x="2382273" y="4427007"/>
            <a:ext cx="820207" cy="432855"/>
          </a:xfrm>
          <a:prstGeom prst="rect">
            <a:avLst/>
          </a:prstGeom>
          <a:solidFill>
            <a:srgbClr val="D0E5FC"/>
          </a:solidFill>
          <a:ln w="3175" cap="flat" cmpd="sng" algn="ctr">
            <a:solidFill>
              <a:schemeClr val="tx1"/>
            </a:solidFill>
            <a:prstDash val="solid"/>
            <a:round/>
            <a:headEnd type="none" w="med" len="med"/>
            <a:tailEnd type="none" w="med" len="med"/>
          </a:ln>
        </p:spPr>
        <p:txBody>
          <a:bodyPr vert="horz" wrap="square" lIns="91440" tIns="45720" rIns="91440" bIns="45720" numCol="1" rtlCol="0" anchor="ctr" anchorCtr="0" compatLnSpc="1"/>
          <a:lstStyle/>
          <a:p>
            <a:pPr lvl="0" algn="ctr">
              <a:defRPr/>
            </a:pPr>
            <a:r>
              <a:rPr lang="en-US" altLang="zh-CN" sz="800" dirty="0">
                <a:solidFill>
                  <a:prstClr val="black"/>
                </a:solidFill>
              </a:rPr>
              <a:t>Software</a:t>
            </a:r>
          </a:p>
          <a:p>
            <a:pPr lvl="0" algn="ctr">
              <a:defRPr/>
            </a:pPr>
            <a:r>
              <a:rPr lang="en-US" altLang="zh-CN" sz="800" dirty="0">
                <a:solidFill>
                  <a:prstClr val="black"/>
                </a:solidFill>
              </a:rPr>
              <a:t>system</a:t>
            </a:r>
            <a:endParaRPr lang="zh-CN" altLang="en-US" sz="800" dirty="0">
              <a:solidFill>
                <a:prstClr val="black"/>
              </a:solidFill>
            </a:endParaRPr>
          </a:p>
        </p:txBody>
      </p:sp>
      <p:sp>
        <p:nvSpPr>
          <p:cNvPr id="46" name="矩形 45">
            <a:extLst>
              <a:ext uri="{FF2B5EF4-FFF2-40B4-BE49-F238E27FC236}">
                <a16:creationId xmlns:a16="http://schemas.microsoft.com/office/drawing/2014/main" id="{F31A514C-73B4-4E7F-B735-CFBC2A88A2BA}"/>
              </a:ext>
            </a:extLst>
          </p:cNvPr>
          <p:cNvSpPr/>
          <p:nvPr/>
        </p:nvSpPr>
        <p:spPr bwMode="auto">
          <a:xfrm>
            <a:off x="3461467" y="4434799"/>
            <a:ext cx="862461" cy="417270"/>
          </a:xfrm>
          <a:prstGeom prst="rect">
            <a:avLst/>
          </a:prstGeom>
          <a:solidFill>
            <a:srgbClr val="D0E5FC"/>
          </a:solidFill>
          <a:ln w="3175" cap="flat" cmpd="sng" algn="ctr">
            <a:solidFill>
              <a:schemeClr val="tx1"/>
            </a:solidFill>
            <a:prstDash val="solid"/>
            <a:round/>
            <a:headEnd type="none" w="med" len="med"/>
            <a:tailEnd type="none" w="med" len="med"/>
          </a:ln>
        </p:spPr>
        <p:txBody>
          <a:bodyPr vert="horz" wrap="square" lIns="91440" tIns="45720" rIns="91440" bIns="45720" numCol="1" rtlCol="0" anchor="ctr" anchorCtr="0" compatLnSpc="1"/>
          <a:lstStyle/>
          <a:p>
            <a:pPr algn="ctr" fontAlgn="base">
              <a:spcBef>
                <a:spcPct val="0"/>
              </a:spcBef>
              <a:spcAft>
                <a:spcPct val="0"/>
              </a:spcAft>
              <a:defRPr/>
            </a:pPr>
            <a:r>
              <a:rPr lang="en-US" altLang="zh-CN" sz="800" dirty="0">
                <a:solidFill>
                  <a:prstClr val="black"/>
                </a:solidFill>
                <a:latin typeface="Arial" panose="020B0604020202020204" pitchFamily="34" charset="0"/>
                <a:ea typeface="宋体" panose="02010600030101010101" pitchFamily="2" charset="-122"/>
              </a:rPr>
              <a:t>System model</a:t>
            </a:r>
          </a:p>
          <a:p>
            <a:pPr algn="ctr" fontAlgn="base">
              <a:spcBef>
                <a:spcPct val="0"/>
              </a:spcBef>
              <a:spcAft>
                <a:spcPct val="0"/>
              </a:spcAft>
              <a:defRPr/>
            </a:pPr>
            <a:r>
              <a:rPr lang="en-US" altLang="zh-CN" sz="800" dirty="0">
                <a:solidFill>
                  <a:prstClr val="black"/>
                </a:solidFill>
              </a:rPr>
              <a:t>(BIP)</a:t>
            </a:r>
            <a:endParaRPr lang="zh-CN" altLang="en-US" sz="800" dirty="0">
              <a:solidFill>
                <a:prstClr val="black"/>
              </a:solidFill>
              <a:latin typeface="Arial" panose="020B0604020202020204" pitchFamily="34" charset="0"/>
              <a:ea typeface="宋体" panose="02010600030101010101" pitchFamily="2" charset="-122"/>
            </a:endParaRPr>
          </a:p>
        </p:txBody>
      </p:sp>
      <p:sp>
        <p:nvSpPr>
          <p:cNvPr id="47" name="矩形 46">
            <a:extLst>
              <a:ext uri="{FF2B5EF4-FFF2-40B4-BE49-F238E27FC236}">
                <a16:creationId xmlns:a16="http://schemas.microsoft.com/office/drawing/2014/main" id="{CF0E1BB5-88F7-4BD4-BBBB-A5DEA9DDEA99}"/>
              </a:ext>
            </a:extLst>
          </p:cNvPr>
          <p:cNvSpPr/>
          <p:nvPr/>
        </p:nvSpPr>
        <p:spPr bwMode="auto">
          <a:xfrm>
            <a:off x="4582915" y="5073088"/>
            <a:ext cx="865492" cy="432854"/>
          </a:xfrm>
          <a:prstGeom prst="rect">
            <a:avLst/>
          </a:prstGeom>
          <a:solidFill>
            <a:srgbClr val="D0E5FC"/>
          </a:solidFill>
          <a:ln w="3175" cap="flat" cmpd="sng" algn="ctr">
            <a:solidFill>
              <a:schemeClr val="tx1"/>
            </a:solidFill>
            <a:prstDash val="solid"/>
            <a:round/>
            <a:headEnd type="none" w="med" len="med"/>
            <a:tailEnd type="none" w="med" len="med"/>
          </a:ln>
        </p:spPr>
        <p:txBody>
          <a:bodyPr vert="horz" wrap="square" lIns="91440" tIns="45720" rIns="91440" bIns="45720" numCol="1" rtlCol="0" anchor="ctr" anchorCtr="0" compatLnSpc="1"/>
          <a:lstStyle/>
          <a:p>
            <a:pPr algn="ctr" fontAlgn="base">
              <a:spcBef>
                <a:spcPct val="0"/>
              </a:spcBef>
              <a:spcAft>
                <a:spcPct val="0"/>
              </a:spcAft>
              <a:defRPr/>
            </a:pPr>
            <a:r>
              <a:rPr lang="en-US" altLang="zh-CN" sz="800" dirty="0">
                <a:solidFill>
                  <a:prstClr val="black"/>
                </a:solidFill>
                <a:latin typeface="Arial" panose="020B0604020202020204" pitchFamily="34" charset="0"/>
                <a:ea typeface="宋体" panose="02010600030101010101" pitchFamily="2" charset="-122"/>
              </a:rPr>
              <a:t>System model </a:t>
            </a:r>
          </a:p>
          <a:p>
            <a:pPr algn="ctr" fontAlgn="base">
              <a:spcBef>
                <a:spcPct val="0"/>
              </a:spcBef>
              <a:spcAft>
                <a:spcPct val="0"/>
              </a:spcAft>
              <a:defRPr/>
            </a:pPr>
            <a:r>
              <a:rPr lang="en-US" altLang="zh-CN" sz="800" dirty="0">
                <a:solidFill>
                  <a:prstClr val="black"/>
                </a:solidFill>
                <a:latin typeface="Arial" panose="020B0604020202020204" pitchFamily="34" charset="0"/>
                <a:ea typeface="宋体" panose="02010600030101010101" pitchFamily="2" charset="-122"/>
              </a:rPr>
              <a:t>(NuXmv)</a:t>
            </a:r>
            <a:endParaRPr lang="zh-CN" altLang="en-US" sz="800" dirty="0">
              <a:solidFill>
                <a:prstClr val="black"/>
              </a:solidFill>
              <a:latin typeface="Arial" panose="020B0604020202020204" pitchFamily="34" charset="0"/>
              <a:ea typeface="宋体" panose="02010600030101010101" pitchFamily="2" charset="-122"/>
            </a:endParaRPr>
          </a:p>
        </p:txBody>
      </p:sp>
      <p:sp>
        <p:nvSpPr>
          <p:cNvPr id="49" name="矩形 48">
            <a:extLst>
              <a:ext uri="{FF2B5EF4-FFF2-40B4-BE49-F238E27FC236}">
                <a16:creationId xmlns:a16="http://schemas.microsoft.com/office/drawing/2014/main" id="{CC3C1DB9-907B-4F00-8BEF-620C841AE660}"/>
              </a:ext>
            </a:extLst>
          </p:cNvPr>
          <p:cNvSpPr/>
          <p:nvPr/>
        </p:nvSpPr>
        <p:spPr bwMode="auto">
          <a:xfrm>
            <a:off x="4582915" y="4434799"/>
            <a:ext cx="862461" cy="425063"/>
          </a:xfrm>
          <a:prstGeom prst="rect">
            <a:avLst/>
          </a:prstGeom>
          <a:solidFill>
            <a:srgbClr val="D0E5FC"/>
          </a:solidFill>
          <a:ln w="3175" cap="flat" cmpd="sng" algn="ctr">
            <a:solidFill>
              <a:schemeClr val="tx1"/>
            </a:solidFill>
            <a:prstDash val="solid"/>
            <a:round/>
            <a:headEnd type="none" w="med" len="med"/>
            <a:tailEnd type="none" w="med" len="med"/>
          </a:ln>
        </p:spPr>
        <p:txBody>
          <a:bodyPr vert="horz" wrap="square" lIns="91440" tIns="45720" rIns="91440" bIns="45720" numCol="1" rtlCol="0" anchor="ctr" anchorCtr="0" compatLnSpc="1"/>
          <a:lstStyle/>
          <a:p>
            <a:pPr algn="ctr" fontAlgn="base">
              <a:spcBef>
                <a:spcPct val="0"/>
              </a:spcBef>
              <a:spcAft>
                <a:spcPct val="0"/>
              </a:spcAft>
              <a:defRPr/>
            </a:pPr>
            <a:r>
              <a:rPr lang="en-US" altLang="zh-CN" sz="800" dirty="0">
                <a:solidFill>
                  <a:prstClr val="black"/>
                </a:solidFill>
                <a:latin typeface="Arial" panose="020B0604020202020204" pitchFamily="34" charset="0"/>
                <a:ea typeface="宋体" panose="02010600030101010101" pitchFamily="2" charset="-122"/>
              </a:rPr>
              <a:t>BIP tool-chain</a:t>
            </a:r>
            <a:endParaRPr lang="zh-CN" altLang="en-US" sz="800" dirty="0">
              <a:solidFill>
                <a:prstClr val="black"/>
              </a:solidFill>
              <a:latin typeface="Arial" panose="020B0604020202020204" pitchFamily="34" charset="0"/>
              <a:ea typeface="宋体" panose="02010600030101010101" pitchFamily="2" charset="-122"/>
            </a:endParaRPr>
          </a:p>
        </p:txBody>
      </p:sp>
      <p:sp>
        <p:nvSpPr>
          <p:cNvPr id="51" name="矩形 50">
            <a:extLst>
              <a:ext uri="{FF2B5EF4-FFF2-40B4-BE49-F238E27FC236}">
                <a16:creationId xmlns:a16="http://schemas.microsoft.com/office/drawing/2014/main" id="{07E87FBE-85CC-4980-A7D5-7939C5C743AC}"/>
              </a:ext>
            </a:extLst>
          </p:cNvPr>
          <p:cNvSpPr/>
          <p:nvPr/>
        </p:nvSpPr>
        <p:spPr bwMode="auto">
          <a:xfrm>
            <a:off x="7289876" y="5379383"/>
            <a:ext cx="820207" cy="432855"/>
          </a:xfrm>
          <a:prstGeom prst="rect">
            <a:avLst/>
          </a:prstGeom>
          <a:solidFill>
            <a:srgbClr val="D0E5FC"/>
          </a:solidFill>
          <a:ln w="3175" cap="flat" cmpd="sng" algn="ctr">
            <a:solidFill>
              <a:schemeClr val="tx1"/>
            </a:solidFill>
            <a:prstDash val="solid"/>
            <a:round/>
            <a:headEnd type="none" w="med" len="med"/>
            <a:tailEnd type="none" w="med" len="med"/>
          </a:ln>
        </p:spPr>
        <p:txBody>
          <a:bodyPr vert="horz" wrap="square" lIns="91440" tIns="45720" rIns="91440" bIns="45720" numCol="1" rtlCol="0" anchor="ctr" anchorCtr="0" compatLnSpc="1"/>
          <a:lstStyle/>
          <a:p>
            <a:pPr algn="ctr" fontAlgn="base">
              <a:spcBef>
                <a:spcPct val="0"/>
              </a:spcBef>
              <a:spcAft>
                <a:spcPct val="0"/>
              </a:spcAft>
              <a:defRPr/>
            </a:pPr>
            <a:r>
              <a:rPr lang="en-US" altLang="zh-CN" sz="800" dirty="0">
                <a:solidFill>
                  <a:prstClr val="black"/>
                </a:solidFill>
              </a:rPr>
              <a:t>NuXmv</a:t>
            </a:r>
            <a:r>
              <a:rPr lang="en-US" altLang="zh-CN" sz="800" dirty="0">
                <a:solidFill>
                  <a:prstClr val="black"/>
                </a:solidFill>
                <a:latin typeface="Arial" panose="020B0604020202020204" pitchFamily="34" charset="0"/>
                <a:ea typeface="宋体" panose="02010600030101010101" pitchFamily="2" charset="-122"/>
              </a:rPr>
              <a:t> </a:t>
            </a:r>
          </a:p>
          <a:p>
            <a:pPr algn="ctr" fontAlgn="base">
              <a:spcBef>
                <a:spcPct val="0"/>
              </a:spcBef>
              <a:spcAft>
                <a:spcPct val="0"/>
              </a:spcAft>
              <a:defRPr/>
            </a:pPr>
            <a:r>
              <a:rPr lang="en-US" altLang="zh-CN" sz="800" dirty="0">
                <a:solidFill>
                  <a:prstClr val="black"/>
                </a:solidFill>
                <a:latin typeface="Arial" panose="020B0604020202020204" pitchFamily="34" charset="0"/>
                <a:ea typeface="宋体" panose="02010600030101010101" pitchFamily="2" charset="-122"/>
              </a:rPr>
              <a:t>tool-chain</a:t>
            </a:r>
            <a:endParaRPr lang="zh-CN" altLang="en-US" sz="800" dirty="0">
              <a:solidFill>
                <a:prstClr val="black"/>
              </a:solidFill>
              <a:latin typeface="Arial" panose="020B0604020202020204" pitchFamily="34" charset="0"/>
              <a:ea typeface="宋体" panose="02010600030101010101" pitchFamily="2" charset="-122"/>
            </a:endParaRPr>
          </a:p>
        </p:txBody>
      </p:sp>
      <p:cxnSp>
        <p:nvCxnSpPr>
          <p:cNvPr id="52" name="直接箭头连接符 51">
            <a:extLst>
              <a:ext uri="{FF2B5EF4-FFF2-40B4-BE49-F238E27FC236}">
                <a16:creationId xmlns:a16="http://schemas.microsoft.com/office/drawing/2014/main" id="{2150FECB-854F-4498-8360-7F45151E4BA6}"/>
              </a:ext>
            </a:extLst>
          </p:cNvPr>
          <p:cNvCxnSpPr>
            <a:cxnSpLocks/>
            <a:stCxn id="45" idx="3"/>
            <a:endCxn id="46" idx="1"/>
          </p:cNvCxnSpPr>
          <p:nvPr/>
        </p:nvCxnSpPr>
        <p:spPr bwMode="auto">
          <a:xfrm>
            <a:off x="3202480" y="4643434"/>
            <a:ext cx="258987" cy="0"/>
          </a:xfrm>
          <a:prstGeom prst="straightConnector1">
            <a:avLst/>
          </a:prstGeom>
          <a:solidFill>
            <a:schemeClr val="accent1"/>
          </a:solidFill>
          <a:ln w="9525" cap="flat" cmpd="sng" algn="ctr">
            <a:solidFill>
              <a:schemeClr val="tx1"/>
            </a:solidFill>
            <a:prstDash val="solid"/>
            <a:round/>
            <a:headEnd type="none" w="med" len="med"/>
            <a:tailEnd type="triangle"/>
          </a:ln>
        </p:spPr>
      </p:cxnSp>
      <p:cxnSp>
        <p:nvCxnSpPr>
          <p:cNvPr id="54" name="直接箭头连接符 53">
            <a:extLst>
              <a:ext uri="{FF2B5EF4-FFF2-40B4-BE49-F238E27FC236}">
                <a16:creationId xmlns:a16="http://schemas.microsoft.com/office/drawing/2014/main" id="{C3D1DF74-45BE-47D6-AB3F-6B47667323B2}"/>
              </a:ext>
            </a:extLst>
          </p:cNvPr>
          <p:cNvCxnSpPr>
            <a:cxnSpLocks/>
            <a:stCxn id="43" idx="3"/>
            <a:endCxn id="44" idx="1"/>
          </p:cNvCxnSpPr>
          <p:nvPr/>
        </p:nvCxnSpPr>
        <p:spPr bwMode="auto">
          <a:xfrm flipV="1">
            <a:off x="4134500" y="5954589"/>
            <a:ext cx="448416" cy="2516"/>
          </a:xfrm>
          <a:prstGeom prst="straightConnector1">
            <a:avLst/>
          </a:prstGeom>
          <a:solidFill>
            <a:schemeClr val="accent1"/>
          </a:solidFill>
          <a:ln w="9525" cap="flat" cmpd="sng" algn="ctr">
            <a:solidFill>
              <a:schemeClr val="tx1"/>
            </a:solidFill>
            <a:prstDash val="solid"/>
            <a:round/>
            <a:headEnd type="none" w="med" len="med"/>
            <a:tailEnd type="triangle"/>
          </a:ln>
        </p:spPr>
      </p:cxnSp>
      <p:sp>
        <p:nvSpPr>
          <p:cNvPr id="57" name="矩形 56">
            <a:extLst>
              <a:ext uri="{FF2B5EF4-FFF2-40B4-BE49-F238E27FC236}">
                <a16:creationId xmlns:a16="http://schemas.microsoft.com/office/drawing/2014/main" id="{DC8C1EC1-97C9-43CF-BE21-C23750D27A38}"/>
              </a:ext>
            </a:extLst>
          </p:cNvPr>
          <p:cNvSpPr/>
          <p:nvPr/>
        </p:nvSpPr>
        <p:spPr bwMode="auto">
          <a:xfrm>
            <a:off x="8433550" y="4867453"/>
            <a:ext cx="1000988" cy="535573"/>
          </a:xfrm>
          <a:prstGeom prst="rect">
            <a:avLst/>
          </a:prstGeom>
          <a:solidFill>
            <a:srgbClr val="D0E5FC"/>
          </a:solidFill>
          <a:ln w="3175" cap="flat" cmpd="sng" algn="ctr">
            <a:solidFill>
              <a:schemeClr val="tx1"/>
            </a:solidFill>
            <a:prstDash val="solid"/>
            <a:round/>
            <a:headEnd type="none" w="med" len="med"/>
            <a:tailEnd type="none" w="med" len="med"/>
          </a:ln>
        </p:spPr>
        <p:txBody>
          <a:bodyPr vert="horz" wrap="square" lIns="91440" tIns="45720" rIns="91440" bIns="45720" numCol="1" rtlCol="0" anchor="ctr" anchorCtr="0" compatLnSpc="1"/>
          <a:lstStyle/>
          <a:p>
            <a:pPr algn="ctr" fontAlgn="base">
              <a:spcBef>
                <a:spcPct val="0"/>
              </a:spcBef>
              <a:spcAft>
                <a:spcPct val="0"/>
              </a:spcAft>
              <a:defRPr/>
            </a:pPr>
            <a:r>
              <a:rPr lang="en-US" altLang="zh-CN" sz="800" dirty="0">
                <a:solidFill>
                  <a:prstClr val="black"/>
                </a:solidFill>
                <a:latin typeface="Arial" panose="020B0604020202020204" pitchFamily="34" charset="0"/>
                <a:ea typeface="宋体" panose="02010600030101010101" pitchFamily="2" charset="-122"/>
              </a:rPr>
              <a:t>Validation and verification results</a:t>
            </a:r>
            <a:endParaRPr lang="zh-CN" altLang="en-US" sz="800" dirty="0">
              <a:solidFill>
                <a:prstClr val="black"/>
              </a:solidFill>
              <a:latin typeface="Arial" panose="020B0604020202020204" pitchFamily="34" charset="0"/>
              <a:ea typeface="宋体" panose="02010600030101010101" pitchFamily="2" charset="-122"/>
            </a:endParaRPr>
          </a:p>
        </p:txBody>
      </p:sp>
      <p:sp>
        <p:nvSpPr>
          <p:cNvPr id="58" name="矩形 57">
            <a:extLst>
              <a:ext uri="{FF2B5EF4-FFF2-40B4-BE49-F238E27FC236}">
                <a16:creationId xmlns:a16="http://schemas.microsoft.com/office/drawing/2014/main" id="{421D8374-4583-481F-86AC-B9FF1E55AD36}"/>
              </a:ext>
            </a:extLst>
          </p:cNvPr>
          <p:cNvSpPr/>
          <p:nvPr/>
        </p:nvSpPr>
        <p:spPr bwMode="auto">
          <a:xfrm>
            <a:off x="5939640" y="5322569"/>
            <a:ext cx="1065425" cy="549316"/>
          </a:xfrm>
          <a:prstGeom prst="rect">
            <a:avLst/>
          </a:prstGeom>
          <a:solidFill>
            <a:srgbClr val="D0E5FC"/>
          </a:solidFill>
          <a:ln w="3175" cap="flat" cmpd="sng" algn="ctr">
            <a:solidFill>
              <a:schemeClr val="tx1"/>
            </a:solidFill>
            <a:prstDash val="solid"/>
            <a:round/>
            <a:headEnd type="none" w="med" len="med"/>
            <a:tailEnd type="none" w="med" len="med"/>
          </a:ln>
        </p:spPr>
        <p:txBody>
          <a:bodyPr vert="horz" wrap="square" lIns="91440" tIns="45720" rIns="91440" bIns="45720" numCol="1" rtlCol="0" anchor="ctr" anchorCtr="0" compatLnSpc="1"/>
          <a:lstStyle/>
          <a:p>
            <a:pPr lvl="0" algn="ctr">
              <a:defRPr/>
            </a:pPr>
            <a:r>
              <a:rPr lang="en-US" altLang="zh-CN" sz="800" dirty="0">
                <a:solidFill>
                  <a:prstClr val="black"/>
                </a:solidFill>
              </a:rPr>
              <a:t>System model</a:t>
            </a:r>
          </a:p>
          <a:p>
            <a:pPr lvl="0" algn="ctr">
              <a:defRPr/>
            </a:pPr>
            <a:r>
              <a:rPr lang="en-US" altLang="zh-CN" sz="800" dirty="0">
                <a:solidFill>
                  <a:prstClr val="black"/>
                </a:solidFill>
              </a:rPr>
              <a:t>With specifications</a:t>
            </a:r>
          </a:p>
          <a:p>
            <a:pPr lvl="0" algn="ctr">
              <a:defRPr/>
            </a:pPr>
            <a:r>
              <a:rPr lang="en-US" altLang="zh-CN" sz="800" dirty="0">
                <a:solidFill>
                  <a:prstClr val="black"/>
                </a:solidFill>
              </a:rPr>
              <a:t>(NuXmv)</a:t>
            </a:r>
            <a:endParaRPr lang="zh-CN" altLang="en-US" sz="800" dirty="0">
              <a:solidFill>
                <a:prstClr val="black"/>
              </a:solidFill>
            </a:endParaRPr>
          </a:p>
        </p:txBody>
      </p:sp>
      <p:cxnSp>
        <p:nvCxnSpPr>
          <p:cNvPr id="60" name="直接箭头连接符 59">
            <a:extLst>
              <a:ext uri="{FF2B5EF4-FFF2-40B4-BE49-F238E27FC236}">
                <a16:creationId xmlns:a16="http://schemas.microsoft.com/office/drawing/2014/main" id="{3017D67C-B43F-4E51-B0EF-CFB9A6F0CE92}"/>
              </a:ext>
            </a:extLst>
          </p:cNvPr>
          <p:cNvCxnSpPr>
            <a:cxnSpLocks/>
            <a:stCxn id="58" idx="3"/>
            <a:endCxn id="51" idx="1"/>
          </p:cNvCxnSpPr>
          <p:nvPr/>
        </p:nvCxnSpPr>
        <p:spPr bwMode="auto">
          <a:xfrm flipV="1">
            <a:off x="7005065" y="5595811"/>
            <a:ext cx="284811" cy="1417"/>
          </a:xfrm>
          <a:prstGeom prst="straightConnector1">
            <a:avLst/>
          </a:prstGeom>
          <a:solidFill>
            <a:schemeClr val="accent1"/>
          </a:solidFill>
          <a:ln w="9525" cap="flat" cmpd="sng" algn="ctr">
            <a:solidFill>
              <a:schemeClr val="tx1"/>
            </a:solidFill>
            <a:prstDash val="solid"/>
            <a:round/>
            <a:headEnd type="none" w="med" len="med"/>
            <a:tailEnd type="triangle"/>
          </a:ln>
        </p:spPr>
      </p:cxnSp>
      <p:cxnSp>
        <p:nvCxnSpPr>
          <p:cNvPr id="61" name="连接符: 肘形 60">
            <a:extLst>
              <a:ext uri="{FF2B5EF4-FFF2-40B4-BE49-F238E27FC236}">
                <a16:creationId xmlns:a16="http://schemas.microsoft.com/office/drawing/2014/main" id="{196FF18F-2BA4-496E-B93C-A33BDC8FFC1C}"/>
              </a:ext>
            </a:extLst>
          </p:cNvPr>
          <p:cNvCxnSpPr>
            <a:endCxn id="47" idx="1"/>
          </p:cNvCxnSpPr>
          <p:nvPr/>
        </p:nvCxnSpPr>
        <p:spPr bwMode="auto">
          <a:xfrm rot="16200000" flipH="1">
            <a:off x="4175550" y="4882149"/>
            <a:ext cx="646081" cy="168651"/>
          </a:xfrm>
          <a:prstGeom prst="bentConnector2">
            <a:avLst/>
          </a:prstGeom>
          <a:solidFill>
            <a:schemeClr val="accent1"/>
          </a:solidFill>
          <a:ln w="9525" cap="flat" cmpd="sng" algn="ctr">
            <a:solidFill>
              <a:srgbClr val="FF0000"/>
            </a:solidFill>
            <a:prstDash val="solid"/>
            <a:round/>
            <a:headEnd type="none" w="med" len="med"/>
            <a:tailEnd type="triangle"/>
          </a:ln>
        </p:spPr>
      </p:cxnSp>
      <p:cxnSp>
        <p:nvCxnSpPr>
          <p:cNvPr id="62" name="连接符: 肘形 61">
            <a:extLst>
              <a:ext uri="{FF2B5EF4-FFF2-40B4-BE49-F238E27FC236}">
                <a16:creationId xmlns:a16="http://schemas.microsoft.com/office/drawing/2014/main" id="{2154AD1E-F8C2-4CFB-8948-D6AA9289D548}"/>
              </a:ext>
            </a:extLst>
          </p:cNvPr>
          <p:cNvCxnSpPr>
            <a:stCxn id="47" idx="3"/>
            <a:endCxn id="58" idx="1"/>
          </p:cNvCxnSpPr>
          <p:nvPr/>
        </p:nvCxnSpPr>
        <p:spPr bwMode="auto">
          <a:xfrm>
            <a:off x="5448407" y="5289515"/>
            <a:ext cx="491232" cy="307712"/>
          </a:xfrm>
          <a:prstGeom prst="bentConnector3">
            <a:avLst/>
          </a:prstGeom>
          <a:solidFill>
            <a:schemeClr val="accent1"/>
          </a:solidFill>
          <a:ln w="9525" cap="flat" cmpd="sng" algn="ctr">
            <a:solidFill>
              <a:schemeClr val="tx1"/>
            </a:solidFill>
            <a:prstDash val="solid"/>
            <a:round/>
            <a:headEnd type="none" w="med" len="med"/>
            <a:tailEnd type="triangle"/>
          </a:ln>
        </p:spPr>
      </p:cxnSp>
      <p:cxnSp>
        <p:nvCxnSpPr>
          <p:cNvPr id="65" name="连接符: 肘形 64">
            <a:extLst>
              <a:ext uri="{FF2B5EF4-FFF2-40B4-BE49-F238E27FC236}">
                <a16:creationId xmlns:a16="http://schemas.microsoft.com/office/drawing/2014/main" id="{53B0285E-97A7-45B2-9EEF-DE8B66461582}"/>
              </a:ext>
            </a:extLst>
          </p:cNvPr>
          <p:cNvCxnSpPr>
            <a:cxnSpLocks/>
            <a:stCxn id="44" idx="3"/>
          </p:cNvCxnSpPr>
          <p:nvPr/>
        </p:nvCxnSpPr>
        <p:spPr bwMode="auto">
          <a:xfrm flipV="1">
            <a:off x="5448407" y="5595813"/>
            <a:ext cx="244386" cy="358776"/>
          </a:xfrm>
          <a:prstGeom prst="bentConnector2">
            <a:avLst/>
          </a:prstGeom>
          <a:solidFill>
            <a:schemeClr val="accent1"/>
          </a:solidFill>
          <a:ln w="9525" cap="flat" cmpd="sng" algn="ctr">
            <a:solidFill>
              <a:schemeClr val="tx1"/>
            </a:solidFill>
            <a:prstDash val="solid"/>
            <a:round/>
            <a:headEnd type="none" w="med" len="med"/>
            <a:tailEnd type="none" w="med" len="med"/>
          </a:ln>
        </p:spPr>
      </p:cxnSp>
      <p:cxnSp>
        <p:nvCxnSpPr>
          <p:cNvPr id="66" name="连接符: 肘形 65">
            <a:extLst>
              <a:ext uri="{FF2B5EF4-FFF2-40B4-BE49-F238E27FC236}">
                <a16:creationId xmlns:a16="http://schemas.microsoft.com/office/drawing/2014/main" id="{08913F74-55A1-466B-A184-60FD1CD01BFC}"/>
              </a:ext>
            </a:extLst>
          </p:cNvPr>
          <p:cNvCxnSpPr>
            <a:stCxn id="49" idx="3"/>
            <a:endCxn id="57" idx="1"/>
          </p:cNvCxnSpPr>
          <p:nvPr/>
        </p:nvCxnSpPr>
        <p:spPr bwMode="auto">
          <a:xfrm>
            <a:off x="5445376" y="4647331"/>
            <a:ext cx="2988175" cy="487909"/>
          </a:xfrm>
          <a:prstGeom prst="bentConnector3">
            <a:avLst>
              <a:gd name="adj1" fmla="val 94148"/>
            </a:avLst>
          </a:prstGeom>
          <a:solidFill>
            <a:schemeClr val="accent1"/>
          </a:solidFill>
          <a:ln w="9525" cap="flat" cmpd="sng" algn="ctr">
            <a:solidFill>
              <a:schemeClr val="tx1"/>
            </a:solidFill>
            <a:prstDash val="solid"/>
            <a:round/>
            <a:headEnd type="none" w="med" len="med"/>
            <a:tailEnd type="triangle"/>
          </a:ln>
        </p:spPr>
      </p:cxnSp>
      <p:cxnSp>
        <p:nvCxnSpPr>
          <p:cNvPr id="67" name="连接符: 肘形 66">
            <a:extLst>
              <a:ext uri="{FF2B5EF4-FFF2-40B4-BE49-F238E27FC236}">
                <a16:creationId xmlns:a16="http://schemas.microsoft.com/office/drawing/2014/main" id="{67B9839B-9676-4D63-BEA5-407E95A4DCEA}"/>
              </a:ext>
            </a:extLst>
          </p:cNvPr>
          <p:cNvCxnSpPr>
            <a:cxnSpLocks/>
            <a:stCxn id="51" idx="3"/>
          </p:cNvCxnSpPr>
          <p:nvPr/>
        </p:nvCxnSpPr>
        <p:spPr bwMode="auto">
          <a:xfrm flipV="1">
            <a:off x="8110082" y="5135238"/>
            <a:ext cx="151068" cy="460572"/>
          </a:xfrm>
          <a:prstGeom prst="bentConnector2">
            <a:avLst/>
          </a:prstGeom>
          <a:solidFill>
            <a:schemeClr val="accent1"/>
          </a:solidFill>
          <a:ln w="9525" cap="flat" cmpd="sng" algn="ctr">
            <a:solidFill>
              <a:schemeClr val="tx1"/>
            </a:solidFill>
            <a:prstDash val="solid"/>
            <a:round/>
            <a:headEnd type="none" w="med" len="med"/>
            <a:tailEnd type="none" w="med" len="med"/>
          </a:ln>
        </p:spPr>
      </p:cxnSp>
      <p:cxnSp>
        <p:nvCxnSpPr>
          <p:cNvPr id="8" name="直接连接符 7">
            <a:extLst>
              <a:ext uri="{FF2B5EF4-FFF2-40B4-BE49-F238E27FC236}">
                <a16:creationId xmlns:a16="http://schemas.microsoft.com/office/drawing/2014/main" id="{0A33D197-1BB5-4D2E-8C05-6A96A5E49DED}"/>
              </a:ext>
            </a:extLst>
          </p:cNvPr>
          <p:cNvCxnSpPr>
            <a:stCxn id="46" idx="3"/>
          </p:cNvCxnSpPr>
          <p:nvPr/>
        </p:nvCxnSpPr>
        <p:spPr bwMode="auto">
          <a:xfrm flipV="1">
            <a:off x="4323928" y="4643432"/>
            <a:ext cx="90337" cy="2"/>
          </a:xfrm>
          <a:prstGeom prst="line">
            <a:avLst/>
          </a:prstGeom>
          <a:solidFill>
            <a:schemeClr val="accent1"/>
          </a:solidFill>
          <a:ln w="9525" cap="flat" cmpd="sng" algn="ctr">
            <a:solidFill>
              <a:srgbClr val="FF0000"/>
            </a:solidFill>
            <a:prstDash val="solid"/>
            <a:round/>
            <a:headEnd type="none" w="med" len="med"/>
            <a:tailEnd type="none" w="med" len="med"/>
          </a:ln>
        </p:spPr>
      </p:cxnSp>
      <p:cxnSp>
        <p:nvCxnSpPr>
          <p:cNvPr id="10" name="直接箭头连接符 9">
            <a:extLst>
              <a:ext uri="{FF2B5EF4-FFF2-40B4-BE49-F238E27FC236}">
                <a16:creationId xmlns:a16="http://schemas.microsoft.com/office/drawing/2014/main" id="{2461784B-F854-4A0D-B7FB-28FAE793A06C}"/>
              </a:ext>
            </a:extLst>
          </p:cNvPr>
          <p:cNvCxnSpPr>
            <a:endCxn id="49" idx="1"/>
          </p:cNvCxnSpPr>
          <p:nvPr/>
        </p:nvCxnSpPr>
        <p:spPr bwMode="auto">
          <a:xfrm>
            <a:off x="4414264" y="4643432"/>
            <a:ext cx="168650" cy="3898"/>
          </a:xfrm>
          <a:prstGeom prst="straightConnector1">
            <a:avLst/>
          </a:prstGeom>
          <a:solidFill>
            <a:schemeClr val="accent1"/>
          </a:solidFill>
          <a:ln w="9525" cap="flat" cmpd="sng" algn="ctr">
            <a:solidFill>
              <a:schemeClr val="tx1"/>
            </a:solidFill>
            <a:prstDash val="solid"/>
            <a:round/>
            <a:headEnd type="none" w="med" len="med"/>
            <a:tailEnd type="triangle"/>
          </a:ln>
        </p:spPr>
      </p:cxnSp>
    </p:spTree>
    <p:extLst>
      <p:ext uri="{BB962C8B-B14F-4D97-AF65-F5344CB8AC3E}">
        <p14:creationId xmlns:p14="http://schemas.microsoft.com/office/powerpoint/2010/main" val="75885469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97794" y="46038"/>
            <a:ext cx="9396412" cy="1143000"/>
          </a:xfrm>
        </p:spPr>
        <p:txBody>
          <a:bodyPr/>
          <a:lstStyle/>
          <a:p>
            <a:r>
              <a:rPr lang="en-US" altLang="zh-CN" dirty="0">
                <a:latin typeface="Times New Roman" panose="02020603050405020304" pitchFamily="18" charset="0"/>
                <a:cs typeface="Times New Roman" panose="02020603050405020304" pitchFamily="18" charset="0"/>
              </a:rPr>
              <a:t>Model Statistics</a:t>
            </a:r>
            <a:endParaRPr lang="zh-CN" altLang="en-US" dirty="0">
              <a:latin typeface="Times New Roman" panose="02020603050405020304" pitchFamily="18" charset="0"/>
              <a:cs typeface="Times New Roman" panose="02020603050405020304" pitchFamily="18" charset="0"/>
            </a:endParaRPr>
          </a:p>
        </p:txBody>
      </p:sp>
      <p:graphicFrame>
        <p:nvGraphicFramePr>
          <p:cNvPr id="3" name="表格 2">
            <a:extLst>
              <a:ext uri="{FF2B5EF4-FFF2-40B4-BE49-F238E27FC236}">
                <a16:creationId xmlns:a16="http://schemas.microsoft.com/office/drawing/2014/main" id="{319E4E10-F350-4986-ADFE-E95BECEDF078}"/>
              </a:ext>
            </a:extLst>
          </p:cNvPr>
          <p:cNvGraphicFramePr>
            <a:graphicFrameLocks noGrp="1"/>
          </p:cNvGraphicFramePr>
          <p:nvPr/>
        </p:nvGraphicFramePr>
        <p:xfrm>
          <a:off x="1900084" y="1963283"/>
          <a:ext cx="8554063" cy="2954412"/>
        </p:xfrm>
        <a:graphic>
          <a:graphicData uri="http://schemas.openxmlformats.org/drawingml/2006/table">
            <a:tbl>
              <a:tblPr firstRow="1" firstCol="1" bandRow="1"/>
              <a:tblGrid>
                <a:gridCol w="482148">
                  <a:extLst>
                    <a:ext uri="{9D8B030D-6E8A-4147-A177-3AD203B41FA5}">
                      <a16:colId xmlns:a16="http://schemas.microsoft.com/office/drawing/2014/main" val="3711780874"/>
                    </a:ext>
                  </a:extLst>
                </a:gridCol>
                <a:gridCol w="447436">
                  <a:extLst>
                    <a:ext uri="{9D8B030D-6E8A-4147-A177-3AD203B41FA5}">
                      <a16:colId xmlns:a16="http://schemas.microsoft.com/office/drawing/2014/main" val="2422730365"/>
                    </a:ext>
                  </a:extLst>
                </a:gridCol>
                <a:gridCol w="641449">
                  <a:extLst>
                    <a:ext uri="{9D8B030D-6E8A-4147-A177-3AD203B41FA5}">
                      <a16:colId xmlns:a16="http://schemas.microsoft.com/office/drawing/2014/main" val="2221439364"/>
                    </a:ext>
                  </a:extLst>
                </a:gridCol>
                <a:gridCol w="663784">
                  <a:extLst>
                    <a:ext uri="{9D8B030D-6E8A-4147-A177-3AD203B41FA5}">
                      <a16:colId xmlns:a16="http://schemas.microsoft.com/office/drawing/2014/main" val="2800199738"/>
                    </a:ext>
                  </a:extLst>
                </a:gridCol>
                <a:gridCol w="667455">
                  <a:extLst>
                    <a:ext uri="{9D8B030D-6E8A-4147-A177-3AD203B41FA5}">
                      <a16:colId xmlns:a16="http://schemas.microsoft.com/office/drawing/2014/main" val="137663847"/>
                    </a:ext>
                  </a:extLst>
                </a:gridCol>
                <a:gridCol w="725355">
                  <a:extLst>
                    <a:ext uri="{9D8B030D-6E8A-4147-A177-3AD203B41FA5}">
                      <a16:colId xmlns:a16="http://schemas.microsoft.com/office/drawing/2014/main" val="1193110450"/>
                    </a:ext>
                  </a:extLst>
                </a:gridCol>
                <a:gridCol w="847384">
                  <a:extLst>
                    <a:ext uri="{9D8B030D-6E8A-4147-A177-3AD203B41FA5}">
                      <a16:colId xmlns:a16="http://schemas.microsoft.com/office/drawing/2014/main" val="213251633"/>
                    </a:ext>
                  </a:extLst>
                </a:gridCol>
                <a:gridCol w="847384">
                  <a:extLst>
                    <a:ext uri="{9D8B030D-6E8A-4147-A177-3AD203B41FA5}">
                      <a16:colId xmlns:a16="http://schemas.microsoft.com/office/drawing/2014/main" val="2347939784"/>
                    </a:ext>
                  </a:extLst>
                </a:gridCol>
                <a:gridCol w="658512">
                  <a:extLst>
                    <a:ext uri="{9D8B030D-6E8A-4147-A177-3AD203B41FA5}">
                      <a16:colId xmlns:a16="http://schemas.microsoft.com/office/drawing/2014/main" val="3403055625"/>
                    </a:ext>
                  </a:extLst>
                </a:gridCol>
                <a:gridCol w="745262">
                  <a:extLst>
                    <a:ext uri="{9D8B030D-6E8A-4147-A177-3AD203B41FA5}">
                      <a16:colId xmlns:a16="http://schemas.microsoft.com/office/drawing/2014/main" val="1224118429"/>
                    </a:ext>
                  </a:extLst>
                </a:gridCol>
                <a:gridCol w="913947">
                  <a:extLst>
                    <a:ext uri="{9D8B030D-6E8A-4147-A177-3AD203B41FA5}">
                      <a16:colId xmlns:a16="http://schemas.microsoft.com/office/drawing/2014/main" val="1432656344"/>
                    </a:ext>
                  </a:extLst>
                </a:gridCol>
                <a:gridCol w="913947">
                  <a:extLst>
                    <a:ext uri="{9D8B030D-6E8A-4147-A177-3AD203B41FA5}">
                      <a16:colId xmlns:a16="http://schemas.microsoft.com/office/drawing/2014/main" val="4176833913"/>
                    </a:ext>
                  </a:extLst>
                </a:gridCol>
              </a:tblGrid>
              <a:tr h="519985">
                <a:tc gridSpan="2">
                  <a:txBody>
                    <a:bodyPr/>
                    <a:lstStyle/>
                    <a:p>
                      <a:pPr algn="ctr">
                        <a:spcAft>
                          <a:spcPts val="0"/>
                        </a:spcAft>
                      </a:pPr>
                      <a:r>
                        <a:rPr lang="en-US" sz="900" kern="100">
                          <a:effectLst/>
                          <a:latin typeface="等线" panose="02010600030101010101" pitchFamily="2" charset="-122"/>
                          <a:ea typeface="等线" panose="02010600030101010101" pitchFamily="2" charset="-122"/>
                          <a:cs typeface="Times New Roman" panose="02020603050405020304" pitchFamily="18" charset="0"/>
                        </a:rPr>
                        <a:t>Component Name</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a:txBody>
                    <a:bodyPr/>
                    <a:lstStyle/>
                    <a:p>
                      <a:pPr algn="ctr">
                        <a:spcAft>
                          <a:spcPts val="0"/>
                        </a:spcAft>
                      </a:pPr>
                      <a:r>
                        <a:rPr lang="en-US" sz="900" kern="100">
                          <a:effectLst/>
                          <a:latin typeface="等线" panose="02010600030101010101" pitchFamily="2" charset="-122"/>
                          <a:ea typeface="等线" panose="02010600030101010101" pitchFamily="2" charset="-122"/>
                          <a:cs typeface="Times New Roman" panose="02020603050405020304" pitchFamily="18" charset="0"/>
                        </a:rPr>
                        <a:t>Task</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dirty="0">
                          <a:effectLst/>
                          <a:latin typeface="等线" panose="02010600030101010101" pitchFamily="2" charset="-122"/>
                          <a:ea typeface="等线" panose="02010600030101010101" pitchFamily="2" charset="-122"/>
                          <a:cs typeface="Times New Roman" panose="02020603050405020304" pitchFamily="18" charset="0"/>
                        </a:rPr>
                        <a:t>BIT_enc</a:t>
                      </a:r>
                      <a:endParaRPr lang="zh-CN" sz="105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dirty="0">
                          <a:effectLst/>
                          <a:latin typeface="等线" panose="02010600030101010101" pitchFamily="2" charset="-122"/>
                          <a:ea typeface="等线" panose="02010600030101010101" pitchFamily="2" charset="-122"/>
                          <a:cs typeface="Times New Roman" panose="02020603050405020304" pitchFamily="18" charset="0"/>
                        </a:rPr>
                        <a:t>BIT_sin</a:t>
                      </a:r>
                      <a:endParaRPr lang="zh-CN" sz="105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dirty="0">
                          <a:effectLst/>
                          <a:latin typeface="等线" panose="02010600030101010101" pitchFamily="2" charset="-122"/>
                          <a:ea typeface="等线" panose="02010600030101010101" pitchFamily="2" charset="-122"/>
                          <a:cs typeface="Times New Roman" panose="02020603050405020304" pitchFamily="18" charset="0"/>
                        </a:rPr>
                        <a:t>BIT_cos</a:t>
                      </a:r>
                      <a:endParaRPr lang="zh-CN" sz="105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effectLst/>
                          <a:latin typeface="等线" panose="02010600030101010101" pitchFamily="2" charset="-122"/>
                          <a:ea typeface="等线" panose="02010600030101010101" pitchFamily="2" charset="-122"/>
                          <a:cs typeface="Times New Roman" panose="02020603050405020304" pitchFamily="18" charset="0"/>
                        </a:rPr>
                        <a:t>BIT_Decider</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effectLst/>
                          <a:latin typeface="等线" panose="02010600030101010101" pitchFamily="2" charset="-122"/>
                          <a:ea typeface="等线" panose="02010600030101010101" pitchFamily="2" charset="-122"/>
                          <a:cs typeface="Times New Roman" panose="02020603050405020304" pitchFamily="18" charset="0"/>
                        </a:rPr>
                        <a:t>Cal_Conv</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dirty="0">
                          <a:effectLst/>
                          <a:latin typeface="等线" panose="02010600030101010101" pitchFamily="2" charset="-122"/>
                          <a:ea typeface="等线" panose="02010600030101010101" pitchFamily="2" charset="-122"/>
                          <a:cs typeface="Times New Roman" panose="02020603050405020304" pitchFamily="18" charset="0"/>
                        </a:rPr>
                        <a:t>Extremum</a:t>
                      </a:r>
                      <a:endParaRPr lang="zh-CN" sz="105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dirty="0">
                          <a:effectLst/>
                          <a:latin typeface="等线" panose="02010600030101010101" pitchFamily="2" charset="-122"/>
                          <a:ea typeface="等线" panose="02010600030101010101" pitchFamily="2" charset="-122"/>
                          <a:cs typeface="Times New Roman" panose="02020603050405020304" pitchFamily="18" charset="0"/>
                        </a:rPr>
                        <a:t>Slo</a:t>
                      </a:r>
                      <a:r>
                        <a:rPr lang="en-US" altLang="zh-CN" sz="900" kern="100" dirty="0">
                          <a:effectLst/>
                          <a:latin typeface="等线" panose="02010600030101010101" pitchFamily="2" charset="-122"/>
                          <a:ea typeface="等线" panose="02010600030101010101" pitchFamily="2" charset="-122"/>
                          <a:cs typeface="Times New Roman" panose="02020603050405020304" pitchFamily="18" charset="0"/>
                        </a:rPr>
                        <a:t>pe</a:t>
                      </a:r>
                      <a:endParaRPr lang="zh-CN" sz="105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effectLst/>
                          <a:latin typeface="等线" panose="02010600030101010101" pitchFamily="2" charset="-122"/>
                          <a:ea typeface="等线" panose="02010600030101010101" pitchFamily="2" charset="-122"/>
                          <a:cs typeface="Times New Roman" panose="02020603050405020304" pitchFamily="18" charset="0"/>
                        </a:rPr>
                        <a:t>ES_Decider</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effectLst/>
                          <a:latin typeface="等线" panose="02010600030101010101" pitchFamily="2" charset="-122"/>
                          <a:ea typeface="等线" panose="02010600030101010101" pitchFamily="2" charset="-122"/>
                          <a:cs typeface="Times New Roman" panose="02020603050405020304" pitchFamily="18" charset="0"/>
                        </a:rPr>
                        <a:t>total</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73503039"/>
                  </a:ext>
                </a:extLst>
              </a:tr>
              <a:tr h="524511">
                <a:tc gridSpan="2">
                  <a:txBody>
                    <a:bodyPr/>
                    <a:lstStyle/>
                    <a:p>
                      <a:pPr algn="ctr">
                        <a:spcAft>
                          <a:spcPts val="0"/>
                        </a:spcAft>
                      </a:pPr>
                      <a:r>
                        <a:rPr lang="en-US" sz="900" kern="100" dirty="0">
                          <a:effectLst/>
                          <a:latin typeface="等线" panose="02010600030101010101" pitchFamily="2" charset="-122"/>
                          <a:ea typeface="等线" panose="02010600030101010101" pitchFamily="2" charset="-122"/>
                          <a:cs typeface="Times New Roman" panose="02020603050405020304" pitchFamily="18" charset="0"/>
                        </a:rPr>
                        <a:t>Number of control states</a:t>
                      </a:r>
                      <a:endParaRPr lang="zh-CN" sz="105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a:txBody>
                    <a:bodyPr/>
                    <a:lstStyle/>
                    <a:p>
                      <a:pPr algn="ctr">
                        <a:spcAft>
                          <a:spcPts val="0"/>
                        </a:spcAft>
                      </a:pPr>
                      <a:r>
                        <a:rPr lang="en-US" sz="900" kern="100">
                          <a:effectLst/>
                          <a:latin typeface="等线" panose="02010600030101010101" pitchFamily="2" charset="-122"/>
                          <a:ea typeface="等线" panose="02010600030101010101" pitchFamily="2" charset="-122"/>
                          <a:cs typeface="Times New Roman" panose="02020603050405020304" pitchFamily="18" charset="0"/>
                        </a:rPr>
                        <a:t>4</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effectLst/>
                          <a:latin typeface="等线" panose="02010600030101010101" pitchFamily="2" charset="-122"/>
                          <a:ea typeface="等线" panose="02010600030101010101" pitchFamily="2" charset="-122"/>
                          <a:cs typeface="Times New Roman" panose="02020603050405020304" pitchFamily="18" charset="0"/>
                        </a:rPr>
                        <a:t>6</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effectLst/>
                          <a:latin typeface="等线" panose="02010600030101010101" pitchFamily="2" charset="-122"/>
                          <a:ea typeface="等线" panose="02010600030101010101" pitchFamily="2" charset="-122"/>
                          <a:cs typeface="Times New Roman" panose="02020603050405020304" pitchFamily="18" charset="0"/>
                        </a:rPr>
                        <a:t>6</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effectLst/>
                          <a:latin typeface="等线" panose="02010600030101010101" pitchFamily="2" charset="-122"/>
                          <a:ea typeface="等线" panose="02010600030101010101" pitchFamily="2" charset="-122"/>
                          <a:cs typeface="Times New Roman" panose="02020603050405020304" pitchFamily="18" charset="0"/>
                        </a:rPr>
                        <a:t>6</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effectLst/>
                          <a:latin typeface="等线" panose="02010600030101010101" pitchFamily="2" charset="-122"/>
                          <a:ea typeface="等线" panose="02010600030101010101" pitchFamily="2" charset="-122"/>
                          <a:cs typeface="Times New Roman" panose="02020603050405020304" pitchFamily="18" charset="0"/>
                        </a:rPr>
                        <a:t>5</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effectLst/>
                          <a:latin typeface="等线" panose="02010600030101010101" pitchFamily="2" charset="-122"/>
                          <a:ea typeface="等线" panose="02010600030101010101" pitchFamily="2" charset="-122"/>
                          <a:cs typeface="Times New Roman" panose="02020603050405020304" pitchFamily="18" charset="0"/>
                        </a:rPr>
                        <a:t>3</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effectLst/>
                          <a:latin typeface="等线" panose="02010600030101010101" pitchFamily="2" charset="-122"/>
                          <a:ea typeface="等线" panose="02010600030101010101" pitchFamily="2" charset="-122"/>
                          <a:cs typeface="Times New Roman" panose="02020603050405020304" pitchFamily="18" charset="0"/>
                        </a:rPr>
                        <a:t>6</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effectLst/>
                          <a:latin typeface="等线" panose="02010600030101010101" pitchFamily="2" charset="-122"/>
                          <a:ea typeface="等线" panose="02010600030101010101" pitchFamily="2" charset="-122"/>
                          <a:cs typeface="Times New Roman" panose="02020603050405020304" pitchFamily="18" charset="0"/>
                        </a:rPr>
                        <a:t>9</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effectLst/>
                          <a:latin typeface="等线" panose="02010600030101010101" pitchFamily="2" charset="-122"/>
                          <a:ea typeface="等线" panose="02010600030101010101" pitchFamily="2" charset="-122"/>
                          <a:cs typeface="Times New Roman" panose="02020603050405020304" pitchFamily="18" charset="0"/>
                        </a:rPr>
                        <a:t>6</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dirty="0">
                          <a:effectLst/>
                          <a:latin typeface="等线" panose="02010600030101010101" pitchFamily="2" charset="-122"/>
                          <a:ea typeface="等线" panose="02010600030101010101" pitchFamily="2" charset="-122"/>
                          <a:cs typeface="Times New Roman" panose="02020603050405020304" pitchFamily="18" charset="0"/>
                        </a:rPr>
                        <a:t>4199040</a:t>
                      </a:r>
                      <a:endParaRPr lang="zh-CN" sz="105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90882042"/>
                  </a:ext>
                </a:extLst>
              </a:tr>
              <a:tr h="560438">
                <a:tc gridSpan="2">
                  <a:txBody>
                    <a:bodyPr/>
                    <a:lstStyle/>
                    <a:p>
                      <a:pPr algn="ctr">
                        <a:spcAft>
                          <a:spcPts val="0"/>
                        </a:spcAft>
                      </a:pPr>
                      <a:r>
                        <a:rPr lang="en-US" sz="900" kern="100" dirty="0">
                          <a:effectLst/>
                          <a:latin typeface="等线" panose="02010600030101010101" pitchFamily="2" charset="-122"/>
                          <a:ea typeface="等线" panose="02010600030101010101" pitchFamily="2" charset="-122"/>
                          <a:cs typeface="Times New Roman" panose="02020603050405020304" pitchFamily="18" charset="0"/>
                        </a:rPr>
                        <a:t>Number of variables</a:t>
                      </a:r>
                      <a:endParaRPr lang="zh-CN" sz="105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a:txBody>
                    <a:bodyPr/>
                    <a:lstStyle/>
                    <a:p>
                      <a:pPr algn="ctr">
                        <a:spcAft>
                          <a:spcPts val="0"/>
                        </a:spcAft>
                      </a:pPr>
                      <a:r>
                        <a:rPr lang="en-US" sz="900" kern="100">
                          <a:effectLst/>
                          <a:latin typeface="等线" panose="02010600030101010101" pitchFamily="2" charset="-122"/>
                          <a:ea typeface="等线" panose="02010600030101010101" pitchFamily="2" charset="-122"/>
                          <a:cs typeface="Times New Roman" panose="02020603050405020304" pitchFamily="18" charset="0"/>
                        </a:rPr>
                        <a:t>2</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effectLst/>
                          <a:latin typeface="等线" panose="02010600030101010101" pitchFamily="2" charset="-122"/>
                          <a:ea typeface="等线" panose="02010600030101010101" pitchFamily="2" charset="-122"/>
                          <a:cs typeface="Times New Roman" panose="02020603050405020304" pitchFamily="18" charset="0"/>
                        </a:rPr>
                        <a:t>5</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effectLst/>
                          <a:latin typeface="等线" panose="02010600030101010101" pitchFamily="2" charset="-122"/>
                          <a:ea typeface="等线" panose="02010600030101010101" pitchFamily="2" charset="-122"/>
                          <a:cs typeface="Times New Roman" panose="02020603050405020304" pitchFamily="18" charset="0"/>
                        </a:rPr>
                        <a:t>5</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effectLst/>
                          <a:latin typeface="等线" panose="02010600030101010101" pitchFamily="2" charset="-122"/>
                          <a:ea typeface="等线" panose="02010600030101010101" pitchFamily="2" charset="-122"/>
                          <a:cs typeface="Times New Roman" panose="02020603050405020304" pitchFamily="18" charset="0"/>
                        </a:rPr>
                        <a:t>5</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effectLst/>
                          <a:latin typeface="等线" panose="02010600030101010101" pitchFamily="2" charset="-122"/>
                          <a:ea typeface="等线" panose="02010600030101010101" pitchFamily="2" charset="-122"/>
                          <a:cs typeface="Times New Roman" panose="02020603050405020304" pitchFamily="18" charset="0"/>
                        </a:rPr>
                        <a:t>4</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effectLst/>
                          <a:latin typeface="等线" panose="02010600030101010101" pitchFamily="2" charset="-122"/>
                          <a:ea typeface="等线" panose="02010600030101010101" pitchFamily="2" charset="-122"/>
                          <a:cs typeface="Times New Roman" panose="02020603050405020304" pitchFamily="18" charset="0"/>
                        </a:rPr>
                        <a:t>3</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effectLst/>
                          <a:latin typeface="等线" panose="02010600030101010101" pitchFamily="2" charset="-122"/>
                          <a:ea typeface="等线" panose="02010600030101010101" pitchFamily="2" charset="-122"/>
                          <a:cs typeface="Times New Roman" panose="02020603050405020304" pitchFamily="18" charset="0"/>
                        </a:rPr>
                        <a:t>4</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effectLst/>
                          <a:latin typeface="等线" panose="02010600030101010101" pitchFamily="2" charset="-122"/>
                          <a:ea typeface="等线" panose="02010600030101010101" pitchFamily="2" charset="-122"/>
                          <a:cs typeface="Times New Roman" panose="02020603050405020304" pitchFamily="18" charset="0"/>
                        </a:rPr>
                        <a:t>5</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effectLst/>
                          <a:latin typeface="等线" panose="02010600030101010101" pitchFamily="2" charset="-122"/>
                          <a:ea typeface="等线" panose="02010600030101010101" pitchFamily="2" charset="-122"/>
                          <a:cs typeface="Times New Roman" panose="02020603050405020304" pitchFamily="18" charset="0"/>
                        </a:rPr>
                        <a:t>4</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dirty="0">
                          <a:effectLst/>
                          <a:latin typeface="等线" panose="02010600030101010101" pitchFamily="2" charset="-122"/>
                          <a:ea typeface="等线" panose="02010600030101010101" pitchFamily="2" charset="-122"/>
                          <a:cs typeface="Times New Roman" panose="02020603050405020304" pitchFamily="18" charset="0"/>
                        </a:rPr>
                        <a:t>37</a:t>
                      </a:r>
                      <a:endParaRPr lang="zh-CN" sz="105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51912337"/>
                  </a:ext>
                </a:extLst>
              </a:tr>
              <a:tr h="538316">
                <a:tc gridSpan="2">
                  <a:txBody>
                    <a:bodyPr/>
                    <a:lstStyle/>
                    <a:p>
                      <a:pPr algn="ctr">
                        <a:spcAft>
                          <a:spcPts val="0"/>
                        </a:spcAft>
                      </a:pPr>
                      <a:r>
                        <a:rPr lang="en-US" sz="900" kern="100" dirty="0">
                          <a:effectLst/>
                          <a:latin typeface="等线" panose="02010600030101010101" pitchFamily="2" charset="-122"/>
                          <a:ea typeface="等线" panose="02010600030101010101" pitchFamily="2" charset="-122"/>
                          <a:cs typeface="Times New Roman" panose="02020603050405020304" pitchFamily="18" charset="0"/>
                        </a:rPr>
                        <a:t>Number of transitions</a:t>
                      </a:r>
                      <a:endParaRPr lang="zh-CN" sz="105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a:txBody>
                    <a:bodyPr/>
                    <a:lstStyle/>
                    <a:p>
                      <a:pPr algn="ctr">
                        <a:spcAft>
                          <a:spcPts val="0"/>
                        </a:spcAft>
                      </a:pPr>
                      <a:r>
                        <a:rPr lang="en-US" sz="900" kern="100">
                          <a:effectLst/>
                          <a:latin typeface="等线" panose="02010600030101010101" pitchFamily="2" charset="-122"/>
                          <a:ea typeface="等线" panose="02010600030101010101" pitchFamily="2" charset="-122"/>
                          <a:cs typeface="Times New Roman" panose="02020603050405020304" pitchFamily="18" charset="0"/>
                        </a:rPr>
                        <a:t>5</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effectLst/>
                          <a:latin typeface="等线" panose="02010600030101010101" pitchFamily="2" charset="-122"/>
                          <a:ea typeface="等线" panose="02010600030101010101" pitchFamily="2" charset="-122"/>
                          <a:cs typeface="Times New Roman" panose="02020603050405020304" pitchFamily="18" charset="0"/>
                        </a:rPr>
                        <a:t>11</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effectLst/>
                          <a:latin typeface="等线" panose="02010600030101010101" pitchFamily="2" charset="-122"/>
                          <a:ea typeface="等线" panose="02010600030101010101" pitchFamily="2" charset="-122"/>
                          <a:cs typeface="Times New Roman" panose="02020603050405020304" pitchFamily="18" charset="0"/>
                        </a:rPr>
                        <a:t>11</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effectLst/>
                          <a:latin typeface="等线" panose="02010600030101010101" pitchFamily="2" charset="-122"/>
                          <a:ea typeface="等线" panose="02010600030101010101" pitchFamily="2" charset="-122"/>
                          <a:cs typeface="Times New Roman" panose="02020603050405020304" pitchFamily="18" charset="0"/>
                        </a:rPr>
                        <a:t>11</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effectLst/>
                          <a:latin typeface="等线" panose="02010600030101010101" pitchFamily="2" charset="-122"/>
                          <a:ea typeface="等线" panose="02010600030101010101" pitchFamily="2" charset="-122"/>
                          <a:cs typeface="Times New Roman" panose="02020603050405020304" pitchFamily="18" charset="0"/>
                        </a:rPr>
                        <a:t>7</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effectLst/>
                          <a:latin typeface="等线" panose="02010600030101010101" pitchFamily="2" charset="-122"/>
                          <a:ea typeface="等线" panose="02010600030101010101" pitchFamily="2" charset="-122"/>
                          <a:cs typeface="Times New Roman" panose="02020603050405020304" pitchFamily="18" charset="0"/>
                        </a:rPr>
                        <a:t>4</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effectLst/>
                          <a:latin typeface="等线" panose="02010600030101010101" pitchFamily="2" charset="-122"/>
                          <a:ea typeface="等线" panose="02010600030101010101" pitchFamily="2" charset="-122"/>
                          <a:cs typeface="Times New Roman" panose="02020603050405020304" pitchFamily="18" charset="0"/>
                        </a:rPr>
                        <a:t>10</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effectLst/>
                          <a:latin typeface="等线" panose="02010600030101010101" pitchFamily="2" charset="-122"/>
                          <a:ea typeface="等线" panose="02010600030101010101" pitchFamily="2" charset="-122"/>
                          <a:cs typeface="Times New Roman" panose="02020603050405020304" pitchFamily="18" charset="0"/>
                        </a:rPr>
                        <a:t>13</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effectLst/>
                          <a:latin typeface="等线" panose="02010600030101010101" pitchFamily="2" charset="-122"/>
                          <a:ea typeface="等线" panose="02010600030101010101" pitchFamily="2" charset="-122"/>
                          <a:cs typeface="Times New Roman" panose="02020603050405020304" pitchFamily="18" charset="0"/>
                        </a:rPr>
                        <a:t>8</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dirty="0">
                          <a:effectLst/>
                          <a:latin typeface="等线" panose="02010600030101010101" pitchFamily="2" charset="-122"/>
                          <a:ea typeface="等线" panose="02010600030101010101" pitchFamily="2" charset="-122"/>
                          <a:cs typeface="Times New Roman" panose="02020603050405020304" pitchFamily="18" charset="0"/>
                        </a:rPr>
                        <a:t>80</a:t>
                      </a:r>
                      <a:endParaRPr lang="zh-CN" sz="105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41688868"/>
                  </a:ext>
                </a:extLst>
              </a:tr>
              <a:tr h="398207">
                <a:tc rowSpan="2">
                  <a:txBody>
                    <a:bodyPr/>
                    <a:lstStyle/>
                    <a:p>
                      <a:pPr algn="ctr">
                        <a:spcAft>
                          <a:spcPts val="0"/>
                        </a:spcAft>
                      </a:pPr>
                      <a:r>
                        <a:rPr lang="en-US" sz="750" kern="100">
                          <a:effectLst/>
                          <a:latin typeface="等线" panose="02010600030101010101" pitchFamily="2" charset="-122"/>
                          <a:ea typeface="等线" panose="02010600030101010101" pitchFamily="2" charset="-122"/>
                          <a:cs typeface="Times New Roman" panose="02020603050405020304" pitchFamily="18" charset="0"/>
                        </a:rPr>
                        <a:t>Number of ports</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50" kern="100" dirty="0">
                          <a:effectLst/>
                          <a:latin typeface="等线" panose="02010600030101010101" pitchFamily="2" charset="-122"/>
                          <a:ea typeface="等线" panose="02010600030101010101" pitchFamily="2" charset="-122"/>
                          <a:cs typeface="Times New Roman" panose="02020603050405020304" pitchFamily="18" charset="0"/>
                        </a:rPr>
                        <a:t>internal</a:t>
                      </a:r>
                      <a:endParaRPr lang="zh-CN" sz="105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effectLst/>
                          <a:latin typeface="等线" panose="02010600030101010101" pitchFamily="2" charset="-122"/>
                          <a:ea typeface="等线" panose="02010600030101010101" pitchFamily="2" charset="-122"/>
                          <a:cs typeface="Times New Roman" panose="02020603050405020304" pitchFamily="18" charset="0"/>
                        </a:rPr>
                        <a:t>2</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effectLst/>
                          <a:latin typeface="等线" panose="02010600030101010101" pitchFamily="2" charset="-122"/>
                          <a:ea typeface="等线" panose="02010600030101010101" pitchFamily="2" charset="-122"/>
                          <a:cs typeface="Times New Roman" panose="02020603050405020304" pitchFamily="18" charset="0"/>
                        </a:rPr>
                        <a:t>6</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effectLst/>
                          <a:latin typeface="等线" panose="02010600030101010101" pitchFamily="2" charset="-122"/>
                          <a:ea typeface="等线" panose="02010600030101010101" pitchFamily="2" charset="-122"/>
                          <a:cs typeface="Times New Roman" panose="02020603050405020304" pitchFamily="18" charset="0"/>
                        </a:rPr>
                        <a:t>6</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effectLst/>
                          <a:latin typeface="等线" panose="02010600030101010101" pitchFamily="2" charset="-122"/>
                          <a:ea typeface="等线" panose="02010600030101010101" pitchFamily="2" charset="-122"/>
                          <a:cs typeface="Times New Roman" panose="02020603050405020304" pitchFamily="18" charset="0"/>
                        </a:rPr>
                        <a:t>6</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effectLst/>
                          <a:latin typeface="等线" panose="02010600030101010101" pitchFamily="2" charset="-122"/>
                          <a:ea typeface="等线" panose="02010600030101010101" pitchFamily="2" charset="-122"/>
                          <a:cs typeface="Times New Roman" panose="02020603050405020304" pitchFamily="18" charset="0"/>
                        </a:rPr>
                        <a:t>3</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effectLst/>
                          <a:latin typeface="等线" panose="02010600030101010101" pitchFamily="2" charset="-122"/>
                          <a:ea typeface="等线" panose="02010600030101010101" pitchFamily="2" charset="-122"/>
                          <a:cs typeface="Times New Roman" panose="02020603050405020304" pitchFamily="18" charset="0"/>
                        </a:rPr>
                        <a:t>1</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effectLst/>
                          <a:latin typeface="等线" panose="02010600030101010101" pitchFamily="2" charset="-122"/>
                          <a:ea typeface="等线" panose="02010600030101010101" pitchFamily="2" charset="-122"/>
                          <a:cs typeface="Times New Roman" panose="02020603050405020304" pitchFamily="18" charset="0"/>
                        </a:rPr>
                        <a:t>5</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effectLst/>
                          <a:latin typeface="等线" panose="02010600030101010101" pitchFamily="2" charset="-122"/>
                          <a:ea typeface="等线" panose="02010600030101010101" pitchFamily="2" charset="-122"/>
                          <a:cs typeface="Times New Roman" panose="02020603050405020304" pitchFamily="18" charset="0"/>
                        </a:rPr>
                        <a:t>6</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effectLst/>
                          <a:latin typeface="等线" panose="02010600030101010101" pitchFamily="2" charset="-122"/>
                          <a:ea typeface="等线" panose="02010600030101010101" pitchFamily="2" charset="-122"/>
                          <a:cs typeface="Times New Roman" panose="02020603050405020304" pitchFamily="18" charset="0"/>
                        </a:rPr>
                        <a:t>4</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effectLst/>
                          <a:latin typeface="等线" panose="02010600030101010101" pitchFamily="2" charset="-122"/>
                          <a:ea typeface="等线" panose="02010600030101010101" pitchFamily="2" charset="-122"/>
                          <a:cs typeface="Times New Roman" panose="02020603050405020304" pitchFamily="18" charset="0"/>
                        </a:rPr>
                        <a:t>39</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87976099"/>
                  </a:ext>
                </a:extLst>
              </a:tr>
              <a:tr h="412955">
                <a:tc vMerge="1">
                  <a:txBody>
                    <a:bodyPr/>
                    <a:lstStyle/>
                    <a:p>
                      <a:endParaRPr lang="zh-CN" altLang="en-US"/>
                    </a:p>
                  </a:txBody>
                  <a:tcPr/>
                </a:tc>
                <a:tc>
                  <a:txBody>
                    <a:bodyPr/>
                    <a:lstStyle/>
                    <a:p>
                      <a:pPr algn="ctr">
                        <a:spcAft>
                          <a:spcPts val="0"/>
                        </a:spcAft>
                      </a:pPr>
                      <a:r>
                        <a:rPr lang="en-US" sz="750" kern="100" dirty="0">
                          <a:effectLst/>
                          <a:latin typeface="等线" panose="02010600030101010101" pitchFamily="2" charset="-122"/>
                          <a:ea typeface="等线" panose="02010600030101010101" pitchFamily="2" charset="-122"/>
                          <a:cs typeface="Times New Roman" panose="02020603050405020304" pitchFamily="18" charset="0"/>
                        </a:rPr>
                        <a:t>export</a:t>
                      </a:r>
                      <a:endParaRPr lang="zh-CN" sz="105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effectLst/>
                          <a:latin typeface="等线" panose="02010600030101010101" pitchFamily="2" charset="-122"/>
                          <a:ea typeface="等线" panose="02010600030101010101" pitchFamily="2" charset="-122"/>
                          <a:cs typeface="Times New Roman" panose="02020603050405020304" pitchFamily="18" charset="0"/>
                        </a:rPr>
                        <a:t>2</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effectLst/>
                          <a:latin typeface="等线" panose="02010600030101010101" pitchFamily="2" charset="-122"/>
                          <a:ea typeface="等线" panose="02010600030101010101" pitchFamily="2" charset="-122"/>
                          <a:cs typeface="Times New Roman" panose="02020603050405020304" pitchFamily="18" charset="0"/>
                        </a:rPr>
                        <a:t>2</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effectLst/>
                          <a:latin typeface="等线" panose="02010600030101010101" pitchFamily="2" charset="-122"/>
                          <a:ea typeface="等线" panose="02010600030101010101" pitchFamily="2" charset="-122"/>
                          <a:cs typeface="Times New Roman" panose="02020603050405020304" pitchFamily="18" charset="0"/>
                        </a:rPr>
                        <a:t>2</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effectLst/>
                          <a:latin typeface="等线" panose="02010600030101010101" pitchFamily="2" charset="-122"/>
                          <a:ea typeface="等线" panose="02010600030101010101" pitchFamily="2" charset="-122"/>
                          <a:cs typeface="Times New Roman" panose="02020603050405020304" pitchFamily="18" charset="0"/>
                        </a:rPr>
                        <a:t>2</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effectLst/>
                          <a:latin typeface="等线" panose="02010600030101010101" pitchFamily="2" charset="-122"/>
                          <a:ea typeface="等线" panose="02010600030101010101" pitchFamily="2" charset="-122"/>
                          <a:cs typeface="Times New Roman" panose="02020603050405020304" pitchFamily="18" charset="0"/>
                        </a:rPr>
                        <a:t>2</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effectLst/>
                          <a:latin typeface="等线" panose="02010600030101010101" pitchFamily="2" charset="-122"/>
                          <a:ea typeface="等线" panose="02010600030101010101" pitchFamily="2" charset="-122"/>
                          <a:cs typeface="Times New Roman" panose="02020603050405020304" pitchFamily="18" charset="0"/>
                        </a:rPr>
                        <a:t>2</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effectLst/>
                          <a:latin typeface="等线" panose="02010600030101010101" pitchFamily="2" charset="-122"/>
                          <a:ea typeface="等线" panose="02010600030101010101" pitchFamily="2" charset="-122"/>
                          <a:cs typeface="Times New Roman" panose="02020603050405020304" pitchFamily="18" charset="0"/>
                        </a:rPr>
                        <a:t>2</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effectLst/>
                          <a:latin typeface="等线" panose="02010600030101010101" pitchFamily="2" charset="-122"/>
                          <a:ea typeface="等线" panose="02010600030101010101" pitchFamily="2" charset="-122"/>
                          <a:cs typeface="Times New Roman" panose="02020603050405020304" pitchFamily="18" charset="0"/>
                        </a:rPr>
                        <a:t>2</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effectLst/>
                          <a:latin typeface="等线" panose="02010600030101010101" pitchFamily="2" charset="-122"/>
                          <a:ea typeface="等线" panose="02010600030101010101" pitchFamily="2" charset="-122"/>
                          <a:cs typeface="Times New Roman" panose="02020603050405020304" pitchFamily="18" charset="0"/>
                        </a:rPr>
                        <a:t>2</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dirty="0">
                          <a:effectLst/>
                          <a:latin typeface="等线" panose="02010600030101010101" pitchFamily="2" charset="-122"/>
                          <a:ea typeface="等线" panose="02010600030101010101" pitchFamily="2" charset="-122"/>
                          <a:cs typeface="Times New Roman" panose="02020603050405020304" pitchFamily="18" charset="0"/>
                        </a:rPr>
                        <a:t>18</a:t>
                      </a:r>
                      <a:endParaRPr lang="zh-CN" sz="105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62953803"/>
                  </a:ext>
                </a:extLst>
              </a:tr>
            </a:tbl>
          </a:graphicData>
        </a:graphic>
      </p:graphicFrame>
      <p:graphicFrame>
        <p:nvGraphicFramePr>
          <p:cNvPr id="4" name="表格 3">
            <a:extLst>
              <a:ext uri="{FF2B5EF4-FFF2-40B4-BE49-F238E27FC236}">
                <a16:creationId xmlns:a16="http://schemas.microsoft.com/office/drawing/2014/main" id="{1745C2A9-665D-4202-A865-08E02814E878}"/>
              </a:ext>
            </a:extLst>
          </p:cNvPr>
          <p:cNvGraphicFramePr>
            <a:graphicFrameLocks noGrp="1"/>
          </p:cNvGraphicFramePr>
          <p:nvPr/>
        </p:nvGraphicFramePr>
        <p:xfrm>
          <a:off x="1900084" y="5125240"/>
          <a:ext cx="8554063" cy="548198"/>
        </p:xfrm>
        <a:graphic>
          <a:graphicData uri="http://schemas.openxmlformats.org/drawingml/2006/table">
            <a:tbl>
              <a:tblPr firstRow="1" firstCol="1" bandRow="1"/>
              <a:tblGrid>
                <a:gridCol w="1832577">
                  <a:extLst>
                    <a:ext uri="{9D8B030D-6E8A-4147-A177-3AD203B41FA5}">
                      <a16:colId xmlns:a16="http://schemas.microsoft.com/office/drawing/2014/main" val="1083186574"/>
                    </a:ext>
                  </a:extLst>
                </a:gridCol>
                <a:gridCol w="6721486">
                  <a:extLst>
                    <a:ext uri="{9D8B030D-6E8A-4147-A177-3AD203B41FA5}">
                      <a16:colId xmlns:a16="http://schemas.microsoft.com/office/drawing/2014/main" val="3311168891"/>
                    </a:ext>
                  </a:extLst>
                </a:gridCol>
              </a:tblGrid>
              <a:tr h="548198">
                <a:tc>
                  <a:txBody>
                    <a:bodyPr/>
                    <a:lstStyle/>
                    <a:p>
                      <a:pPr algn="ctr">
                        <a:spcAft>
                          <a:spcPts val="0"/>
                        </a:spcAft>
                      </a:pPr>
                      <a:r>
                        <a:rPr lang="en-US" sz="900" kern="100" dirty="0">
                          <a:effectLst/>
                          <a:latin typeface="等线" panose="02010600030101010101" pitchFamily="2" charset="-122"/>
                          <a:ea typeface="等线" panose="02010600030101010101" pitchFamily="2" charset="-122"/>
                          <a:cs typeface="Times New Roman" panose="02020603050405020304" pitchFamily="18" charset="0"/>
                        </a:rPr>
                        <a:t>Number of Connectors</a:t>
                      </a:r>
                      <a:endParaRPr lang="zh-CN" sz="105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dirty="0">
                          <a:effectLst/>
                          <a:latin typeface="等线" panose="02010600030101010101" pitchFamily="2" charset="-122"/>
                          <a:ea typeface="等线" panose="02010600030101010101" pitchFamily="2" charset="-122"/>
                          <a:cs typeface="Times New Roman" panose="02020603050405020304" pitchFamily="18" charset="0"/>
                        </a:rPr>
                        <a:t>6</a:t>
                      </a:r>
                      <a:endParaRPr lang="zh-CN" sz="105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68355673"/>
                  </a:ext>
                </a:extLst>
              </a:tr>
            </a:tbl>
          </a:graphicData>
        </a:graphic>
      </p:graphicFrame>
    </p:spTree>
    <p:extLst>
      <p:ext uri="{BB962C8B-B14F-4D97-AF65-F5344CB8AC3E}">
        <p14:creationId xmlns:p14="http://schemas.microsoft.com/office/powerpoint/2010/main" val="231368301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97794" y="46038"/>
            <a:ext cx="9550860" cy="1143000"/>
          </a:xfrm>
        </p:spPr>
        <p:txBody>
          <a:bodyPr>
            <a:normAutofit fontScale="90000"/>
          </a:bodyPr>
          <a:lstStyle/>
          <a:p>
            <a:r>
              <a:rPr lang="en-US" altLang="zh-CN" dirty="0">
                <a:latin typeface="Times New Roman" panose="02020603050405020304" pitchFamily="18" charset="0"/>
                <a:cs typeface="Times New Roman" panose="02020603050405020304" pitchFamily="18" charset="0"/>
              </a:rPr>
              <a:t>Generic Property: Reachability of control state</a:t>
            </a:r>
            <a:endParaRPr lang="zh-CN" altLang="en-US" dirty="0">
              <a:latin typeface="Times New Roman" panose="02020603050405020304" pitchFamily="18" charset="0"/>
              <a:cs typeface="Times New Roman" panose="02020603050405020304" pitchFamily="18" charset="0"/>
            </a:endParaRPr>
          </a:p>
        </p:txBody>
      </p:sp>
      <p:graphicFrame>
        <p:nvGraphicFramePr>
          <p:cNvPr id="5" name="表格 4">
            <a:extLst>
              <a:ext uri="{FF2B5EF4-FFF2-40B4-BE49-F238E27FC236}">
                <a16:creationId xmlns:a16="http://schemas.microsoft.com/office/drawing/2014/main" id="{CDA29DB4-0CDA-49E9-838E-73EE060E5F5F}"/>
              </a:ext>
            </a:extLst>
          </p:cNvPr>
          <p:cNvGraphicFramePr>
            <a:graphicFrameLocks noGrp="1"/>
          </p:cNvGraphicFramePr>
          <p:nvPr/>
        </p:nvGraphicFramePr>
        <p:xfrm>
          <a:off x="5022411" y="1935489"/>
          <a:ext cx="5789484" cy="3564890"/>
        </p:xfrm>
        <a:graphic>
          <a:graphicData uri="http://schemas.openxmlformats.org/drawingml/2006/table">
            <a:tbl>
              <a:tblPr firstRow="1" firstCol="1" bandRow="1"/>
              <a:tblGrid>
                <a:gridCol w="819278">
                  <a:extLst>
                    <a:ext uri="{9D8B030D-6E8A-4147-A177-3AD203B41FA5}">
                      <a16:colId xmlns:a16="http://schemas.microsoft.com/office/drawing/2014/main" val="3872591412"/>
                    </a:ext>
                  </a:extLst>
                </a:gridCol>
                <a:gridCol w="4970206">
                  <a:extLst>
                    <a:ext uri="{9D8B030D-6E8A-4147-A177-3AD203B41FA5}">
                      <a16:colId xmlns:a16="http://schemas.microsoft.com/office/drawing/2014/main" val="2149463063"/>
                    </a:ext>
                  </a:extLst>
                </a:gridCol>
              </a:tblGrid>
              <a:tr h="415925">
                <a:tc>
                  <a:txBody>
                    <a:bodyPr/>
                    <a:lstStyle/>
                    <a:p>
                      <a:pPr algn="ctr">
                        <a:spcAft>
                          <a:spcPts val="0"/>
                        </a:spcAft>
                      </a:pPr>
                      <a:r>
                        <a:rPr lang="en-US" sz="900" kern="100" dirty="0">
                          <a:effectLst/>
                          <a:latin typeface="等线" panose="02010600030101010101" pitchFamily="2" charset="-122"/>
                          <a:ea typeface="等线" panose="02010600030101010101" pitchFamily="2" charset="-122"/>
                          <a:cs typeface="Times New Roman" panose="02020603050405020304" pitchFamily="18" charset="0"/>
                        </a:rPr>
                        <a:t>Component name</a:t>
                      </a:r>
                      <a:endParaRPr lang="zh-CN" sz="105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effectLst/>
                          <a:latin typeface="等线" panose="02010600030101010101" pitchFamily="2" charset="-122"/>
                          <a:ea typeface="等线" panose="02010600030101010101" pitchFamily="2" charset="-122"/>
                          <a:cs typeface="Times New Roman" panose="02020603050405020304" pitchFamily="18" charset="0"/>
                        </a:rPr>
                        <a:t>State</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8039397"/>
                  </a:ext>
                </a:extLst>
              </a:tr>
              <a:tr h="349885">
                <a:tc>
                  <a:txBody>
                    <a:bodyPr/>
                    <a:lstStyle/>
                    <a:p>
                      <a:pPr algn="ctr">
                        <a:spcAft>
                          <a:spcPts val="0"/>
                        </a:spcAft>
                      </a:pPr>
                      <a:r>
                        <a:rPr lang="en-US" sz="900" kern="100">
                          <a:effectLst/>
                          <a:latin typeface="等线" panose="02010600030101010101" pitchFamily="2" charset="-122"/>
                          <a:ea typeface="等线" panose="02010600030101010101" pitchFamily="2" charset="-122"/>
                          <a:cs typeface="Times New Roman" panose="02020603050405020304" pitchFamily="18" charset="0"/>
                        </a:rPr>
                        <a:t>T1</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900" kern="100" dirty="0">
                          <a:solidFill>
                            <a:srgbClr val="00B050"/>
                          </a:solidFill>
                          <a:effectLst/>
                          <a:latin typeface="等线" panose="02010600030101010101" pitchFamily="2" charset="-122"/>
                          <a:ea typeface="等线" panose="02010600030101010101" pitchFamily="2" charset="-122"/>
                          <a:cs typeface="Times New Roman" panose="02020603050405020304" pitchFamily="18" charset="0"/>
                        </a:rPr>
                        <a:t>NuSWAIT NuSSTART NuSSEND NuSEND</a:t>
                      </a:r>
                      <a:endParaRPr lang="zh-CN" sz="1050" kern="100" dirty="0">
                        <a:solidFill>
                          <a:srgbClr val="00B050"/>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53602648"/>
                  </a:ext>
                </a:extLst>
              </a:tr>
              <a:tr h="349885">
                <a:tc>
                  <a:txBody>
                    <a:bodyPr/>
                    <a:lstStyle/>
                    <a:p>
                      <a:pPr algn="ctr">
                        <a:spcAft>
                          <a:spcPts val="0"/>
                        </a:spcAft>
                      </a:pPr>
                      <a:r>
                        <a:rPr lang="en-US" sz="900" kern="100">
                          <a:effectLst/>
                          <a:latin typeface="等线" panose="02010600030101010101" pitchFamily="2" charset="-122"/>
                          <a:ea typeface="等线" panose="02010600030101010101" pitchFamily="2" charset="-122"/>
                          <a:cs typeface="Times New Roman" panose="02020603050405020304" pitchFamily="18" charset="0"/>
                        </a:rPr>
                        <a:t>P1</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900" kern="100" dirty="0">
                          <a:solidFill>
                            <a:srgbClr val="00B050"/>
                          </a:solidFill>
                          <a:effectLst/>
                          <a:latin typeface="等线" panose="02010600030101010101" pitchFamily="2" charset="-122"/>
                          <a:ea typeface="等线" panose="02010600030101010101" pitchFamily="2" charset="-122"/>
                          <a:cs typeface="Times New Roman" panose="02020603050405020304" pitchFamily="18" charset="0"/>
                        </a:rPr>
                        <a:t>NuSSTART NuSWAIT NuSEXEC NuSS1 NuSS2 </a:t>
                      </a:r>
                      <a:r>
                        <a:rPr lang="en-US" sz="9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NuSEND</a:t>
                      </a:r>
                      <a:endParaRPr lang="zh-CN" sz="105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41203180"/>
                  </a:ext>
                </a:extLst>
              </a:tr>
              <a:tr h="349885">
                <a:tc>
                  <a:txBody>
                    <a:bodyPr/>
                    <a:lstStyle/>
                    <a:p>
                      <a:pPr algn="ctr">
                        <a:spcAft>
                          <a:spcPts val="0"/>
                        </a:spcAft>
                      </a:pPr>
                      <a:r>
                        <a:rPr lang="en-US" sz="900" kern="100">
                          <a:effectLst/>
                          <a:latin typeface="等线" panose="02010600030101010101" pitchFamily="2" charset="-122"/>
                          <a:ea typeface="等线" panose="02010600030101010101" pitchFamily="2" charset="-122"/>
                          <a:cs typeface="Times New Roman" panose="02020603050405020304" pitchFamily="18" charset="0"/>
                        </a:rPr>
                        <a:t>P2</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900" kern="100" dirty="0">
                          <a:solidFill>
                            <a:srgbClr val="00B050"/>
                          </a:solidFill>
                          <a:effectLst/>
                          <a:latin typeface="等线" panose="02010600030101010101" pitchFamily="2" charset="-122"/>
                          <a:ea typeface="等线" panose="02010600030101010101" pitchFamily="2" charset="-122"/>
                          <a:cs typeface="Times New Roman" panose="02020603050405020304" pitchFamily="18" charset="0"/>
                        </a:rPr>
                        <a:t>NuSSTART NuSWAIT NuSEXEC NuSS1 NuSS2 </a:t>
                      </a:r>
                      <a:r>
                        <a:rPr lang="en-US" sz="9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NuSEND</a:t>
                      </a:r>
                      <a:endParaRPr lang="zh-CN" sz="105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88827431"/>
                  </a:ext>
                </a:extLst>
              </a:tr>
              <a:tr h="349885">
                <a:tc>
                  <a:txBody>
                    <a:bodyPr/>
                    <a:lstStyle/>
                    <a:p>
                      <a:pPr algn="ctr">
                        <a:spcAft>
                          <a:spcPts val="0"/>
                        </a:spcAft>
                      </a:pPr>
                      <a:r>
                        <a:rPr lang="en-US" sz="900" kern="100">
                          <a:effectLst/>
                          <a:latin typeface="等线" panose="02010600030101010101" pitchFamily="2" charset="-122"/>
                          <a:ea typeface="等线" panose="02010600030101010101" pitchFamily="2" charset="-122"/>
                          <a:cs typeface="Times New Roman" panose="02020603050405020304" pitchFamily="18" charset="0"/>
                        </a:rPr>
                        <a:t>P3</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900" kern="100" dirty="0">
                          <a:solidFill>
                            <a:srgbClr val="00B050"/>
                          </a:solidFill>
                          <a:effectLst/>
                          <a:latin typeface="等线" panose="02010600030101010101" pitchFamily="2" charset="-122"/>
                          <a:ea typeface="等线" panose="02010600030101010101" pitchFamily="2" charset="-122"/>
                          <a:cs typeface="Times New Roman" panose="02020603050405020304" pitchFamily="18" charset="0"/>
                        </a:rPr>
                        <a:t>NuSSTART NuSWAIT NuSEXEC NuSS1 NuSS2 </a:t>
                      </a:r>
                      <a:r>
                        <a:rPr lang="en-US" sz="9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NuSEND</a:t>
                      </a:r>
                      <a:endParaRPr lang="zh-CN" sz="105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13909945"/>
                  </a:ext>
                </a:extLst>
              </a:tr>
              <a:tr h="349885">
                <a:tc>
                  <a:txBody>
                    <a:bodyPr/>
                    <a:lstStyle/>
                    <a:p>
                      <a:pPr algn="ctr">
                        <a:spcAft>
                          <a:spcPts val="0"/>
                        </a:spcAft>
                      </a:pPr>
                      <a:r>
                        <a:rPr lang="en-US" sz="900" kern="100">
                          <a:effectLst/>
                          <a:latin typeface="等线" panose="02010600030101010101" pitchFamily="2" charset="-122"/>
                          <a:ea typeface="等线" panose="02010600030101010101" pitchFamily="2" charset="-122"/>
                          <a:cs typeface="Times New Roman" panose="02020603050405020304" pitchFamily="18" charset="0"/>
                        </a:rPr>
                        <a:t>D1</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900" kern="100" dirty="0">
                          <a:solidFill>
                            <a:srgbClr val="00B050"/>
                          </a:solidFill>
                          <a:effectLst/>
                          <a:latin typeface="等线" panose="02010600030101010101" pitchFamily="2" charset="-122"/>
                          <a:ea typeface="等线" panose="02010600030101010101" pitchFamily="2" charset="-122"/>
                          <a:cs typeface="Times New Roman" panose="02020603050405020304" pitchFamily="18" charset="0"/>
                        </a:rPr>
                        <a:t>NuSSTART NuSWAIT NuSEXEC NuSS1 NuSS2</a:t>
                      </a:r>
                      <a:endParaRPr lang="zh-CN" sz="1050" kern="100" dirty="0">
                        <a:solidFill>
                          <a:srgbClr val="00B050"/>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46194222"/>
                  </a:ext>
                </a:extLst>
              </a:tr>
              <a:tr h="349885">
                <a:tc>
                  <a:txBody>
                    <a:bodyPr/>
                    <a:lstStyle/>
                    <a:p>
                      <a:pPr algn="ctr">
                        <a:spcAft>
                          <a:spcPts val="0"/>
                        </a:spcAft>
                      </a:pPr>
                      <a:r>
                        <a:rPr lang="en-US" sz="900" kern="100">
                          <a:effectLst/>
                          <a:latin typeface="等线" panose="02010600030101010101" pitchFamily="2" charset="-122"/>
                          <a:ea typeface="等线" panose="02010600030101010101" pitchFamily="2" charset="-122"/>
                          <a:cs typeface="Times New Roman" panose="02020603050405020304" pitchFamily="18" charset="0"/>
                        </a:rPr>
                        <a:t>C1</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900" kern="100" dirty="0">
                          <a:solidFill>
                            <a:srgbClr val="00B050"/>
                          </a:solidFill>
                          <a:effectLst/>
                          <a:latin typeface="等线" panose="02010600030101010101" pitchFamily="2" charset="-122"/>
                          <a:ea typeface="等线" panose="02010600030101010101" pitchFamily="2" charset="-122"/>
                          <a:cs typeface="Times New Roman" panose="02020603050405020304" pitchFamily="18" charset="0"/>
                        </a:rPr>
                        <a:t>NuSSTART NuSEXEC NuSEND</a:t>
                      </a:r>
                      <a:endParaRPr lang="zh-CN" sz="1050" kern="100" dirty="0">
                        <a:solidFill>
                          <a:srgbClr val="00B050"/>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33619730"/>
                  </a:ext>
                </a:extLst>
              </a:tr>
              <a:tr h="349885">
                <a:tc>
                  <a:txBody>
                    <a:bodyPr/>
                    <a:lstStyle/>
                    <a:p>
                      <a:pPr algn="ctr">
                        <a:spcAft>
                          <a:spcPts val="0"/>
                        </a:spcAft>
                      </a:pPr>
                      <a:r>
                        <a:rPr lang="en-US" sz="900" kern="100">
                          <a:effectLst/>
                          <a:latin typeface="等线" panose="02010600030101010101" pitchFamily="2" charset="-122"/>
                          <a:ea typeface="等线" panose="02010600030101010101" pitchFamily="2" charset="-122"/>
                          <a:cs typeface="Times New Roman" panose="02020603050405020304" pitchFamily="18" charset="0"/>
                        </a:rPr>
                        <a:t>E1</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900" kern="100" dirty="0">
                          <a:solidFill>
                            <a:srgbClr val="00B050"/>
                          </a:solidFill>
                          <a:effectLst/>
                          <a:latin typeface="等线" panose="02010600030101010101" pitchFamily="2" charset="-122"/>
                          <a:ea typeface="等线" panose="02010600030101010101" pitchFamily="2" charset="-122"/>
                          <a:cs typeface="Times New Roman" panose="02020603050405020304" pitchFamily="18" charset="0"/>
                        </a:rPr>
                        <a:t>NuSSTART NuSWAIT NuSEXEC NuSS1 NuSS2 NuSEND</a:t>
                      </a:r>
                      <a:endParaRPr lang="zh-CN" sz="1050" kern="100" dirty="0">
                        <a:solidFill>
                          <a:srgbClr val="00B050"/>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09426202"/>
                  </a:ext>
                </a:extLst>
              </a:tr>
              <a:tr h="349885">
                <a:tc>
                  <a:txBody>
                    <a:bodyPr/>
                    <a:lstStyle/>
                    <a:p>
                      <a:pPr algn="ctr">
                        <a:spcAft>
                          <a:spcPts val="0"/>
                        </a:spcAft>
                      </a:pPr>
                      <a:r>
                        <a:rPr lang="en-US" sz="900" kern="100">
                          <a:effectLst/>
                          <a:latin typeface="等线" panose="02010600030101010101" pitchFamily="2" charset="-122"/>
                          <a:ea typeface="等线" panose="02010600030101010101" pitchFamily="2" charset="-122"/>
                          <a:cs typeface="Times New Roman" panose="02020603050405020304" pitchFamily="18" charset="0"/>
                        </a:rPr>
                        <a:t>S1</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900" kern="100" dirty="0">
                          <a:solidFill>
                            <a:srgbClr val="00B050"/>
                          </a:solidFill>
                          <a:effectLst/>
                          <a:latin typeface="等线" panose="02010600030101010101" pitchFamily="2" charset="-122"/>
                          <a:ea typeface="等线" panose="02010600030101010101" pitchFamily="2" charset="-122"/>
                          <a:cs typeface="Times New Roman" panose="02020603050405020304" pitchFamily="18" charset="0"/>
                        </a:rPr>
                        <a:t>NuSSTART NuSWAIT NuSWAIT1 NuSWAIT2 NuSWAIT3 NuSEXEC NuSS1 NuS22 </a:t>
                      </a:r>
                      <a:r>
                        <a:rPr lang="en-US" sz="9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NuSEND</a:t>
                      </a:r>
                      <a:endParaRPr lang="zh-CN" sz="105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44968891"/>
                  </a:ext>
                </a:extLst>
              </a:tr>
              <a:tr h="349885">
                <a:tc>
                  <a:txBody>
                    <a:bodyPr/>
                    <a:lstStyle/>
                    <a:p>
                      <a:pPr algn="ctr">
                        <a:spcAft>
                          <a:spcPts val="0"/>
                        </a:spcAft>
                      </a:pPr>
                      <a:r>
                        <a:rPr lang="en-US" sz="900" kern="100">
                          <a:effectLst/>
                          <a:latin typeface="等线" panose="02010600030101010101" pitchFamily="2" charset="-122"/>
                          <a:ea typeface="等线" panose="02010600030101010101" pitchFamily="2" charset="-122"/>
                          <a:cs typeface="Times New Roman" panose="02020603050405020304" pitchFamily="18" charset="0"/>
                        </a:rPr>
                        <a:t>D2</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900" kern="100" dirty="0">
                          <a:solidFill>
                            <a:srgbClr val="00B050"/>
                          </a:solidFill>
                          <a:effectLst/>
                          <a:latin typeface="等线" panose="02010600030101010101" pitchFamily="2" charset="-122"/>
                          <a:ea typeface="等线" panose="02010600030101010101" pitchFamily="2" charset="-122"/>
                          <a:cs typeface="Times New Roman" panose="02020603050405020304" pitchFamily="18" charset="0"/>
                        </a:rPr>
                        <a:t>NuSSTART NuSWAIT NuSWAIT1 NuSEXEC NuSS1 NuSS2</a:t>
                      </a:r>
                      <a:endParaRPr lang="zh-CN" sz="1050" kern="100" dirty="0">
                        <a:solidFill>
                          <a:srgbClr val="00B050"/>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7215714"/>
                  </a:ext>
                </a:extLst>
              </a:tr>
            </a:tbl>
          </a:graphicData>
        </a:graphic>
      </p:graphicFrame>
      <p:sp>
        <p:nvSpPr>
          <p:cNvPr id="6" name="矩形 5">
            <a:extLst>
              <a:ext uri="{FF2B5EF4-FFF2-40B4-BE49-F238E27FC236}">
                <a16:creationId xmlns:a16="http://schemas.microsoft.com/office/drawing/2014/main" id="{573C0B9A-0122-4F68-93D7-8303D9326426}"/>
              </a:ext>
            </a:extLst>
          </p:cNvPr>
          <p:cNvSpPr/>
          <p:nvPr/>
        </p:nvSpPr>
        <p:spPr bwMode="auto">
          <a:xfrm>
            <a:off x="5546722" y="5878573"/>
            <a:ext cx="58993" cy="73742"/>
          </a:xfrm>
          <a:prstGeom prst="rect">
            <a:avLst/>
          </a:prstGeom>
          <a:solidFill>
            <a:srgbClr val="00B050"/>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fontAlgn="base">
              <a:spcBef>
                <a:spcPct val="0"/>
              </a:spcBef>
              <a:spcAft>
                <a:spcPct val="0"/>
              </a:spcAft>
            </a:pPr>
            <a:endParaRPr lang="zh-CN" altLang="en-US" b="1">
              <a:latin typeface="Arial" panose="020B0604020202020204" pitchFamily="34" charset="0"/>
            </a:endParaRPr>
          </a:p>
        </p:txBody>
      </p:sp>
      <p:sp>
        <p:nvSpPr>
          <p:cNvPr id="7" name="文本框 6">
            <a:extLst>
              <a:ext uri="{FF2B5EF4-FFF2-40B4-BE49-F238E27FC236}">
                <a16:creationId xmlns:a16="http://schemas.microsoft.com/office/drawing/2014/main" id="{F47712D7-ACB8-4562-8B74-B84C3B5B5731}"/>
              </a:ext>
            </a:extLst>
          </p:cNvPr>
          <p:cNvSpPr txBox="1"/>
          <p:nvPr/>
        </p:nvSpPr>
        <p:spPr>
          <a:xfrm>
            <a:off x="5682174" y="5838500"/>
            <a:ext cx="579844" cy="153888"/>
          </a:xfrm>
          <a:prstGeom prst="rect">
            <a:avLst/>
          </a:prstGeom>
          <a:noFill/>
        </p:spPr>
        <p:txBody>
          <a:bodyPr wrap="square" lIns="0" tIns="0" rIns="0" bIns="0" rtlCol="0">
            <a:spAutoFit/>
          </a:bodyPr>
          <a:lstStyle/>
          <a:p>
            <a:r>
              <a:rPr lang="en-US" altLang="zh-CN" sz="1000" i="1" dirty="0">
                <a:latin typeface="Cambria Math" panose="02040503050406030204" pitchFamily="18" charset="0"/>
              </a:rPr>
              <a:t>Reachable</a:t>
            </a:r>
            <a:endParaRPr lang="zh-CN" altLang="en-US" sz="1000" i="1" dirty="0">
              <a:latin typeface="Cambria Math" panose="02040503050406030204" pitchFamily="18" charset="0"/>
            </a:endParaRPr>
          </a:p>
        </p:txBody>
      </p:sp>
      <p:sp>
        <p:nvSpPr>
          <p:cNvPr id="8" name="矩形 7">
            <a:extLst>
              <a:ext uri="{FF2B5EF4-FFF2-40B4-BE49-F238E27FC236}">
                <a16:creationId xmlns:a16="http://schemas.microsoft.com/office/drawing/2014/main" id="{23CE75A5-B054-46DD-889A-D9A09A2620DB}"/>
              </a:ext>
            </a:extLst>
          </p:cNvPr>
          <p:cNvSpPr/>
          <p:nvPr/>
        </p:nvSpPr>
        <p:spPr bwMode="auto">
          <a:xfrm>
            <a:off x="6669494" y="5880287"/>
            <a:ext cx="58993" cy="73742"/>
          </a:xfrm>
          <a:prstGeom prst="rect">
            <a:avLst/>
          </a:prstGeom>
          <a:solidFill>
            <a:srgbClr val="FF0000"/>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fontAlgn="base">
              <a:spcBef>
                <a:spcPct val="0"/>
              </a:spcBef>
              <a:spcAft>
                <a:spcPct val="0"/>
              </a:spcAft>
            </a:pPr>
            <a:endParaRPr lang="zh-CN" altLang="en-US" b="1">
              <a:latin typeface="Arial" panose="020B0604020202020204" pitchFamily="34" charset="0"/>
            </a:endParaRPr>
          </a:p>
        </p:txBody>
      </p:sp>
      <p:sp>
        <p:nvSpPr>
          <p:cNvPr id="9" name="文本框 8">
            <a:extLst>
              <a:ext uri="{FF2B5EF4-FFF2-40B4-BE49-F238E27FC236}">
                <a16:creationId xmlns:a16="http://schemas.microsoft.com/office/drawing/2014/main" id="{68BD63BC-5741-4648-BF3C-FE4599C1A263}"/>
              </a:ext>
            </a:extLst>
          </p:cNvPr>
          <p:cNvSpPr txBox="1"/>
          <p:nvPr/>
        </p:nvSpPr>
        <p:spPr>
          <a:xfrm>
            <a:off x="6804945" y="5840215"/>
            <a:ext cx="3630868" cy="153888"/>
          </a:xfrm>
          <a:prstGeom prst="rect">
            <a:avLst/>
          </a:prstGeom>
          <a:noFill/>
        </p:spPr>
        <p:txBody>
          <a:bodyPr wrap="square" lIns="0" tIns="0" rIns="0" bIns="0" rtlCol="0">
            <a:spAutoFit/>
          </a:bodyPr>
          <a:lstStyle/>
          <a:p>
            <a:r>
              <a:rPr lang="en-US" altLang="zh-CN" sz="1000" i="1" dirty="0">
                <a:latin typeface="Cambria Math" panose="02040503050406030204" pitchFamily="18" charset="0"/>
              </a:rPr>
              <a:t>Can’t judge the Reachability in a short time (an hour or 30 bounds)</a:t>
            </a:r>
            <a:endParaRPr lang="zh-CN" altLang="en-US" sz="1000" i="1" dirty="0">
              <a:latin typeface="Cambria Math" panose="02040503050406030204" pitchFamily="18" charset="0"/>
            </a:endParaRPr>
          </a:p>
        </p:txBody>
      </p:sp>
      <p:sp>
        <p:nvSpPr>
          <p:cNvPr id="10" name="文本框 9">
            <a:extLst>
              <a:ext uri="{FF2B5EF4-FFF2-40B4-BE49-F238E27FC236}">
                <a16:creationId xmlns:a16="http://schemas.microsoft.com/office/drawing/2014/main" id="{4A943641-EE7A-49B3-984C-773D5E2EFB9C}"/>
              </a:ext>
            </a:extLst>
          </p:cNvPr>
          <p:cNvSpPr txBox="1"/>
          <p:nvPr/>
        </p:nvSpPr>
        <p:spPr>
          <a:xfrm>
            <a:off x="1078913" y="2035766"/>
            <a:ext cx="3772848" cy="3108543"/>
          </a:xfrm>
          <a:prstGeom prst="rect">
            <a:avLst/>
          </a:prstGeom>
          <a:noFill/>
        </p:spPr>
        <p:txBody>
          <a:bodyPr wrap="square" lIns="0" tIns="0" rIns="0" bIns="0" rtlCol="0">
            <a:spAutoFit/>
          </a:bodyPr>
          <a:lstStyle/>
          <a:p>
            <a:r>
              <a:rPr lang="en-US" altLang="zh-CN" sz="1400" kern="100" dirty="0">
                <a:latin typeface="等线" panose="02010600030101010101" pitchFamily="2" charset="-122"/>
                <a:ea typeface="等线" panose="02010600030101010101" pitchFamily="2" charset="-122"/>
                <a:cs typeface="Times New Roman" panose="02020603050405020304" pitchFamily="18" charset="0"/>
              </a:rPr>
              <a:t>OS:</a:t>
            </a:r>
            <a:r>
              <a:rPr lang="zh-CN" altLang="en-US" sz="1400" kern="100" dirty="0">
                <a:latin typeface="等线" panose="02010600030101010101" pitchFamily="2" charset="-122"/>
                <a:ea typeface="等线" panose="02010600030101010101" pitchFamily="2" charset="-122"/>
                <a:cs typeface="Times New Roman" panose="02020603050405020304" pitchFamily="18" charset="0"/>
              </a:rPr>
              <a:t> </a:t>
            </a:r>
            <a:r>
              <a:rPr lang="en-US" altLang="zh-CN" sz="1400" kern="100" dirty="0">
                <a:latin typeface="等线" panose="02010600030101010101" pitchFamily="2" charset="-122"/>
                <a:ea typeface="等线" panose="02010600030101010101" pitchFamily="2" charset="-122"/>
                <a:cs typeface="Times New Roman" panose="02020603050405020304" pitchFamily="18" charset="0"/>
              </a:rPr>
              <a:t>Ubuntu 14.04.6 LTS</a:t>
            </a:r>
          </a:p>
          <a:p>
            <a:r>
              <a:rPr lang="en-US" altLang="zh-CN" sz="1400" kern="100" dirty="0">
                <a:latin typeface="等线" panose="02010600030101010101" pitchFamily="2" charset="-122"/>
                <a:ea typeface="等线" panose="02010600030101010101" pitchFamily="2" charset="-122"/>
                <a:cs typeface="Times New Roman" panose="02020603050405020304" pitchFamily="18" charset="0"/>
              </a:rPr>
              <a:t>BIP version: BIP  2015.04 –RC7</a:t>
            </a:r>
          </a:p>
          <a:p>
            <a:r>
              <a:rPr lang="en-US" altLang="zh-CN" sz="1400" kern="100" dirty="0">
                <a:latin typeface="等线" panose="02010600030101010101" pitchFamily="2" charset="-122"/>
                <a:ea typeface="等线" panose="02010600030101010101" pitchFamily="2" charset="-122"/>
                <a:cs typeface="Times New Roman" panose="02020603050405020304" pitchFamily="18" charset="0"/>
              </a:rPr>
              <a:t>NuXmv version: NuXmv 1.1.1 –Linux</a:t>
            </a:r>
          </a:p>
          <a:p>
            <a:endParaRPr lang="en-US" altLang="zh-CN" sz="1400" kern="100" dirty="0">
              <a:latin typeface="等线" panose="02010600030101010101" pitchFamily="2" charset="-122"/>
              <a:ea typeface="等线" panose="02010600030101010101" pitchFamily="2" charset="-122"/>
              <a:cs typeface="Times New Roman" panose="02020603050405020304" pitchFamily="18" charset="0"/>
            </a:endParaRPr>
          </a:p>
          <a:p>
            <a:r>
              <a:rPr lang="en-US" altLang="zh-CN" sz="1600" i="1" dirty="0">
                <a:latin typeface="Cambria Math" panose="02040503050406030204" pitchFamily="18" charset="0"/>
              </a:rPr>
              <a:t>nuXmv &gt; read_model –i path_to_Xmv_file</a:t>
            </a:r>
          </a:p>
          <a:p>
            <a:r>
              <a:rPr lang="en-US" altLang="zh-CN" sz="1600" i="1" dirty="0">
                <a:latin typeface="Cambria Math" panose="02040503050406030204" pitchFamily="18" charset="0"/>
              </a:rPr>
              <a:t>nuXmv &gt; go_msat</a:t>
            </a:r>
          </a:p>
          <a:p>
            <a:r>
              <a:rPr lang="en-US" altLang="zh-CN" sz="1600" i="1" dirty="0">
                <a:latin typeface="Cambria Math" panose="02040503050406030204" pitchFamily="18" charset="0"/>
              </a:rPr>
              <a:t>nuXmv &gt; check_invar_ic3 –i –p “invariant”</a:t>
            </a:r>
          </a:p>
          <a:p>
            <a:endParaRPr lang="en-US" altLang="zh-CN" sz="1600" i="1" dirty="0">
              <a:latin typeface="Cambria Math" panose="02040503050406030204" pitchFamily="18" charset="0"/>
            </a:endParaRPr>
          </a:p>
          <a:p>
            <a:r>
              <a:rPr lang="en-US" altLang="zh-CN" sz="1400" kern="100" dirty="0">
                <a:latin typeface="等线" panose="02010600030101010101" pitchFamily="2" charset="-122"/>
                <a:ea typeface="等线" panose="02010600030101010101" pitchFamily="2" charset="-122"/>
                <a:cs typeface="Times New Roman" panose="02020603050405020304" pitchFamily="18" charset="0"/>
              </a:rPr>
              <a:t>Constraint:</a:t>
            </a:r>
          </a:p>
          <a:p>
            <a:r>
              <a:rPr lang="en-US" altLang="zh-CN" sz="1400" kern="100" dirty="0">
                <a:latin typeface="等线" panose="02010600030101010101" pitchFamily="2" charset="-122"/>
                <a:ea typeface="等线" panose="02010600030101010101" pitchFamily="2" charset="-122"/>
                <a:cs typeface="Times New Roman" panose="02020603050405020304" pitchFamily="18" charset="0"/>
              </a:rPr>
              <a:t>timeout is set to one hour</a:t>
            </a:r>
          </a:p>
          <a:p>
            <a:r>
              <a:rPr lang="en-US" altLang="zh-CN" sz="1400" kern="100" dirty="0">
                <a:latin typeface="等线" panose="02010600030101010101" pitchFamily="2" charset="-122"/>
                <a:ea typeface="等线" panose="02010600030101010101" pitchFamily="2" charset="-122"/>
                <a:cs typeface="Times New Roman" panose="02020603050405020304" pitchFamily="18" charset="0"/>
              </a:rPr>
              <a:t>bound is set to 50</a:t>
            </a:r>
          </a:p>
          <a:p>
            <a:endParaRPr lang="en-US" altLang="zh-CN" sz="1400" kern="100" dirty="0">
              <a:latin typeface="等线" panose="02010600030101010101" pitchFamily="2" charset="-122"/>
              <a:ea typeface="等线" panose="02010600030101010101" pitchFamily="2" charset="-122"/>
              <a:cs typeface="Times New Roman" panose="02020603050405020304" pitchFamily="18" charset="0"/>
            </a:endParaRPr>
          </a:p>
          <a:p>
            <a:r>
              <a:rPr lang="en-US" altLang="zh-CN" sz="1400" kern="100" dirty="0">
                <a:latin typeface="等线" panose="02010600030101010101" pitchFamily="2" charset="-122"/>
                <a:ea typeface="等线" panose="02010600030101010101" pitchFamily="2" charset="-122"/>
                <a:cs typeface="Times New Roman" panose="02020603050405020304" pitchFamily="18" charset="0"/>
              </a:rPr>
              <a:t>example:</a:t>
            </a:r>
          </a:p>
          <a:p>
            <a:r>
              <a:rPr lang="en-US" altLang="zh-CN" sz="1200" i="1" dirty="0">
                <a:latin typeface="Cambria Math" panose="02040503050406030204" pitchFamily="18" charset="0"/>
              </a:rPr>
              <a:t>nuXmv &gt; check_invar_ic3 –i –p “t1.Nuplace!=NuSWAIT”</a:t>
            </a:r>
          </a:p>
        </p:txBody>
      </p:sp>
    </p:spTree>
    <p:extLst>
      <p:ext uri="{BB962C8B-B14F-4D97-AF65-F5344CB8AC3E}">
        <p14:creationId xmlns:p14="http://schemas.microsoft.com/office/powerpoint/2010/main" val="239681420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97794" y="46038"/>
            <a:ext cx="9396412" cy="1143000"/>
          </a:xfrm>
        </p:spPr>
        <p:txBody>
          <a:bodyPr/>
          <a:lstStyle/>
          <a:p>
            <a:r>
              <a:rPr lang="en-US" altLang="zh-CN" dirty="0">
                <a:latin typeface="Times New Roman" panose="02020603050405020304" pitchFamily="18" charset="0"/>
                <a:cs typeface="Times New Roman" panose="02020603050405020304" pitchFamily="18" charset="0"/>
              </a:rPr>
              <a:t>Application Specific Property</a:t>
            </a:r>
            <a:endParaRPr lang="zh-CN" altLang="en-US" dirty="0">
              <a:latin typeface="Times New Roman" panose="02020603050405020304" pitchFamily="18" charset="0"/>
              <a:cs typeface="Times New Roman" panose="02020603050405020304" pitchFamily="18" charset="0"/>
            </a:endParaRPr>
          </a:p>
        </p:txBody>
      </p:sp>
      <p:graphicFrame>
        <p:nvGraphicFramePr>
          <p:cNvPr id="3" name="表格 2">
            <a:extLst>
              <a:ext uri="{FF2B5EF4-FFF2-40B4-BE49-F238E27FC236}">
                <a16:creationId xmlns:a16="http://schemas.microsoft.com/office/drawing/2014/main" id="{063015DD-4B49-43C8-8C61-555045FF1D25}"/>
              </a:ext>
            </a:extLst>
          </p:cNvPr>
          <p:cNvGraphicFramePr>
            <a:graphicFrameLocks noGrp="1"/>
          </p:cNvGraphicFramePr>
          <p:nvPr/>
        </p:nvGraphicFramePr>
        <p:xfrm>
          <a:off x="2257323" y="2094271"/>
          <a:ext cx="7268112" cy="2707309"/>
        </p:xfrm>
        <a:graphic>
          <a:graphicData uri="http://schemas.openxmlformats.org/drawingml/2006/table">
            <a:tbl>
              <a:tblPr firstRow="1" firstCol="1" bandRow="1"/>
              <a:tblGrid>
                <a:gridCol w="4148828">
                  <a:extLst>
                    <a:ext uri="{9D8B030D-6E8A-4147-A177-3AD203B41FA5}">
                      <a16:colId xmlns:a16="http://schemas.microsoft.com/office/drawing/2014/main" val="3369994108"/>
                    </a:ext>
                  </a:extLst>
                </a:gridCol>
                <a:gridCol w="2246245">
                  <a:extLst>
                    <a:ext uri="{9D8B030D-6E8A-4147-A177-3AD203B41FA5}">
                      <a16:colId xmlns:a16="http://schemas.microsoft.com/office/drawing/2014/main" val="2593572488"/>
                    </a:ext>
                  </a:extLst>
                </a:gridCol>
                <a:gridCol w="873039">
                  <a:extLst>
                    <a:ext uri="{9D8B030D-6E8A-4147-A177-3AD203B41FA5}">
                      <a16:colId xmlns:a16="http://schemas.microsoft.com/office/drawing/2014/main" val="2453611080"/>
                    </a:ext>
                  </a:extLst>
                </a:gridCol>
              </a:tblGrid>
              <a:tr h="618445">
                <a:tc>
                  <a:txBody>
                    <a:bodyPr/>
                    <a:lstStyle/>
                    <a:p>
                      <a:pPr algn="ctr">
                        <a:spcAft>
                          <a:spcPts val="0"/>
                        </a:spcAft>
                      </a:pPr>
                      <a:r>
                        <a:rPr lang="en-US" sz="1050" kern="100" dirty="0">
                          <a:effectLst/>
                          <a:latin typeface="等线" panose="02010600030101010101" pitchFamily="2" charset="-122"/>
                          <a:ea typeface="等线" panose="02010600030101010101" pitchFamily="2" charset="-122"/>
                          <a:cs typeface="Times New Roman" panose="02020603050405020304" pitchFamily="18" charset="0"/>
                        </a:rPr>
                        <a:t>Explanation</a:t>
                      </a:r>
                      <a:endParaRPr lang="zh-CN" sz="1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050" kern="100" dirty="0">
                          <a:effectLst/>
                          <a:latin typeface="等线" panose="02010600030101010101" pitchFamily="2" charset="-122"/>
                          <a:ea typeface="等线" panose="02010600030101010101" pitchFamily="2" charset="-122"/>
                          <a:cs typeface="Times New Roman" panose="02020603050405020304" pitchFamily="18" charset="0"/>
                        </a:rPr>
                        <a:t>Invariant</a:t>
                      </a:r>
                      <a:endParaRPr lang="zh-CN" sz="1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050" kern="100">
                          <a:effectLst/>
                          <a:latin typeface="等线" panose="02010600030101010101" pitchFamily="2" charset="-122"/>
                          <a:ea typeface="等线" panose="02010600030101010101" pitchFamily="2" charset="-122"/>
                          <a:cs typeface="Times New Roman" panose="02020603050405020304" pitchFamily="18" charset="0"/>
                        </a:rPr>
                        <a:t>Result</a:t>
                      </a:r>
                      <a:endParaRPr lang="zh-CN" sz="12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99351935"/>
                  </a:ext>
                </a:extLst>
              </a:tr>
              <a:tr h="522216">
                <a:tc>
                  <a:txBody>
                    <a:bodyPr/>
                    <a:lstStyle/>
                    <a:p>
                      <a:pPr algn="ctr">
                        <a:spcAft>
                          <a:spcPts val="0"/>
                        </a:spcAft>
                      </a:pPr>
                      <a:r>
                        <a:rPr lang="en-US" sz="1050" kern="100" dirty="0">
                          <a:effectLst/>
                          <a:latin typeface="等线" panose="02010600030101010101" pitchFamily="2" charset="-122"/>
                          <a:ea typeface="等线" panose="02010600030101010101" pitchFamily="2" charset="-122"/>
                          <a:cs typeface="Times New Roman" panose="02020603050405020304" pitchFamily="18" charset="0"/>
                        </a:rPr>
                        <a:t>At least one of the variable p and q must be 0 at the same moment</a:t>
                      </a:r>
                      <a:endParaRPr lang="zh-CN" sz="1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05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p1.p = 0 || p1.q = 0</a:t>
                      </a:r>
                      <a:endParaRPr lang="zh-CN" altLang="en-US" sz="105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050" kern="100" dirty="0">
                          <a:effectLst/>
                          <a:latin typeface="等线" panose="02010600030101010101" pitchFamily="2" charset="-122"/>
                          <a:ea typeface="等线" panose="02010600030101010101" pitchFamily="2" charset="-122"/>
                          <a:cs typeface="Times New Roman" panose="02020603050405020304" pitchFamily="18" charset="0"/>
                        </a:rPr>
                        <a:t>true</a:t>
                      </a:r>
                      <a:endParaRPr lang="zh-CN" sz="1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4553884"/>
                  </a:ext>
                </a:extLst>
              </a:tr>
              <a:tr h="522216">
                <a:tc>
                  <a:txBody>
                    <a:bodyPr/>
                    <a:lstStyle/>
                    <a:p>
                      <a:pPr algn="ctr">
                        <a:spcAft>
                          <a:spcPts val="0"/>
                        </a:spcAft>
                      </a:pPr>
                      <a:r>
                        <a:rPr lang="en-US" altLang="zh-CN" sz="105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The three variable NuVmysin in BIT diagnosis should not be </a:t>
                      </a:r>
                    </a:p>
                    <a:p>
                      <a:pPr algn="ctr">
                        <a:spcAft>
                          <a:spcPts val="0"/>
                        </a:spcAft>
                      </a:pPr>
                      <a:r>
                        <a:rPr lang="en-US" altLang="zh-CN" sz="105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Different at the same moment</a:t>
                      </a:r>
                      <a:endParaRPr lang="zh-CN" altLang="en-US" sz="105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05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p1.NuVmysin = p2.NuVmysin &amp; p2.NuVmysin = p3.NuVmysin</a:t>
                      </a:r>
                      <a:endParaRPr lang="zh-CN" altLang="en-US" sz="105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05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true</a:t>
                      </a:r>
                      <a:endParaRPr lang="zh-CN" altLang="en-US" sz="105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81002912"/>
                  </a:ext>
                </a:extLst>
              </a:tr>
              <a:tr h="522216">
                <a:tc>
                  <a:txBody>
                    <a:bodyPr/>
                    <a:lstStyle/>
                    <a:p>
                      <a:pPr algn="ctr">
                        <a:spcAft>
                          <a:spcPts val="0"/>
                        </a:spcAft>
                      </a:pPr>
                      <a:r>
                        <a:rPr lang="en-US" altLang="zh-CN" sz="105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A relation between p1 p2 p3</a:t>
                      </a:r>
                      <a:endParaRPr lang="zh-CN" altLang="en-US" sz="105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05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p2.NuVSignal_sin = TRUE &amp; p3.NuVSignal_cos = TRUE -&gt; p1.NuVSignal_enc = FALSE</a:t>
                      </a:r>
                      <a:endParaRPr lang="zh-CN" altLang="en-US" sz="105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05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true</a:t>
                      </a:r>
                      <a:endParaRPr lang="zh-CN" altLang="en-US" sz="105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39332278"/>
                  </a:ext>
                </a:extLst>
              </a:tr>
              <a:tr h="522216">
                <a:tc>
                  <a:txBody>
                    <a:bodyPr/>
                    <a:lstStyle/>
                    <a:p>
                      <a:pPr algn="ctr">
                        <a:spcAft>
                          <a:spcPts val="0"/>
                        </a:spcAft>
                      </a:pPr>
                      <a:r>
                        <a:rPr lang="en-US" altLang="zh-CN" sz="105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a:t>
                      </a:r>
                      <a:endParaRPr lang="zh-CN" altLang="en-US" sz="105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05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a:t>
                      </a:r>
                      <a:endParaRPr lang="zh-CN" altLang="en-US" sz="105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05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a:t>
                      </a:r>
                      <a:endParaRPr lang="zh-CN" altLang="en-US" sz="105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25826037"/>
                  </a:ext>
                </a:extLst>
              </a:tr>
            </a:tbl>
          </a:graphicData>
        </a:graphic>
      </p:graphicFrame>
    </p:spTree>
    <p:extLst>
      <p:ext uri="{BB962C8B-B14F-4D97-AF65-F5344CB8AC3E}">
        <p14:creationId xmlns:p14="http://schemas.microsoft.com/office/powerpoint/2010/main" val="61128561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A8F0DD-A316-4F9D-81F2-A172AB0B7379}"/>
              </a:ext>
            </a:extLst>
          </p:cNvPr>
          <p:cNvSpPr>
            <a:spLocks noGrp="1"/>
          </p:cNvSpPr>
          <p:nvPr>
            <p:ph type="title"/>
          </p:nvPr>
        </p:nvSpPr>
        <p:spPr/>
        <p:txBody>
          <a:bodyPr/>
          <a:lstStyle/>
          <a:p>
            <a:r>
              <a:rPr lang="zh-CN" altLang="en-US" dirty="0"/>
              <a:t>来自工业界的挑战</a:t>
            </a:r>
            <a:endParaRPr lang="en-US" dirty="0"/>
          </a:p>
        </p:txBody>
      </p:sp>
      <p:sp>
        <p:nvSpPr>
          <p:cNvPr id="24" name="灯片编号占位符 23">
            <a:extLst>
              <a:ext uri="{FF2B5EF4-FFF2-40B4-BE49-F238E27FC236}">
                <a16:creationId xmlns:a16="http://schemas.microsoft.com/office/drawing/2014/main" id="{C0506088-013B-4B22-87DF-2A3BBFABC29E}"/>
              </a:ext>
            </a:extLst>
          </p:cNvPr>
          <p:cNvSpPr>
            <a:spLocks noGrp="1"/>
          </p:cNvSpPr>
          <p:nvPr>
            <p:ph type="sldNum" sz="quarter" idx="12"/>
          </p:nvPr>
        </p:nvSpPr>
        <p:spPr/>
        <p:txBody>
          <a:bodyPr/>
          <a:lstStyle/>
          <a:p>
            <a:fld id="{81FB5FCF-B845-4FD0-8CAB-5D8F3E376DBE}" type="slidenum">
              <a:rPr lang="en-US" smtClean="0"/>
              <a:t>82</a:t>
            </a:fld>
            <a:endParaRPr lang="en-US"/>
          </a:p>
        </p:txBody>
      </p:sp>
      <p:sp>
        <p:nvSpPr>
          <p:cNvPr id="4" name="椭圆 3">
            <a:extLst>
              <a:ext uri="{FF2B5EF4-FFF2-40B4-BE49-F238E27FC236}">
                <a16:creationId xmlns:a16="http://schemas.microsoft.com/office/drawing/2014/main" id="{55800D66-BB2D-426F-A3DE-2A4FB0AF8E26}"/>
              </a:ext>
            </a:extLst>
          </p:cNvPr>
          <p:cNvSpPr/>
          <p:nvPr/>
        </p:nvSpPr>
        <p:spPr>
          <a:xfrm>
            <a:off x="3117167" y="3252277"/>
            <a:ext cx="548640" cy="58029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 name="文本框 4">
            <a:extLst>
              <a:ext uri="{FF2B5EF4-FFF2-40B4-BE49-F238E27FC236}">
                <a16:creationId xmlns:a16="http://schemas.microsoft.com/office/drawing/2014/main" id="{0FBF2C95-804D-422B-972B-0C3146F10341}"/>
              </a:ext>
            </a:extLst>
          </p:cNvPr>
          <p:cNvSpPr txBox="1"/>
          <p:nvPr/>
        </p:nvSpPr>
        <p:spPr>
          <a:xfrm>
            <a:off x="3218843" y="3369297"/>
            <a:ext cx="415498" cy="400110"/>
          </a:xfrm>
          <a:prstGeom prst="rect">
            <a:avLst/>
          </a:prstGeom>
          <a:noFill/>
        </p:spPr>
        <p:txBody>
          <a:bodyPr wrap="none" rtlCol="0">
            <a:spAutoFit/>
          </a:bodyPr>
          <a:lstStyle/>
          <a:p>
            <a:r>
              <a:rPr lang="en-US" sz="2000" dirty="0"/>
              <a:t>s0</a:t>
            </a:r>
          </a:p>
        </p:txBody>
      </p:sp>
      <p:sp>
        <p:nvSpPr>
          <p:cNvPr id="6" name="椭圆 5">
            <a:extLst>
              <a:ext uri="{FF2B5EF4-FFF2-40B4-BE49-F238E27FC236}">
                <a16:creationId xmlns:a16="http://schemas.microsoft.com/office/drawing/2014/main" id="{B1EB68A7-588E-4D7F-BDA3-E7CF0624346A}"/>
              </a:ext>
            </a:extLst>
          </p:cNvPr>
          <p:cNvSpPr/>
          <p:nvPr/>
        </p:nvSpPr>
        <p:spPr>
          <a:xfrm>
            <a:off x="4286543" y="2459212"/>
            <a:ext cx="548640" cy="58029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 name="文本框 6">
            <a:extLst>
              <a:ext uri="{FF2B5EF4-FFF2-40B4-BE49-F238E27FC236}">
                <a16:creationId xmlns:a16="http://schemas.microsoft.com/office/drawing/2014/main" id="{9643C58A-825B-471E-97D2-3DEE0D629873}"/>
              </a:ext>
            </a:extLst>
          </p:cNvPr>
          <p:cNvSpPr txBox="1"/>
          <p:nvPr/>
        </p:nvSpPr>
        <p:spPr>
          <a:xfrm>
            <a:off x="4388219" y="2576232"/>
            <a:ext cx="415498" cy="400110"/>
          </a:xfrm>
          <a:prstGeom prst="rect">
            <a:avLst/>
          </a:prstGeom>
          <a:noFill/>
        </p:spPr>
        <p:txBody>
          <a:bodyPr wrap="none" rtlCol="0">
            <a:spAutoFit/>
          </a:bodyPr>
          <a:lstStyle/>
          <a:p>
            <a:r>
              <a:rPr lang="en-US" sz="2000" dirty="0"/>
              <a:t>s1</a:t>
            </a:r>
          </a:p>
        </p:txBody>
      </p:sp>
      <p:sp>
        <p:nvSpPr>
          <p:cNvPr id="8" name="椭圆 7">
            <a:extLst>
              <a:ext uri="{FF2B5EF4-FFF2-40B4-BE49-F238E27FC236}">
                <a16:creationId xmlns:a16="http://schemas.microsoft.com/office/drawing/2014/main" id="{EEDCDBCB-4031-4EAB-A17F-FC64B4B6487B}"/>
              </a:ext>
            </a:extLst>
          </p:cNvPr>
          <p:cNvSpPr/>
          <p:nvPr/>
        </p:nvSpPr>
        <p:spPr>
          <a:xfrm>
            <a:off x="4200378" y="3934561"/>
            <a:ext cx="548640" cy="58029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 name="文本框 8">
            <a:extLst>
              <a:ext uri="{FF2B5EF4-FFF2-40B4-BE49-F238E27FC236}">
                <a16:creationId xmlns:a16="http://schemas.microsoft.com/office/drawing/2014/main" id="{3EC09A5F-812D-4DFE-9105-2B7FA35C0A96}"/>
              </a:ext>
            </a:extLst>
          </p:cNvPr>
          <p:cNvSpPr txBox="1"/>
          <p:nvPr/>
        </p:nvSpPr>
        <p:spPr>
          <a:xfrm>
            <a:off x="4302055" y="4051581"/>
            <a:ext cx="415498" cy="400110"/>
          </a:xfrm>
          <a:prstGeom prst="rect">
            <a:avLst/>
          </a:prstGeom>
          <a:noFill/>
        </p:spPr>
        <p:txBody>
          <a:bodyPr wrap="none" rtlCol="0">
            <a:spAutoFit/>
          </a:bodyPr>
          <a:lstStyle/>
          <a:p>
            <a:r>
              <a:rPr lang="en-US" sz="2000" dirty="0"/>
              <a:t>s2</a:t>
            </a:r>
          </a:p>
        </p:txBody>
      </p:sp>
      <p:sp>
        <p:nvSpPr>
          <p:cNvPr id="10" name="椭圆 9">
            <a:extLst>
              <a:ext uri="{FF2B5EF4-FFF2-40B4-BE49-F238E27FC236}">
                <a16:creationId xmlns:a16="http://schemas.microsoft.com/office/drawing/2014/main" id="{9622C933-F7EE-4F75-AE54-4449C7DFEA8F}"/>
              </a:ext>
            </a:extLst>
          </p:cNvPr>
          <p:cNvSpPr/>
          <p:nvPr/>
        </p:nvSpPr>
        <p:spPr>
          <a:xfrm>
            <a:off x="5506915" y="3173147"/>
            <a:ext cx="548640" cy="58029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1" name="文本框 10">
            <a:extLst>
              <a:ext uri="{FF2B5EF4-FFF2-40B4-BE49-F238E27FC236}">
                <a16:creationId xmlns:a16="http://schemas.microsoft.com/office/drawing/2014/main" id="{9FF41067-FCC2-4875-B36C-B8A4F58BB187}"/>
              </a:ext>
            </a:extLst>
          </p:cNvPr>
          <p:cNvSpPr txBox="1"/>
          <p:nvPr/>
        </p:nvSpPr>
        <p:spPr>
          <a:xfrm>
            <a:off x="5608591" y="3290168"/>
            <a:ext cx="415498" cy="400110"/>
          </a:xfrm>
          <a:prstGeom prst="rect">
            <a:avLst/>
          </a:prstGeom>
          <a:noFill/>
        </p:spPr>
        <p:txBody>
          <a:bodyPr wrap="none" rtlCol="0">
            <a:spAutoFit/>
          </a:bodyPr>
          <a:lstStyle/>
          <a:p>
            <a:r>
              <a:rPr lang="en-US" sz="2000" dirty="0"/>
              <a:t>s3</a:t>
            </a:r>
          </a:p>
        </p:txBody>
      </p:sp>
      <p:sp>
        <p:nvSpPr>
          <p:cNvPr id="12" name="椭圆 11">
            <a:extLst>
              <a:ext uri="{FF2B5EF4-FFF2-40B4-BE49-F238E27FC236}">
                <a16:creationId xmlns:a16="http://schemas.microsoft.com/office/drawing/2014/main" id="{FFFE80F0-808F-4024-B514-863D361DADE5}"/>
              </a:ext>
            </a:extLst>
          </p:cNvPr>
          <p:cNvSpPr/>
          <p:nvPr/>
        </p:nvSpPr>
        <p:spPr>
          <a:xfrm>
            <a:off x="6602436" y="2485585"/>
            <a:ext cx="548640" cy="58029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3" name="文本框 12">
            <a:extLst>
              <a:ext uri="{FF2B5EF4-FFF2-40B4-BE49-F238E27FC236}">
                <a16:creationId xmlns:a16="http://schemas.microsoft.com/office/drawing/2014/main" id="{B61C8E03-E76F-402E-A79D-0EB673B416E5}"/>
              </a:ext>
            </a:extLst>
          </p:cNvPr>
          <p:cNvSpPr txBox="1"/>
          <p:nvPr/>
        </p:nvSpPr>
        <p:spPr>
          <a:xfrm>
            <a:off x="6704113" y="2602605"/>
            <a:ext cx="415498" cy="400110"/>
          </a:xfrm>
          <a:prstGeom prst="rect">
            <a:avLst/>
          </a:prstGeom>
          <a:noFill/>
        </p:spPr>
        <p:txBody>
          <a:bodyPr wrap="none" rtlCol="0">
            <a:spAutoFit/>
          </a:bodyPr>
          <a:lstStyle/>
          <a:p>
            <a:r>
              <a:rPr lang="en-US" sz="2000" dirty="0"/>
              <a:t>s4</a:t>
            </a:r>
          </a:p>
        </p:txBody>
      </p:sp>
      <p:sp>
        <p:nvSpPr>
          <p:cNvPr id="14" name="椭圆 13">
            <a:extLst>
              <a:ext uri="{FF2B5EF4-FFF2-40B4-BE49-F238E27FC236}">
                <a16:creationId xmlns:a16="http://schemas.microsoft.com/office/drawing/2014/main" id="{5A0F47C6-8E83-4259-9D77-17801835BC04}"/>
              </a:ext>
            </a:extLst>
          </p:cNvPr>
          <p:cNvSpPr/>
          <p:nvPr/>
        </p:nvSpPr>
        <p:spPr>
          <a:xfrm>
            <a:off x="6695634" y="4003135"/>
            <a:ext cx="548640" cy="58029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5" name="文本框 14">
            <a:extLst>
              <a:ext uri="{FF2B5EF4-FFF2-40B4-BE49-F238E27FC236}">
                <a16:creationId xmlns:a16="http://schemas.microsoft.com/office/drawing/2014/main" id="{EBE1E9BF-9083-4708-936B-497DB4578DB0}"/>
              </a:ext>
            </a:extLst>
          </p:cNvPr>
          <p:cNvSpPr txBox="1"/>
          <p:nvPr/>
        </p:nvSpPr>
        <p:spPr>
          <a:xfrm>
            <a:off x="6797311" y="4120155"/>
            <a:ext cx="415498" cy="400110"/>
          </a:xfrm>
          <a:prstGeom prst="rect">
            <a:avLst/>
          </a:prstGeom>
          <a:noFill/>
        </p:spPr>
        <p:txBody>
          <a:bodyPr wrap="none" rtlCol="0">
            <a:spAutoFit/>
          </a:bodyPr>
          <a:lstStyle/>
          <a:p>
            <a:r>
              <a:rPr lang="en-US" sz="2000" dirty="0"/>
              <a:t>s5</a:t>
            </a:r>
          </a:p>
        </p:txBody>
      </p:sp>
      <p:sp>
        <p:nvSpPr>
          <p:cNvPr id="16" name="椭圆 15">
            <a:extLst>
              <a:ext uri="{FF2B5EF4-FFF2-40B4-BE49-F238E27FC236}">
                <a16:creationId xmlns:a16="http://schemas.microsoft.com/office/drawing/2014/main" id="{BA98FFFB-569A-48C5-AF83-918589848B78}"/>
              </a:ext>
            </a:extLst>
          </p:cNvPr>
          <p:cNvSpPr/>
          <p:nvPr/>
        </p:nvSpPr>
        <p:spPr>
          <a:xfrm>
            <a:off x="7970517" y="3210069"/>
            <a:ext cx="548640" cy="580292"/>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7" name="文本框 16">
            <a:extLst>
              <a:ext uri="{FF2B5EF4-FFF2-40B4-BE49-F238E27FC236}">
                <a16:creationId xmlns:a16="http://schemas.microsoft.com/office/drawing/2014/main" id="{FFB35154-A37D-46BF-953C-C31D973A3EED}"/>
              </a:ext>
            </a:extLst>
          </p:cNvPr>
          <p:cNvSpPr txBox="1"/>
          <p:nvPr/>
        </p:nvSpPr>
        <p:spPr>
          <a:xfrm>
            <a:off x="8072194" y="3327089"/>
            <a:ext cx="415498" cy="400110"/>
          </a:xfrm>
          <a:prstGeom prst="rect">
            <a:avLst/>
          </a:prstGeom>
          <a:noFill/>
        </p:spPr>
        <p:txBody>
          <a:bodyPr wrap="none" rtlCol="0">
            <a:spAutoFit/>
          </a:bodyPr>
          <a:lstStyle/>
          <a:p>
            <a:r>
              <a:rPr lang="en-US" sz="2000" dirty="0"/>
              <a:t>s6</a:t>
            </a:r>
          </a:p>
        </p:txBody>
      </p:sp>
      <p:cxnSp>
        <p:nvCxnSpPr>
          <p:cNvPr id="19" name="直接箭头连接符 18">
            <a:extLst>
              <a:ext uri="{FF2B5EF4-FFF2-40B4-BE49-F238E27FC236}">
                <a16:creationId xmlns:a16="http://schemas.microsoft.com/office/drawing/2014/main" id="{CABFDEB3-0310-4015-AC12-383389B50B7A}"/>
              </a:ext>
            </a:extLst>
          </p:cNvPr>
          <p:cNvCxnSpPr/>
          <p:nvPr/>
        </p:nvCxnSpPr>
        <p:spPr>
          <a:xfrm>
            <a:off x="2663484" y="3542416"/>
            <a:ext cx="44313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4F4127A4-AC9E-457A-8857-6C52A020E03C}"/>
              </a:ext>
            </a:extLst>
          </p:cNvPr>
          <p:cNvCxnSpPr>
            <a:cxnSpLocks/>
          </p:cNvCxnSpPr>
          <p:nvPr/>
        </p:nvCxnSpPr>
        <p:spPr>
          <a:xfrm flipV="1">
            <a:off x="3639433" y="2875568"/>
            <a:ext cx="660301" cy="5391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764238CC-1D2A-4918-A610-E6A79923EE25}"/>
              </a:ext>
            </a:extLst>
          </p:cNvPr>
          <p:cNvCxnSpPr>
            <a:stCxn id="4" idx="5"/>
          </p:cNvCxnSpPr>
          <p:nvPr/>
        </p:nvCxnSpPr>
        <p:spPr>
          <a:xfrm>
            <a:off x="3585462" y="3747587"/>
            <a:ext cx="653606" cy="3148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334C574C-39E3-408A-83CE-1529412FA0A7}"/>
              </a:ext>
            </a:extLst>
          </p:cNvPr>
          <p:cNvCxnSpPr>
            <a:stCxn id="8" idx="6"/>
          </p:cNvCxnSpPr>
          <p:nvPr/>
        </p:nvCxnSpPr>
        <p:spPr>
          <a:xfrm flipV="1">
            <a:off x="4749021" y="3673337"/>
            <a:ext cx="757897" cy="5513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FF784CD0-8B64-4AB5-807B-8A40B3FB39C2}"/>
              </a:ext>
            </a:extLst>
          </p:cNvPr>
          <p:cNvCxnSpPr>
            <a:endCxn id="10" idx="1"/>
          </p:cNvCxnSpPr>
          <p:nvPr/>
        </p:nvCxnSpPr>
        <p:spPr>
          <a:xfrm>
            <a:off x="4833427" y="2846861"/>
            <a:ext cx="753836" cy="4112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FB577184-F1FE-40F5-98A4-9C8B64A95CEE}"/>
              </a:ext>
            </a:extLst>
          </p:cNvPr>
          <p:cNvCxnSpPr/>
          <p:nvPr/>
        </p:nvCxnSpPr>
        <p:spPr>
          <a:xfrm flipV="1">
            <a:off x="6053796" y="2994367"/>
            <a:ext cx="594672" cy="3749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DB5979A4-7245-4A31-B7BB-9CE0DC67D1CC}"/>
              </a:ext>
            </a:extLst>
          </p:cNvPr>
          <p:cNvCxnSpPr>
            <a:stCxn id="10" idx="5"/>
          </p:cNvCxnSpPr>
          <p:nvPr/>
        </p:nvCxnSpPr>
        <p:spPr>
          <a:xfrm>
            <a:off x="5975211" y="3668456"/>
            <a:ext cx="728905" cy="4516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a:extLst>
              <a:ext uri="{FF2B5EF4-FFF2-40B4-BE49-F238E27FC236}">
                <a16:creationId xmlns:a16="http://schemas.microsoft.com/office/drawing/2014/main" id="{E5829CBB-9C9F-4C93-AB8F-EDBC9F37F0A6}"/>
              </a:ext>
            </a:extLst>
          </p:cNvPr>
          <p:cNvCxnSpPr>
            <a:stCxn id="14" idx="6"/>
            <a:endCxn id="16" idx="3"/>
          </p:cNvCxnSpPr>
          <p:nvPr/>
        </p:nvCxnSpPr>
        <p:spPr>
          <a:xfrm flipV="1">
            <a:off x="7244276" y="3705379"/>
            <a:ext cx="806590" cy="5879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a:extLst>
              <a:ext uri="{FF2B5EF4-FFF2-40B4-BE49-F238E27FC236}">
                <a16:creationId xmlns:a16="http://schemas.microsoft.com/office/drawing/2014/main" id="{12F77A9F-3E36-470D-8593-0136FE32777A}"/>
              </a:ext>
            </a:extLst>
          </p:cNvPr>
          <p:cNvCxnSpPr/>
          <p:nvPr/>
        </p:nvCxnSpPr>
        <p:spPr>
          <a:xfrm>
            <a:off x="7142599" y="2865516"/>
            <a:ext cx="827920" cy="5037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矩形 17">
            <a:extLst>
              <a:ext uri="{FF2B5EF4-FFF2-40B4-BE49-F238E27FC236}">
                <a16:creationId xmlns:a16="http://schemas.microsoft.com/office/drawing/2014/main" id="{1269E68B-60EE-492E-AD62-F67890651CC3}"/>
              </a:ext>
            </a:extLst>
          </p:cNvPr>
          <p:cNvSpPr/>
          <p:nvPr/>
        </p:nvSpPr>
        <p:spPr>
          <a:xfrm>
            <a:off x="3950677" y="2334359"/>
            <a:ext cx="3492302" cy="2437228"/>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5C97E107-1C98-4A7E-AAE5-6B079386948D}"/>
                  </a:ext>
                </a:extLst>
              </p:cNvPr>
              <p:cNvSpPr txBox="1"/>
              <p:nvPr/>
            </p:nvSpPr>
            <p:spPr>
              <a:xfrm>
                <a:off x="4049132" y="4926532"/>
                <a:ext cx="3596818"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3600" i="1">
                              <a:solidFill>
                                <a:srgbClr val="FF0000"/>
                              </a:solidFill>
                              <a:latin typeface="Cambria Math" panose="02040503050406030204" pitchFamily="18" charset="0"/>
                            </a:rPr>
                          </m:ctrlPr>
                        </m:sSupPr>
                        <m:e>
                          <m:r>
                            <a:rPr lang="en-US" sz="3600">
                              <a:solidFill>
                                <a:srgbClr val="FF0000"/>
                              </a:solidFill>
                              <a:latin typeface="Cambria Math" panose="02040503050406030204" pitchFamily="18" charset="0"/>
                            </a:rPr>
                            <m:t>≥2</m:t>
                          </m:r>
                        </m:e>
                        <m:sup>
                          <m:r>
                            <a:rPr lang="en-US" sz="3600">
                              <a:solidFill>
                                <a:srgbClr val="FF0000"/>
                              </a:solidFill>
                              <a:latin typeface="Cambria Math" panose="02040503050406030204" pitchFamily="18" charset="0"/>
                            </a:rPr>
                            <m:t>1000000</m:t>
                          </m:r>
                        </m:sup>
                      </m:sSup>
                      <m:r>
                        <a:rPr lang="en-US" sz="3600">
                          <a:solidFill>
                            <a:srgbClr val="FF0000"/>
                          </a:solidFill>
                          <a:latin typeface="Cambria Math" panose="02040503050406030204" pitchFamily="18" charset="0"/>
                        </a:rPr>
                        <m:t> </m:t>
                      </m:r>
                      <m:r>
                        <m:rPr>
                          <m:sty m:val="p"/>
                        </m:rPr>
                        <a:rPr lang="en-US" sz="3600">
                          <a:solidFill>
                            <a:srgbClr val="FF0000"/>
                          </a:solidFill>
                          <a:latin typeface="Cambria Math" panose="02040503050406030204" pitchFamily="18" charset="0"/>
                        </a:rPr>
                        <m:t>states</m:t>
                      </m:r>
                    </m:oMath>
                  </m:oMathPara>
                </a14:m>
                <a:endParaRPr lang="en-US" sz="3600" dirty="0"/>
              </a:p>
            </p:txBody>
          </p:sp>
        </mc:Choice>
        <mc:Fallback xmlns="">
          <p:sp>
            <p:nvSpPr>
              <p:cNvPr id="20" name="文本框 19">
                <a:extLst>
                  <a:ext uri="{FF2B5EF4-FFF2-40B4-BE49-F238E27FC236}">
                    <a16:creationId xmlns:a16="http://schemas.microsoft.com/office/drawing/2014/main" id="{5C97E107-1C98-4A7E-AAE5-6B079386948D}"/>
                  </a:ext>
                </a:extLst>
              </p:cNvPr>
              <p:cNvSpPr txBox="1">
                <a:spLocks noRot="1" noChangeAspect="1" noMove="1" noResize="1" noEditPoints="1" noAdjustHandles="1" noChangeArrowheads="1" noChangeShapeType="1" noTextEdit="1"/>
              </p:cNvSpPr>
              <p:nvPr/>
            </p:nvSpPr>
            <p:spPr>
              <a:xfrm>
                <a:off x="4049132" y="4926532"/>
                <a:ext cx="3596818" cy="553998"/>
              </a:xfrm>
              <a:prstGeom prst="rect">
                <a:avLst/>
              </a:prstGeom>
              <a:blipFill>
                <a:blip r:embed="rId2"/>
                <a:stretch>
                  <a:fillRect/>
                </a:stretch>
              </a:blipFill>
            </p:spPr>
            <p:txBody>
              <a:bodyPr/>
              <a:lstStyle/>
              <a:p>
                <a:r>
                  <a:rPr lang="en-US">
                    <a:noFill/>
                  </a:rPr>
                  <a:t> </a:t>
                </a:r>
              </a:p>
            </p:txBody>
          </p:sp>
        </mc:Fallback>
      </mc:AlternateContent>
      <p:sp>
        <p:nvSpPr>
          <p:cNvPr id="22" name="文本框 21">
            <a:extLst>
              <a:ext uri="{FF2B5EF4-FFF2-40B4-BE49-F238E27FC236}">
                <a16:creationId xmlns:a16="http://schemas.microsoft.com/office/drawing/2014/main" id="{E590BEA0-BDF4-4FF5-A18C-6277BFDB2E4C}"/>
              </a:ext>
            </a:extLst>
          </p:cNvPr>
          <p:cNvSpPr txBox="1"/>
          <p:nvPr/>
        </p:nvSpPr>
        <p:spPr>
          <a:xfrm>
            <a:off x="7758501" y="3988627"/>
            <a:ext cx="2954655" cy="461665"/>
          </a:xfrm>
          <a:prstGeom prst="rect">
            <a:avLst/>
          </a:prstGeom>
          <a:noFill/>
        </p:spPr>
        <p:txBody>
          <a:bodyPr wrap="none" rtlCol="0">
            <a:spAutoFit/>
          </a:bodyPr>
          <a:lstStyle/>
          <a:p>
            <a:r>
              <a:rPr lang="zh-CN" altLang="en-US" sz="2400" dirty="0">
                <a:solidFill>
                  <a:srgbClr val="FF0000"/>
                </a:solidFill>
              </a:rPr>
              <a:t>传统搜索算法失效！</a:t>
            </a:r>
            <a:endParaRPr lang="en-US" sz="2400" dirty="0">
              <a:solidFill>
                <a:srgbClr val="FF0000"/>
              </a:solidFill>
            </a:endParaRPr>
          </a:p>
        </p:txBody>
      </p:sp>
    </p:spTree>
    <p:extLst>
      <p:ext uri="{BB962C8B-B14F-4D97-AF65-F5344CB8AC3E}">
        <p14:creationId xmlns:p14="http://schemas.microsoft.com/office/powerpoint/2010/main" val="393901649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F3E1C5-3C2D-454D-AEA9-E2CD66106590}"/>
              </a:ext>
            </a:extLst>
          </p:cNvPr>
          <p:cNvSpPr>
            <a:spLocks noGrp="1"/>
          </p:cNvSpPr>
          <p:nvPr>
            <p:ph type="title"/>
          </p:nvPr>
        </p:nvSpPr>
        <p:spPr/>
        <p:txBody>
          <a:bodyPr/>
          <a:lstStyle/>
          <a:p>
            <a:r>
              <a:rPr lang="zh-CN" altLang="en-US" dirty="0"/>
              <a:t>显示</a:t>
            </a:r>
            <a:r>
              <a:rPr lang="en-US" altLang="zh-CN" dirty="0"/>
              <a:t>(</a:t>
            </a:r>
            <a:r>
              <a:rPr lang="en-US" dirty="0"/>
              <a:t>Explicit)</a:t>
            </a:r>
            <a:r>
              <a:rPr lang="zh-CN" altLang="en-US" dirty="0"/>
              <a:t>模型</a:t>
            </a:r>
            <a:r>
              <a:rPr lang="en-US" dirty="0"/>
              <a:t> vs. </a:t>
            </a:r>
            <a:r>
              <a:rPr lang="zh-CN" altLang="en-US" dirty="0"/>
              <a:t>隐式</a:t>
            </a:r>
            <a:r>
              <a:rPr lang="en-US" altLang="zh-CN" dirty="0"/>
              <a:t>(</a:t>
            </a:r>
            <a:r>
              <a:rPr lang="en-US" dirty="0"/>
              <a:t>Implicit)</a:t>
            </a:r>
            <a:r>
              <a:rPr lang="zh-CN" altLang="en-US" dirty="0"/>
              <a:t>模型</a:t>
            </a:r>
            <a:endParaRPr lang="en-US" dirty="0"/>
          </a:p>
        </p:txBody>
      </p:sp>
      <p:sp>
        <p:nvSpPr>
          <p:cNvPr id="27" name="灯片编号占位符 26">
            <a:extLst>
              <a:ext uri="{FF2B5EF4-FFF2-40B4-BE49-F238E27FC236}">
                <a16:creationId xmlns:a16="http://schemas.microsoft.com/office/drawing/2014/main" id="{14C8EB95-2B5D-498D-BE3B-BDD990E17FF8}"/>
              </a:ext>
            </a:extLst>
          </p:cNvPr>
          <p:cNvSpPr>
            <a:spLocks noGrp="1"/>
          </p:cNvSpPr>
          <p:nvPr>
            <p:ph type="sldNum" sz="quarter" idx="12"/>
          </p:nvPr>
        </p:nvSpPr>
        <p:spPr/>
        <p:txBody>
          <a:bodyPr/>
          <a:lstStyle/>
          <a:p>
            <a:fld id="{81FB5FCF-B845-4FD0-8CAB-5D8F3E376DBE}" type="slidenum">
              <a:rPr lang="en-US" smtClean="0"/>
              <a:t>83</a:t>
            </a:fld>
            <a:endParaRPr lang="en-US"/>
          </a:p>
        </p:txBody>
      </p:sp>
      <p:sp>
        <p:nvSpPr>
          <p:cNvPr id="7" name="椭圆 6">
            <a:extLst>
              <a:ext uri="{FF2B5EF4-FFF2-40B4-BE49-F238E27FC236}">
                <a16:creationId xmlns:a16="http://schemas.microsoft.com/office/drawing/2014/main" id="{CBC4B868-38C9-47B7-AF93-19CA09D30628}"/>
              </a:ext>
            </a:extLst>
          </p:cNvPr>
          <p:cNvSpPr/>
          <p:nvPr/>
        </p:nvSpPr>
        <p:spPr>
          <a:xfrm>
            <a:off x="2811194" y="3526598"/>
            <a:ext cx="569742" cy="5908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a:t>
            </a:r>
          </a:p>
        </p:txBody>
      </p:sp>
      <p:sp>
        <p:nvSpPr>
          <p:cNvPr id="9" name="椭圆 8">
            <a:extLst>
              <a:ext uri="{FF2B5EF4-FFF2-40B4-BE49-F238E27FC236}">
                <a16:creationId xmlns:a16="http://schemas.microsoft.com/office/drawing/2014/main" id="{D07DD50A-C0FD-4306-8F6F-07F20AF81CCA}"/>
              </a:ext>
            </a:extLst>
          </p:cNvPr>
          <p:cNvSpPr/>
          <p:nvPr/>
        </p:nvSpPr>
        <p:spPr>
          <a:xfrm>
            <a:off x="4043875" y="2533066"/>
            <a:ext cx="569742" cy="5908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0" name="椭圆 9">
            <a:extLst>
              <a:ext uri="{FF2B5EF4-FFF2-40B4-BE49-F238E27FC236}">
                <a16:creationId xmlns:a16="http://schemas.microsoft.com/office/drawing/2014/main" id="{4100E88E-CE4A-4937-A468-1DA8579EF3E7}"/>
              </a:ext>
            </a:extLst>
          </p:cNvPr>
          <p:cNvSpPr/>
          <p:nvPr/>
        </p:nvSpPr>
        <p:spPr>
          <a:xfrm>
            <a:off x="4158175" y="3491428"/>
            <a:ext cx="569742" cy="5908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1" name="椭圆 10">
            <a:extLst>
              <a:ext uri="{FF2B5EF4-FFF2-40B4-BE49-F238E27FC236}">
                <a16:creationId xmlns:a16="http://schemas.microsoft.com/office/drawing/2014/main" id="{55DCA591-7CBE-49D6-8A29-D658FCEE6333}"/>
              </a:ext>
            </a:extLst>
          </p:cNvPr>
          <p:cNvSpPr/>
          <p:nvPr/>
        </p:nvSpPr>
        <p:spPr>
          <a:xfrm>
            <a:off x="4188068" y="4797965"/>
            <a:ext cx="569742" cy="5908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13" name="直接箭头连接符 12">
            <a:extLst>
              <a:ext uri="{FF2B5EF4-FFF2-40B4-BE49-F238E27FC236}">
                <a16:creationId xmlns:a16="http://schemas.microsoft.com/office/drawing/2014/main" id="{2B2B6D91-C631-4310-BD36-EF4DCC9C2B19}"/>
              </a:ext>
            </a:extLst>
          </p:cNvPr>
          <p:cNvCxnSpPr>
            <a:stCxn id="7" idx="7"/>
          </p:cNvCxnSpPr>
          <p:nvPr/>
        </p:nvCxnSpPr>
        <p:spPr>
          <a:xfrm flipV="1">
            <a:off x="3297499" y="3012246"/>
            <a:ext cx="746376" cy="6008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4C7DD6DA-BCE6-4567-B4BD-78C0B1FF832D}"/>
              </a:ext>
            </a:extLst>
          </p:cNvPr>
          <p:cNvCxnSpPr>
            <a:stCxn id="7" idx="6"/>
            <a:endCxn id="10" idx="2"/>
          </p:cNvCxnSpPr>
          <p:nvPr/>
        </p:nvCxnSpPr>
        <p:spPr>
          <a:xfrm flipV="1">
            <a:off x="3380939" y="3786848"/>
            <a:ext cx="777239" cy="351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14EF1D08-EF31-4907-BC95-DB36574E0CCF}"/>
              </a:ext>
            </a:extLst>
          </p:cNvPr>
          <p:cNvCxnSpPr>
            <a:cxnSpLocks/>
            <a:stCxn id="7" idx="5"/>
          </p:cNvCxnSpPr>
          <p:nvPr/>
        </p:nvCxnSpPr>
        <p:spPr>
          <a:xfrm>
            <a:off x="3297499" y="4030915"/>
            <a:ext cx="910304" cy="8823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6543786B-93E6-47D1-92E9-275D8C046C5C}"/>
              </a:ext>
            </a:extLst>
          </p:cNvPr>
          <p:cNvSpPr txBox="1"/>
          <p:nvPr/>
        </p:nvSpPr>
        <p:spPr>
          <a:xfrm>
            <a:off x="4352155" y="3935955"/>
            <a:ext cx="248786" cy="1015663"/>
          </a:xfrm>
          <a:prstGeom prst="rect">
            <a:avLst/>
          </a:prstGeom>
          <a:noFill/>
        </p:spPr>
        <p:txBody>
          <a:bodyPr wrap="none" rtlCol="0">
            <a:spAutoFit/>
          </a:bodyPr>
          <a:lstStyle/>
          <a:p>
            <a:r>
              <a:rPr lang="en-US" sz="2000" dirty="0"/>
              <a:t>.</a:t>
            </a:r>
          </a:p>
          <a:p>
            <a:r>
              <a:rPr lang="en-US" sz="2000" dirty="0"/>
              <a:t>.</a:t>
            </a:r>
          </a:p>
          <a:p>
            <a:r>
              <a:rPr lang="en-US" sz="2000" dirty="0"/>
              <a:t>.</a:t>
            </a:r>
          </a:p>
        </p:txBody>
      </p:sp>
      <p:sp>
        <p:nvSpPr>
          <p:cNvPr id="21" name="椭圆 20">
            <a:extLst>
              <a:ext uri="{FF2B5EF4-FFF2-40B4-BE49-F238E27FC236}">
                <a16:creationId xmlns:a16="http://schemas.microsoft.com/office/drawing/2014/main" id="{2CEB49BF-A4A1-401F-8C46-AF0088F4C12A}"/>
              </a:ext>
            </a:extLst>
          </p:cNvPr>
          <p:cNvSpPr/>
          <p:nvPr/>
        </p:nvSpPr>
        <p:spPr>
          <a:xfrm>
            <a:off x="3749137" y="2390630"/>
            <a:ext cx="1308295" cy="3099342"/>
          </a:xfrm>
          <a:prstGeom prst="ellipse">
            <a:avLst/>
          </a:prstGeom>
          <a:solidFill>
            <a:srgbClr val="C00000">
              <a:alpha val="38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2" name="文本框 21">
            <a:extLst>
              <a:ext uri="{FF2B5EF4-FFF2-40B4-BE49-F238E27FC236}">
                <a16:creationId xmlns:a16="http://schemas.microsoft.com/office/drawing/2014/main" id="{550B6AF1-0E1D-44D3-8F6D-89B41F540C3D}"/>
              </a:ext>
            </a:extLst>
          </p:cNvPr>
          <p:cNvSpPr txBox="1"/>
          <p:nvPr/>
        </p:nvSpPr>
        <p:spPr>
          <a:xfrm>
            <a:off x="3662293" y="5446835"/>
            <a:ext cx="1832105" cy="461665"/>
          </a:xfrm>
          <a:prstGeom prst="rect">
            <a:avLst/>
          </a:prstGeom>
          <a:noFill/>
        </p:spPr>
        <p:txBody>
          <a:bodyPr wrap="none" rtlCol="0">
            <a:spAutoFit/>
          </a:bodyPr>
          <a:lstStyle/>
          <a:p>
            <a:r>
              <a:rPr lang="en-US" sz="2400" dirty="0"/>
              <a:t>Successors(s)</a:t>
            </a:r>
          </a:p>
        </p:txBody>
      </p:sp>
      <p:sp>
        <p:nvSpPr>
          <p:cNvPr id="24" name="文本框 23">
            <a:extLst>
              <a:ext uri="{FF2B5EF4-FFF2-40B4-BE49-F238E27FC236}">
                <a16:creationId xmlns:a16="http://schemas.microsoft.com/office/drawing/2014/main" id="{49E3D6A8-FC3B-4A21-A1F8-BC9A1425C24A}"/>
              </a:ext>
            </a:extLst>
          </p:cNvPr>
          <p:cNvSpPr txBox="1"/>
          <p:nvPr/>
        </p:nvSpPr>
        <p:spPr>
          <a:xfrm>
            <a:off x="1827683" y="2692744"/>
            <a:ext cx="1974900" cy="584775"/>
          </a:xfrm>
          <a:prstGeom prst="rect">
            <a:avLst/>
          </a:prstGeom>
          <a:noFill/>
        </p:spPr>
        <p:txBody>
          <a:bodyPr wrap="none" rtlCol="0">
            <a:spAutoFit/>
          </a:bodyPr>
          <a:lstStyle/>
          <a:p>
            <a:r>
              <a:rPr lang="en-US" sz="1600" dirty="0">
                <a:solidFill>
                  <a:srgbClr val="FF0000"/>
                </a:solidFill>
              </a:rPr>
              <a:t>No Computation Cost</a:t>
            </a:r>
          </a:p>
          <a:p>
            <a:r>
              <a:rPr lang="en-US" sz="1600" dirty="0">
                <a:solidFill>
                  <a:srgbClr val="FF0000"/>
                </a:solidFill>
              </a:rPr>
              <a:t>Large Store Space</a:t>
            </a:r>
          </a:p>
        </p:txBody>
      </p:sp>
      <p:sp>
        <p:nvSpPr>
          <p:cNvPr id="26" name="文本框 25">
            <a:extLst>
              <a:ext uri="{FF2B5EF4-FFF2-40B4-BE49-F238E27FC236}">
                <a16:creationId xmlns:a16="http://schemas.microsoft.com/office/drawing/2014/main" id="{8DC3A77D-FBAF-4EC4-BCF5-1C95097AF35C}"/>
              </a:ext>
            </a:extLst>
          </p:cNvPr>
          <p:cNvSpPr txBox="1"/>
          <p:nvPr/>
        </p:nvSpPr>
        <p:spPr>
          <a:xfrm>
            <a:off x="3208412" y="1924680"/>
            <a:ext cx="1074333" cy="461665"/>
          </a:xfrm>
          <a:prstGeom prst="rect">
            <a:avLst/>
          </a:prstGeom>
          <a:noFill/>
        </p:spPr>
        <p:txBody>
          <a:bodyPr wrap="none" rtlCol="0">
            <a:spAutoFit/>
          </a:bodyPr>
          <a:lstStyle/>
          <a:p>
            <a:r>
              <a:rPr lang="en-US" sz="2400" dirty="0"/>
              <a:t>Explicit</a:t>
            </a:r>
          </a:p>
        </p:txBody>
      </p:sp>
    </p:spTree>
    <p:extLst>
      <p:ext uri="{BB962C8B-B14F-4D97-AF65-F5344CB8AC3E}">
        <p14:creationId xmlns:p14="http://schemas.microsoft.com/office/powerpoint/2010/main" val="207240488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F3E1C5-3C2D-454D-AEA9-E2CD66106590}"/>
              </a:ext>
            </a:extLst>
          </p:cNvPr>
          <p:cNvSpPr>
            <a:spLocks noGrp="1"/>
          </p:cNvSpPr>
          <p:nvPr>
            <p:ph type="title"/>
          </p:nvPr>
        </p:nvSpPr>
        <p:spPr/>
        <p:txBody>
          <a:bodyPr/>
          <a:lstStyle/>
          <a:p>
            <a:r>
              <a:rPr lang="zh-CN" altLang="en-US" dirty="0"/>
              <a:t>显示</a:t>
            </a:r>
            <a:r>
              <a:rPr lang="en-US" altLang="zh-CN" dirty="0"/>
              <a:t>(Explicit)</a:t>
            </a:r>
            <a:r>
              <a:rPr lang="zh-CN" altLang="en-US" dirty="0"/>
              <a:t>模型</a:t>
            </a:r>
            <a:r>
              <a:rPr lang="en-US" altLang="zh-CN" dirty="0"/>
              <a:t> vs. </a:t>
            </a:r>
            <a:r>
              <a:rPr lang="zh-CN" altLang="en-US" dirty="0"/>
              <a:t>隐式</a:t>
            </a:r>
            <a:r>
              <a:rPr lang="en-US" altLang="zh-CN" dirty="0"/>
              <a:t>(Implicit)</a:t>
            </a:r>
            <a:r>
              <a:rPr lang="zh-CN" altLang="en-US" dirty="0"/>
              <a:t>模型</a:t>
            </a:r>
            <a:endParaRPr lang="en-US" dirty="0"/>
          </a:p>
        </p:txBody>
      </p:sp>
      <p:sp>
        <p:nvSpPr>
          <p:cNvPr id="27" name="灯片编号占位符 26">
            <a:extLst>
              <a:ext uri="{FF2B5EF4-FFF2-40B4-BE49-F238E27FC236}">
                <a16:creationId xmlns:a16="http://schemas.microsoft.com/office/drawing/2014/main" id="{14C8EB95-2B5D-498D-BE3B-BDD990E17FF8}"/>
              </a:ext>
            </a:extLst>
          </p:cNvPr>
          <p:cNvSpPr>
            <a:spLocks noGrp="1"/>
          </p:cNvSpPr>
          <p:nvPr>
            <p:ph type="sldNum" sz="quarter" idx="12"/>
          </p:nvPr>
        </p:nvSpPr>
        <p:spPr/>
        <p:txBody>
          <a:bodyPr/>
          <a:lstStyle/>
          <a:p>
            <a:fld id="{81FB5FCF-B845-4FD0-8CAB-5D8F3E376DBE}" type="slidenum">
              <a:rPr lang="en-US" smtClean="0"/>
              <a:t>84</a:t>
            </a:fld>
            <a:endParaRPr lang="en-US"/>
          </a:p>
        </p:txBody>
      </p:sp>
      <p:sp>
        <p:nvSpPr>
          <p:cNvPr id="7" name="椭圆 6">
            <a:extLst>
              <a:ext uri="{FF2B5EF4-FFF2-40B4-BE49-F238E27FC236}">
                <a16:creationId xmlns:a16="http://schemas.microsoft.com/office/drawing/2014/main" id="{CBC4B868-38C9-47B7-AF93-19CA09D30628}"/>
              </a:ext>
            </a:extLst>
          </p:cNvPr>
          <p:cNvSpPr/>
          <p:nvPr/>
        </p:nvSpPr>
        <p:spPr>
          <a:xfrm>
            <a:off x="2811194" y="3526598"/>
            <a:ext cx="569742" cy="5908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a:t>
            </a:r>
          </a:p>
        </p:txBody>
      </p:sp>
      <p:sp>
        <p:nvSpPr>
          <p:cNvPr id="9" name="椭圆 8">
            <a:extLst>
              <a:ext uri="{FF2B5EF4-FFF2-40B4-BE49-F238E27FC236}">
                <a16:creationId xmlns:a16="http://schemas.microsoft.com/office/drawing/2014/main" id="{D07DD50A-C0FD-4306-8F6F-07F20AF81CCA}"/>
              </a:ext>
            </a:extLst>
          </p:cNvPr>
          <p:cNvSpPr/>
          <p:nvPr/>
        </p:nvSpPr>
        <p:spPr>
          <a:xfrm>
            <a:off x="4043875" y="2533066"/>
            <a:ext cx="569742" cy="5908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0" name="椭圆 9">
            <a:extLst>
              <a:ext uri="{FF2B5EF4-FFF2-40B4-BE49-F238E27FC236}">
                <a16:creationId xmlns:a16="http://schemas.microsoft.com/office/drawing/2014/main" id="{4100E88E-CE4A-4937-A468-1DA8579EF3E7}"/>
              </a:ext>
            </a:extLst>
          </p:cNvPr>
          <p:cNvSpPr/>
          <p:nvPr/>
        </p:nvSpPr>
        <p:spPr>
          <a:xfrm>
            <a:off x="4158175" y="3491428"/>
            <a:ext cx="569742" cy="5908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1" name="椭圆 10">
            <a:extLst>
              <a:ext uri="{FF2B5EF4-FFF2-40B4-BE49-F238E27FC236}">
                <a16:creationId xmlns:a16="http://schemas.microsoft.com/office/drawing/2014/main" id="{55DCA591-7CBE-49D6-8A29-D658FCEE6333}"/>
              </a:ext>
            </a:extLst>
          </p:cNvPr>
          <p:cNvSpPr/>
          <p:nvPr/>
        </p:nvSpPr>
        <p:spPr>
          <a:xfrm>
            <a:off x="4188068" y="4797965"/>
            <a:ext cx="569742" cy="5908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13" name="直接箭头连接符 12">
            <a:extLst>
              <a:ext uri="{FF2B5EF4-FFF2-40B4-BE49-F238E27FC236}">
                <a16:creationId xmlns:a16="http://schemas.microsoft.com/office/drawing/2014/main" id="{2B2B6D91-C631-4310-BD36-EF4DCC9C2B19}"/>
              </a:ext>
            </a:extLst>
          </p:cNvPr>
          <p:cNvCxnSpPr>
            <a:stCxn id="7" idx="7"/>
          </p:cNvCxnSpPr>
          <p:nvPr/>
        </p:nvCxnSpPr>
        <p:spPr>
          <a:xfrm flipV="1">
            <a:off x="3297499" y="3012246"/>
            <a:ext cx="746376" cy="6008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4C7DD6DA-BCE6-4567-B4BD-78C0B1FF832D}"/>
              </a:ext>
            </a:extLst>
          </p:cNvPr>
          <p:cNvCxnSpPr>
            <a:stCxn id="7" idx="6"/>
            <a:endCxn id="10" idx="2"/>
          </p:cNvCxnSpPr>
          <p:nvPr/>
        </p:nvCxnSpPr>
        <p:spPr>
          <a:xfrm flipV="1">
            <a:off x="3380939" y="3786848"/>
            <a:ext cx="777239" cy="351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14EF1D08-EF31-4907-BC95-DB36574E0CCF}"/>
              </a:ext>
            </a:extLst>
          </p:cNvPr>
          <p:cNvCxnSpPr>
            <a:cxnSpLocks/>
            <a:stCxn id="7" idx="5"/>
          </p:cNvCxnSpPr>
          <p:nvPr/>
        </p:nvCxnSpPr>
        <p:spPr>
          <a:xfrm>
            <a:off x="3297499" y="4030915"/>
            <a:ext cx="910304" cy="8823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6543786B-93E6-47D1-92E9-275D8C046C5C}"/>
              </a:ext>
            </a:extLst>
          </p:cNvPr>
          <p:cNvSpPr txBox="1"/>
          <p:nvPr/>
        </p:nvSpPr>
        <p:spPr>
          <a:xfrm>
            <a:off x="4352155" y="3935955"/>
            <a:ext cx="248786" cy="1015663"/>
          </a:xfrm>
          <a:prstGeom prst="rect">
            <a:avLst/>
          </a:prstGeom>
          <a:noFill/>
        </p:spPr>
        <p:txBody>
          <a:bodyPr wrap="none" rtlCol="0">
            <a:spAutoFit/>
          </a:bodyPr>
          <a:lstStyle/>
          <a:p>
            <a:r>
              <a:rPr lang="en-US" sz="2000" dirty="0"/>
              <a:t>.</a:t>
            </a:r>
          </a:p>
          <a:p>
            <a:r>
              <a:rPr lang="en-US" sz="2000" dirty="0"/>
              <a:t>.</a:t>
            </a:r>
          </a:p>
          <a:p>
            <a:r>
              <a:rPr lang="en-US" sz="2000" dirty="0"/>
              <a:t>.</a:t>
            </a:r>
          </a:p>
        </p:txBody>
      </p:sp>
      <p:sp>
        <p:nvSpPr>
          <p:cNvPr id="21" name="椭圆 20">
            <a:extLst>
              <a:ext uri="{FF2B5EF4-FFF2-40B4-BE49-F238E27FC236}">
                <a16:creationId xmlns:a16="http://schemas.microsoft.com/office/drawing/2014/main" id="{2CEB49BF-A4A1-401F-8C46-AF0088F4C12A}"/>
              </a:ext>
            </a:extLst>
          </p:cNvPr>
          <p:cNvSpPr/>
          <p:nvPr/>
        </p:nvSpPr>
        <p:spPr>
          <a:xfrm>
            <a:off x="3749137" y="2390630"/>
            <a:ext cx="1308295" cy="3099342"/>
          </a:xfrm>
          <a:prstGeom prst="ellipse">
            <a:avLst/>
          </a:prstGeom>
          <a:solidFill>
            <a:srgbClr val="C00000">
              <a:alpha val="38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2" name="文本框 21">
            <a:extLst>
              <a:ext uri="{FF2B5EF4-FFF2-40B4-BE49-F238E27FC236}">
                <a16:creationId xmlns:a16="http://schemas.microsoft.com/office/drawing/2014/main" id="{550B6AF1-0E1D-44D3-8F6D-89B41F540C3D}"/>
              </a:ext>
            </a:extLst>
          </p:cNvPr>
          <p:cNvSpPr txBox="1"/>
          <p:nvPr/>
        </p:nvSpPr>
        <p:spPr>
          <a:xfrm>
            <a:off x="3662293" y="5446835"/>
            <a:ext cx="1832105" cy="461665"/>
          </a:xfrm>
          <a:prstGeom prst="rect">
            <a:avLst/>
          </a:prstGeom>
          <a:noFill/>
        </p:spPr>
        <p:txBody>
          <a:bodyPr wrap="none" rtlCol="0">
            <a:spAutoFit/>
          </a:bodyPr>
          <a:lstStyle/>
          <a:p>
            <a:r>
              <a:rPr lang="en-US" sz="2400" dirty="0"/>
              <a:t>Successors(s)</a:t>
            </a:r>
          </a:p>
        </p:txBody>
      </p:sp>
      <p:sp>
        <p:nvSpPr>
          <p:cNvPr id="24" name="文本框 23">
            <a:extLst>
              <a:ext uri="{FF2B5EF4-FFF2-40B4-BE49-F238E27FC236}">
                <a16:creationId xmlns:a16="http://schemas.microsoft.com/office/drawing/2014/main" id="{49E3D6A8-FC3B-4A21-A1F8-BC9A1425C24A}"/>
              </a:ext>
            </a:extLst>
          </p:cNvPr>
          <p:cNvSpPr txBox="1"/>
          <p:nvPr/>
        </p:nvSpPr>
        <p:spPr>
          <a:xfrm>
            <a:off x="1827683" y="2692744"/>
            <a:ext cx="1974900" cy="584775"/>
          </a:xfrm>
          <a:prstGeom prst="rect">
            <a:avLst/>
          </a:prstGeom>
          <a:noFill/>
        </p:spPr>
        <p:txBody>
          <a:bodyPr wrap="none" rtlCol="0">
            <a:spAutoFit/>
          </a:bodyPr>
          <a:lstStyle/>
          <a:p>
            <a:r>
              <a:rPr lang="en-US" sz="1600" dirty="0">
                <a:solidFill>
                  <a:srgbClr val="FF0000"/>
                </a:solidFill>
              </a:rPr>
              <a:t>No Computation Cost</a:t>
            </a:r>
          </a:p>
          <a:p>
            <a:r>
              <a:rPr lang="en-US" sz="1600" dirty="0">
                <a:solidFill>
                  <a:srgbClr val="FF0000"/>
                </a:solidFill>
              </a:rPr>
              <a:t>Large Store Space</a:t>
            </a:r>
          </a:p>
        </p:txBody>
      </p:sp>
      <p:sp>
        <p:nvSpPr>
          <p:cNvPr id="26" name="文本框 25">
            <a:extLst>
              <a:ext uri="{FF2B5EF4-FFF2-40B4-BE49-F238E27FC236}">
                <a16:creationId xmlns:a16="http://schemas.microsoft.com/office/drawing/2014/main" id="{8DC3A77D-FBAF-4EC4-BCF5-1C95097AF35C}"/>
              </a:ext>
            </a:extLst>
          </p:cNvPr>
          <p:cNvSpPr txBox="1"/>
          <p:nvPr/>
        </p:nvSpPr>
        <p:spPr>
          <a:xfrm>
            <a:off x="3208412" y="1924680"/>
            <a:ext cx="1074333" cy="461665"/>
          </a:xfrm>
          <a:prstGeom prst="rect">
            <a:avLst/>
          </a:prstGeom>
          <a:noFill/>
        </p:spPr>
        <p:txBody>
          <a:bodyPr wrap="none" rtlCol="0">
            <a:spAutoFit/>
          </a:bodyPr>
          <a:lstStyle/>
          <a:p>
            <a:r>
              <a:rPr lang="en-US" sz="2400" dirty="0"/>
              <a:t>Explicit</a:t>
            </a:r>
          </a:p>
        </p:txBody>
      </p:sp>
      <p:pic>
        <p:nvPicPr>
          <p:cNvPr id="18" name="图片 17" descr="图示&#10;&#10;描述已自动生成">
            <a:extLst>
              <a:ext uri="{FF2B5EF4-FFF2-40B4-BE49-F238E27FC236}">
                <a16:creationId xmlns:a16="http://schemas.microsoft.com/office/drawing/2014/main" id="{2A463402-064E-4DE1-B097-BBA8BE19B8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6722" y="3831901"/>
            <a:ext cx="4939724" cy="1866118"/>
          </a:xfrm>
          <a:prstGeom prst="rect">
            <a:avLst/>
          </a:prstGeom>
        </p:spPr>
      </p:pic>
    </p:spTree>
    <p:extLst>
      <p:ext uri="{BB962C8B-B14F-4D97-AF65-F5344CB8AC3E}">
        <p14:creationId xmlns:p14="http://schemas.microsoft.com/office/powerpoint/2010/main" val="128462942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F3E1C5-3C2D-454D-AEA9-E2CD66106590}"/>
              </a:ext>
            </a:extLst>
          </p:cNvPr>
          <p:cNvSpPr>
            <a:spLocks noGrp="1"/>
          </p:cNvSpPr>
          <p:nvPr>
            <p:ph type="title"/>
          </p:nvPr>
        </p:nvSpPr>
        <p:spPr/>
        <p:txBody>
          <a:bodyPr/>
          <a:lstStyle/>
          <a:p>
            <a:r>
              <a:rPr lang="zh-CN" altLang="en-US" dirty="0"/>
              <a:t>显示</a:t>
            </a:r>
            <a:r>
              <a:rPr lang="en-US" altLang="zh-CN" dirty="0"/>
              <a:t>(Explicit)</a:t>
            </a:r>
            <a:r>
              <a:rPr lang="zh-CN" altLang="en-US" dirty="0"/>
              <a:t>模型</a:t>
            </a:r>
            <a:r>
              <a:rPr lang="en-US" altLang="zh-CN" dirty="0"/>
              <a:t> vs. </a:t>
            </a:r>
            <a:r>
              <a:rPr lang="zh-CN" altLang="en-US" dirty="0"/>
              <a:t>隐式</a:t>
            </a:r>
            <a:r>
              <a:rPr lang="en-US" altLang="zh-CN" dirty="0"/>
              <a:t>(Implicit)</a:t>
            </a:r>
            <a:r>
              <a:rPr lang="zh-CN" altLang="en-US" dirty="0"/>
              <a:t>模型</a:t>
            </a:r>
            <a:endParaRPr lang="en-US" dirty="0"/>
          </a:p>
        </p:txBody>
      </p:sp>
      <p:sp>
        <p:nvSpPr>
          <p:cNvPr id="44" name="灯片编号占位符 43">
            <a:extLst>
              <a:ext uri="{FF2B5EF4-FFF2-40B4-BE49-F238E27FC236}">
                <a16:creationId xmlns:a16="http://schemas.microsoft.com/office/drawing/2014/main" id="{8C4DC5A9-B733-4E30-966C-F133C9DA8DC8}"/>
              </a:ext>
            </a:extLst>
          </p:cNvPr>
          <p:cNvSpPr>
            <a:spLocks noGrp="1"/>
          </p:cNvSpPr>
          <p:nvPr>
            <p:ph type="sldNum" sz="quarter" idx="12"/>
          </p:nvPr>
        </p:nvSpPr>
        <p:spPr/>
        <p:txBody>
          <a:bodyPr/>
          <a:lstStyle/>
          <a:p>
            <a:fld id="{81FB5FCF-B845-4FD0-8CAB-5D8F3E376DBE}" type="slidenum">
              <a:rPr lang="en-US" smtClean="0"/>
              <a:t>85</a:t>
            </a:fld>
            <a:endParaRPr lang="en-US"/>
          </a:p>
        </p:txBody>
      </p:sp>
      <p:sp>
        <p:nvSpPr>
          <p:cNvPr id="7" name="椭圆 6">
            <a:extLst>
              <a:ext uri="{FF2B5EF4-FFF2-40B4-BE49-F238E27FC236}">
                <a16:creationId xmlns:a16="http://schemas.microsoft.com/office/drawing/2014/main" id="{CBC4B868-38C9-47B7-AF93-19CA09D30628}"/>
              </a:ext>
            </a:extLst>
          </p:cNvPr>
          <p:cNvSpPr/>
          <p:nvPr/>
        </p:nvSpPr>
        <p:spPr>
          <a:xfrm>
            <a:off x="2811194" y="3526598"/>
            <a:ext cx="569742" cy="5908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a:t>
            </a:r>
          </a:p>
        </p:txBody>
      </p:sp>
      <p:sp>
        <p:nvSpPr>
          <p:cNvPr id="9" name="椭圆 8">
            <a:extLst>
              <a:ext uri="{FF2B5EF4-FFF2-40B4-BE49-F238E27FC236}">
                <a16:creationId xmlns:a16="http://schemas.microsoft.com/office/drawing/2014/main" id="{D07DD50A-C0FD-4306-8F6F-07F20AF81CCA}"/>
              </a:ext>
            </a:extLst>
          </p:cNvPr>
          <p:cNvSpPr/>
          <p:nvPr/>
        </p:nvSpPr>
        <p:spPr>
          <a:xfrm>
            <a:off x="4043875" y="2533066"/>
            <a:ext cx="569742" cy="5908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0" name="椭圆 9">
            <a:extLst>
              <a:ext uri="{FF2B5EF4-FFF2-40B4-BE49-F238E27FC236}">
                <a16:creationId xmlns:a16="http://schemas.microsoft.com/office/drawing/2014/main" id="{4100E88E-CE4A-4937-A468-1DA8579EF3E7}"/>
              </a:ext>
            </a:extLst>
          </p:cNvPr>
          <p:cNvSpPr/>
          <p:nvPr/>
        </p:nvSpPr>
        <p:spPr>
          <a:xfrm>
            <a:off x="4158175" y="3491428"/>
            <a:ext cx="569742" cy="5908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1" name="椭圆 10">
            <a:extLst>
              <a:ext uri="{FF2B5EF4-FFF2-40B4-BE49-F238E27FC236}">
                <a16:creationId xmlns:a16="http://schemas.microsoft.com/office/drawing/2014/main" id="{55DCA591-7CBE-49D6-8A29-D658FCEE6333}"/>
              </a:ext>
            </a:extLst>
          </p:cNvPr>
          <p:cNvSpPr/>
          <p:nvPr/>
        </p:nvSpPr>
        <p:spPr>
          <a:xfrm>
            <a:off x="4188068" y="4797965"/>
            <a:ext cx="569742" cy="5908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13" name="直接箭头连接符 12">
            <a:extLst>
              <a:ext uri="{FF2B5EF4-FFF2-40B4-BE49-F238E27FC236}">
                <a16:creationId xmlns:a16="http://schemas.microsoft.com/office/drawing/2014/main" id="{2B2B6D91-C631-4310-BD36-EF4DCC9C2B19}"/>
              </a:ext>
            </a:extLst>
          </p:cNvPr>
          <p:cNvCxnSpPr>
            <a:stCxn id="7" idx="7"/>
          </p:cNvCxnSpPr>
          <p:nvPr/>
        </p:nvCxnSpPr>
        <p:spPr>
          <a:xfrm flipV="1">
            <a:off x="3297499" y="3012246"/>
            <a:ext cx="746376" cy="6008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4C7DD6DA-BCE6-4567-B4BD-78C0B1FF832D}"/>
              </a:ext>
            </a:extLst>
          </p:cNvPr>
          <p:cNvCxnSpPr>
            <a:stCxn id="7" idx="6"/>
            <a:endCxn id="10" idx="2"/>
          </p:cNvCxnSpPr>
          <p:nvPr/>
        </p:nvCxnSpPr>
        <p:spPr>
          <a:xfrm flipV="1">
            <a:off x="3380939" y="3786848"/>
            <a:ext cx="777239" cy="351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14EF1D08-EF31-4907-BC95-DB36574E0CCF}"/>
              </a:ext>
            </a:extLst>
          </p:cNvPr>
          <p:cNvCxnSpPr>
            <a:cxnSpLocks/>
            <a:stCxn id="7" idx="5"/>
          </p:cNvCxnSpPr>
          <p:nvPr/>
        </p:nvCxnSpPr>
        <p:spPr>
          <a:xfrm>
            <a:off x="3297499" y="4030915"/>
            <a:ext cx="910304" cy="8823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6543786B-93E6-47D1-92E9-275D8C046C5C}"/>
              </a:ext>
            </a:extLst>
          </p:cNvPr>
          <p:cNvSpPr txBox="1"/>
          <p:nvPr/>
        </p:nvSpPr>
        <p:spPr>
          <a:xfrm>
            <a:off x="4352155" y="3935955"/>
            <a:ext cx="248786" cy="1015663"/>
          </a:xfrm>
          <a:prstGeom prst="rect">
            <a:avLst/>
          </a:prstGeom>
          <a:noFill/>
        </p:spPr>
        <p:txBody>
          <a:bodyPr wrap="none" rtlCol="0">
            <a:spAutoFit/>
          </a:bodyPr>
          <a:lstStyle/>
          <a:p>
            <a:r>
              <a:rPr lang="en-US" sz="2000" dirty="0"/>
              <a:t>.</a:t>
            </a:r>
          </a:p>
          <a:p>
            <a:r>
              <a:rPr lang="en-US" sz="2000" dirty="0"/>
              <a:t>.</a:t>
            </a:r>
          </a:p>
          <a:p>
            <a:r>
              <a:rPr lang="en-US" sz="2000" dirty="0"/>
              <a:t>.</a:t>
            </a:r>
          </a:p>
        </p:txBody>
      </p:sp>
      <p:sp>
        <p:nvSpPr>
          <p:cNvPr id="21" name="椭圆 20">
            <a:extLst>
              <a:ext uri="{FF2B5EF4-FFF2-40B4-BE49-F238E27FC236}">
                <a16:creationId xmlns:a16="http://schemas.microsoft.com/office/drawing/2014/main" id="{2CEB49BF-A4A1-401F-8C46-AF0088F4C12A}"/>
              </a:ext>
            </a:extLst>
          </p:cNvPr>
          <p:cNvSpPr/>
          <p:nvPr/>
        </p:nvSpPr>
        <p:spPr>
          <a:xfrm>
            <a:off x="3749137" y="2390630"/>
            <a:ext cx="1308295" cy="3099342"/>
          </a:xfrm>
          <a:prstGeom prst="ellipse">
            <a:avLst/>
          </a:prstGeom>
          <a:solidFill>
            <a:srgbClr val="C00000">
              <a:alpha val="38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2" name="文本框 21">
            <a:extLst>
              <a:ext uri="{FF2B5EF4-FFF2-40B4-BE49-F238E27FC236}">
                <a16:creationId xmlns:a16="http://schemas.microsoft.com/office/drawing/2014/main" id="{550B6AF1-0E1D-44D3-8F6D-89B41F540C3D}"/>
              </a:ext>
            </a:extLst>
          </p:cNvPr>
          <p:cNvSpPr txBox="1"/>
          <p:nvPr/>
        </p:nvSpPr>
        <p:spPr>
          <a:xfrm>
            <a:off x="3662293" y="5446835"/>
            <a:ext cx="1832105" cy="461665"/>
          </a:xfrm>
          <a:prstGeom prst="rect">
            <a:avLst/>
          </a:prstGeom>
          <a:noFill/>
        </p:spPr>
        <p:txBody>
          <a:bodyPr wrap="none" rtlCol="0">
            <a:spAutoFit/>
          </a:bodyPr>
          <a:lstStyle/>
          <a:p>
            <a:r>
              <a:rPr lang="en-US" sz="2400" dirty="0"/>
              <a:t>Successors(s)</a:t>
            </a:r>
          </a:p>
        </p:txBody>
      </p:sp>
      <p:cxnSp>
        <p:nvCxnSpPr>
          <p:cNvPr id="16" name="直接箭头连接符 15">
            <a:extLst>
              <a:ext uri="{FF2B5EF4-FFF2-40B4-BE49-F238E27FC236}">
                <a16:creationId xmlns:a16="http://schemas.microsoft.com/office/drawing/2014/main" id="{095DAEDF-9494-42AB-8981-8E24AA044E93}"/>
              </a:ext>
            </a:extLst>
          </p:cNvPr>
          <p:cNvCxnSpPr>
            <a:cxnSpLocks/>
          </p:cNvCxnSpPr>
          <p:nvPr/>
        </p:nvCxnSpPr>
        <p:spPr>
          <a:xfrm flipV="1">
            <a:off x="7790369" y="3126546"/>
            <a:ext cx="746376" cy="600878"/>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BED46A41-3654-4C41-B427-D05401863052}"/>
              </a:ext>
            </a:extLst>
          </p:cNvPr>
          <p:cNvCxnSpPr>
            <a:cxnSpLocks/>
            <a:stCxn id="5" idx="3"/>
          </p:cNvCxnSpPr>
          <p:nvPr/>
        </p:nvCxnSpPr>
        <p:spPr>
          <a:xfrm>
            <a:off x="7779819" y="3900417"/>
            <a:ext cx="871228" cy="733"/>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8F398D91-E2A2-4737-B757-EE4350A36B7F}"/>
              </a:ext>
            </a:extLst>
          </p:cNvPr>
          <p:cNvCxnSpPr>
            <a:cxnSpLocks/>
          </p:cNvCxnSpPr>
          <p:nvPr/>
        </p:nvCxnSpPr>
        <p:spPr>
          <a:xfrm>
            <a:off x="7790369" y="4145215"/>
            <a:ext cx="910304" cy="882337"/>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sp>
        <p:nvSpPr>
          <p:cNvPr id="30" name="椭圆 29">
            <a:extLst>
              <a:ext uri="{FF2B5EF4-FFF2-40B4-BE49-F238E27FC236}">
                <a16:creationId xmlns:a16="http://schemas.microsoft.com/office/drawing/2014/main" id="{25C98D6B-45F9-4521-87DE-3CC03E220ED3}"/>
              </a:ext>
            </a:extLst>
          </p:cNvPr>
          <p:cNvSpPr/>
          <p:nvPr/>
        </p:nvSpPr>
        <p:spPr>
          <a:xfrm>
            <a:off x="8547297" y="2668471"/>
            <a:ext cx="569742" cy="5908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31" name="椭圆 30">
            <a:extLst>
              <a:ext uri="{FF2B5EF4-FFF2-40B4-BE49-F238E27FC236}">
                <a16:creationId xmlns:a16="http://schemas.microsoft.com/office/drawing/2014/main" id="{B434A2A6-58EA-4347-8ED7-7FA77F52D395}"/>
              </a:ext>
            </a:extLst>
          </p:cNvPr>
          <p:cNvSpPr/>
          <p:nvPr/>
        </p:nvSpPr>
        <p:spPr>
          <a:xfrm>
            <a:off x="8661597" y="3489668"/>
            <a:ext cx="569742" cy="5908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32" name="椭圆 31">
            <a:extLst>
              <a:ext uri="{FF2B5EF4-FFF2-40B4-BE49-F238E27FC236}">
                <a16:creationId xmlns:a16="http://schemas.microsoft.com/office/drawing/2014/main" id="{6D80CA17-9409-49C9-8FEF-65F96770A99F}"/>
              </a:ext>
            </a:extLst>
          </p:cNvPr>
          <p:cNvSpPr/>
          <p:nvPr/>
        </p:nvSpPr>
        <p:spPr>
          <a:xfrm>
            <a:off x="8733693" y="4859513"/>
            <a:ext cx="569742" cy="5908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4" name="文本框 3">
            <a:extLst>
              <a:ext uri="{FF2B5EF4-FFF2-40B4-BE49-F238E27FC236}">
                <a16:creationId xmlns:a16="http://schemas.microsoft.com/office/drawing/2014/main" id="{5E4A95CD-D31E-413A-8204-D24CFA352B92}"/>
              </a:ext>
            </a:extLst>
          </p:cNvPr>
          <p:cNvSpPr txBox="1"/>
          <p:nvPr/>
        </p:nvSpPr>
        <p:spPr>
          <a:xfrm>
            <a:off x="8909539" y="3906423"/>
            <a:ext cx="261610" cy="1200329"/>
          </a:xfrm>
          <a:prstGeom prst="rect">
            <a:avLst/>
          </a:prstGeom>
          <a:noFill/>
        </p:spPr>
        <p:txBody>
          <a:bodyPr wrap="none" rtlCol="0">
            <a:spAutoFit/>
          </a:bodyPr>
          <a:lstStyle/>
          <a:p>
            <a:r>
              <a:rPr lang="en-US" sz="2400" dirty="0"/>
              <a:t>.</a:t>
            </a:r>
          </a:p>
          <a:p>
            <a:r>
              <a:rPr lang="en-US" sz="2400" dirty="0"/>
              <a:t>.</a:t>
            </a:r>
          </a:p>
          <a:p>
            <a:r>
              <a:rPr lang="en-US" sz="2400" dirty="0"/>
              <a:t>.</a:t>
            </a:r>
          </a:p>
        </p:txBody>
      </p:sp>
      <p:sp>
        <p:nvSpPr>
          <p:cNvPr id="33" name="椭圆 32">
            <a:extLst>
              <a:ext uri="{FF2B5EF4-FFF2-40B4-BE49-F238E27FC236}">
                <a16:creationId xmlns:a16="http://schemas.microsoft.com/office/drawing/2014/main" id="{BBBE0427-75D3-4818-AB19-FCDEDF0918E5}"/>
              </a:ext>
            </a:extLst>
          </p:cNvPr>
          <p:cNvSpPr/>
          <p:nvPr/>
        </p:nvSpPr>
        <p:spPr>
          <a:xfrm>
            <a:off x="5698008" y="3640534"/>
            <a:ext cx="569742" cy="5908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a:t>
            </a:r>
          </a:p>
        </p:txBody>
      </p:sp>
      <p:sp>
        <p:nvSpPr>
          <p:cNvPr id="5" name="流程图: 可选过程 4">
            <a:extLst>
              <a:ext uri="{FF2B5EF4-FFF2-40B4-BE49-F238E27FC236}">
                <a16:creationId xmlns:a16="http://schemas.microsoft.com/office/drawing/2014/main" id="{C510F4BA-7034-4F08-B524-0065E1CF0EB8}"/>
              </a:ext>
            </a:extLst>
          </p:cNvPr>
          <p:cNvSpPr/>
          <p:nvPr/>
        </p:nvSpPr>
        <p:spPr>
          <a:xfrm>
            <a:off x="6776816" y="3459246"/>
            <a:ext cx="1003002" cy="882336"/>
          </a:xfrm>
          <a:prstGeom prst="flowChartAlternateProcess">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T</a:t>
            </a:r>
          </a:p>
        </p:txBody>
      </p:sp>
      <p:cxnSp>
        <p:nvCxnSpPr>
          <p:cNvPr id="8" name="直接箭头连接符 7">
            <a:extLst>
              <a:ext uri="{FF2B5EF4-FFF2-40B4-BE49-F238E27FC236}">
                <a16:creationId xmlns:a16="http://schemas.microsoft.com/office/drawing/2014/main" id="{31CE8EAA-4CBC-4A66-8A57-3BB06815D985}"/>
              </a:ext>
            </a:extLst>
          </p:cNvPr>
          <p:cNvCxnSpPr>
            <a:stCxn id="33" idx="6"/>
          </p:cNvCxnSpPr>
          <p:nvPr/>
        </p:nvCxnSpPr>
        <p:spPr>
          <a:xfrm>
            <a:off x="6267752" y="3935953"/>
            <a:ext cx="4985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椭圆 33">
            <a:extLst>
              <a:ext uri="{FF2B5EF4-FFF2-40B4-BE49-F238E27FC236}">
                <a16:creationId xmlns:a16="http://schemas.microsoft.com/office/drawing/2014/main" id="{B5CF2125-B6BD-4316-9F92-9772A36030C7}"/>
              </a:ext>
            </a:extLst>
          </p:cNvPr>
          <p:cNvSpPr/>
          <p:nvPr/>
        </p:nvSpPr>
        <p:spPr>
          <a:xfrm>
            <a:off x="8284213" y="2441624"/>
            <a:ext cx="1308295" cy="3099342"/>
          </a:xfrm>
          <a:prstGeom prst="ellipse">
            <a:avLst/>
          </a:prstGeom>
          <a:solidFill>
            <a:srgbClr val="C00000">
              <a:alpha val="38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5" name="文本框 34">
            <a:extLst>
              <a:ext uri="{FF2B5EF4-FFF2-40B4-BE49-F238E27FC236}">
                <a16:creationId xmlns:a16="http://schemas.microsoft.com/office/drawing/2014/main" id="{8BE3B34E-3329-4EC6-BA63-0B3BF05277AA}"/>
              </a:ext>
            </a:extLst>
          </p:cNvPr>
          <p:cNvSpPr txBox="1"/>
          <p:nvPr/>
        </p:nvSpPr>
        <p:spPr>
          <a:xfrm>
            <a:off x="8112961" y="5487278"/>
            <a:ext cx="1832105" cy="461665"/>
          </a:xfrm>
          <a:prstGeom prst="rect">
            <a:avLst/>
          </a:prstGeom>
          <a:noFill/>
        </p:spPr>
        <p:txBody>
          <a:bodyPr wrap="none" rtlCol="0">
            <a:spAutoFit/>
          </a:bodyPr>
          <a:lstStyle/>
          <a:p>
            <a:r>
              <a:rPr lang="en-US" sz="2400" dirty="0"/>
              <a:t>Successors(s)</a:t>
            </a:r>
          </a:p>
        </p:txBody>
      </p:sp>
      <p:sp>
        <p:nvSpPr>
          <p:cNvPr id="40" name="文本框 39">
            <a:extLst>
              <a:ext uri="{FF2B5EF4-FFF2-40B4-BE49-F238E27FC236}">
                <a16:creationId xmlns:a16="http://schemas.microsoft.com/office/drawing/2014/main" id="{E28CEF8F-A18F-462E-842B-43863A8A0C3D}"/>
              </a:ext>
            </a:extLst>
          </p:cNvPr>
          <p:cNvSpPr txBox="1"/>
          <p:nvPr/>
        </p:nvSpPr>
        <p:spPr>
          <a:xfrm>
            <a:off x="3208412" y="1924679"/>
            <a:ext cx="965329" cy="415498"/>
          </a:xfrm>
          <a:prstGeom prst="rect">
            <a:avLst/>
          </a:prstGeom>
          <a:noFill/>
        </p:spPr>
        <p:txBody>
          <a:bodyPr wrap="none" rtlCol="0">
            <a:spAutoFit/>
          </a:bodyPr>
          <a:lstStyle/>
          <a:p>
            <a:r>
              <a:rPr lang="en-US" sz="2100" dirty="0"/>
              <a:t>Explicit</a:t>
            </a:r>
          </a:p>
        </p:txBody>
      </p:sp>
      <p:sp>
        <p:nvSpPr>
          <p:cNvPr id="41" name="文本框 40">
            <a:extLst>
              <a:ext uri="{FF2B5EF4-FFF2-40B4-BE49-F238E27FC236}">
                <a16:creationId xmlns:a16="http://schemas.microsoft.com/office/drawing/2014/main" id="{3E95BD25-9396-4E6D-9A28-881150DC0E4D}"/>
              </a:ext>
            </a:extLst>
          </p:cNvPr>
          <p:cNvSpPr txBox="1"/>
          <p:nvPr/>
        </p:nvSpPr>
        <p:spPr>
          <a:xfrm>
            <a:off x="6899423" y="1933469"/>
            <a:ext cx="998991" cy="415498"/>
          </a:xfrm>
          <a:prstGeom prst="rect">
            <a:avLst/>
          </a:prstGeom>
          <a:noFill/>
        </p:spPr>
        <p:txBody>
          <a:bodyPr wrap="none" rtlCol="0">
            <a:spAutoFit/>
          </a:bodyPr>
          <a:lstStyle/>
          <a:p>
            <a:r>
              <a:rPr lang="en-US" sz="2100" dirty="0"/>
              <a:t>Implicit</a:t>
            </a:r>
          </a:p>
        </p:txBody>
      </p:sp>
      <p:sp>
        <p:nvSpPr>
          <p:cNvPr id="43" name="文本框 42">
            <a:extLst>
              <a:ext uri="{FF2B5EF4-FFF2-40B4-BE49-F238E27FC236}">
                <a16:creationId xmlns:a16="http://schemas.microsoft.com/office/drawing/2014/main" id="{F058D35A-848C-4FC4-8E41-04F207BD9B17}"/>
              </a:ext>
            </a:extLst>
          </p:cNvPr>
          <p:cNvSpPr txBox="1"/>
          <p:nvPr/>
        </p:nvSpPr>
        <p:spPr>
          <a:xfrm>
            <a:off x="6077826" y="2680436"/>
            <a:ext cx="2183546" cy="584775"/>
          </a:xfrm>
          <a:prstGeom prst="rect">
            <a:avLst/>
          </a:prstGeom>
          <a:noFill/>
        </p:spPr>
        <p:txBody>
          <a:bodyPr wrap="none" rtlCol="0">
            <a:spAutoFit/>
          </a:bodyPr>
          <a:lstStyle/>
          <a:p>
            <a:r>
              <a:rPr lang="en-US" sz="1600" dirty="0">
                <a:solidFill>
                  <a:srgbClr val="FF0000"/>
                </a:solidFill>
              </a:rPr>
              <a:t>Large Computation Cost</a:t>
            </a:r>
          </a:p>
          <a:p>
            <a:r>
              <a:rPr lang="en-US" sz="1600" dirty="0">
                <a:solidFill>
                  <a:srgbClr val="FF0000"/>
                </a:solidFill>
              </a:rPr>
              <a:t>Small Store Space</a:t>
            </a:r>
          </a:p>
        </p:txBody>
      </p:sp>
      <p:sp>
        <p:nvSpPr>
          <p:cNvPr id="36" name="文本框 35">
            <a:extLst>
              <a:ext uri="{FF2B5EF4-FFF2-40B4-BE49-F238E27FC236}">
                <a16:creationId xmlns:a16="http://schemas.microsoft.com/office/drawing/2014/main" id="{59E4194F-CEB7-4D64-8427-C2224C964BD3}"/>
              </a:ext>
            </a:extLst>
          </p:cNvPr>
          <p:cNvSpPr txBox="1"/>
          <p:nvPr/>
        </p:nvSpPr>
        <p:spPr>
          <a:xfrm>
            <a:off x="1827683" y="2692744"/>
            <a:ext cx="1974900" cy="584775"/>
          </a:xfrm>
          <a:prstGeom prst="rect">
            <a:avLst/>
          </a:prstGeom>
          <a:noFill/>
        </p:spPr>
        <p:txBody>
          <a:bodyPr wrap="none" rtlCol="0">
            <a:spAutoFit/>
          </a:bodyPr>
          <a:lstStyle/>
          <a:p>
            <a:r>
              <a:rPr lang="en-US" sz="1600" dirty="0">
                <a:solidFill>
                  <a:srgbClr val="FF0000"/>
                </a:solidFill>
              </a:rPr>
              <a:t>No Computation Cost</a:t>
            </a:r>
          </a:p>
          <a:p>
            <a:r>
              <a:rPr lang="en-US" sz="1600" dirty="0">
                <a:solidFill>
                  <a:srgbClr val="FF0000"/>
                </a:solidFill>
              </a:rPr>
              <a:t>Large Store Space</a:t>
            </a:r>
          </a:p>
        </p:txBody>
      </p:sp>
      <p:pic>
        <p:nvPicPr>
          <p:cNvPr id="37" name="图片 36" descr="图示&#10;&#10;描述已自动生成">
            <a:extLst>
              <a:ext uri="{FF2B5EF4-FFF2-40B4-BE49-F238E27FC236}">
                <a16:creationId xmlns:a16="http://schemas.microsoft.com/office/drawing/2014/main" id="{06EA0F0B-E73F-47B1-ADE3-37780D3219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6722" y="3831901"/>
            <a:ext cx="4939724" cy="1866118"/>
          </a:xfrm>
          <a:prstGeom prst="rect">
            <a:avLst/>
          </a:prstGeom>
        </p:spPr>
      </p:pic>
    </p:spTree>
    <p:extLst>
      <p:ext uri="{BB962C8B-B14F-4D97-AF65-F5344CB8AC3E}">
        <p14:creationId xmlns:p14="http://schemas.microsoft.com/office/powerpoint/2010/main" val="47149770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F3E1C5-3C2D-454D-AEA9-E2CD66106590}"/>
              </a:ext>
            </a:extLst>
          </p:cNvPr>
          <p:cNvSpPr>
            <a:spLocks noGrp="1"/>
          </p:cNvSpPr>
          <p:nvPr>
            <p:ph type="title"/>
          </p:nvPr>
        </p:nvSpPr>
        <p:spPr/>
        <p:txBody>
          <a:bodyPr/>
          <a:lstStyle/>
          <a:p>
            <a:r>
              <a:rPr lang="zh-CN" altLang="en-US" dirty="0"/>
              <a:t>显示</a:t>
            </a:r>
            <a:r>
              <a:rPr lang="en-US" altLang="zh-CN" dirty="0"/>
              <a:t>(Explicit)</a:t>
            </a:r>
            <a:r>
              <a:rPr lang="zh-CN" altLang="en-US" dirty="0"/>
              <a:t>模型</a:t>
            </a:r>
            <a:r>
              <a:rPr lang="en-US" altLang="zh-CN" dirty="0"/>
              <a:t> vs. </a:t>
            </a:r>
            <a:r>
              <a:rPr lang="zh-CN" altLang="en-US" dirty="0"/>
              <a:t>隐式</a:t>
            </a:r>
            <a:r>
              <a:rPr lang="en-US" altLang="zh-CN" dirty="0"/>
              <a:t>(Implicit)</a:t>
            </a:r>
            <a:r>
              <a:rPr lang="zh-CN" altLang="en-US" dirty="0"/>
              <a:t>模型</a:t>
            </a:r>
            <a:endParaRPr lang="en-US" dirty="0"/>
          </a:p>
        </p:txBody>
      </p:sp>
      <p:sp>
        <p:nvSpPr>
          <p:cNvPr id="44" name="灯片编号占位符 43">
            <a:extLst>
              <a:ext uri="{FF2B5EF4-FFF2-40B4-BE49-F238E27FC236}">
                <a16:creationId xmlns:a16="http://schemas.microsoft.com/office/drawing/2014/main" id="{8C4DC5A9-B733-4E30-966C-F133C9DA8DC8}"/>
              </a:ext>
            </a:extLst>
          </p:cNvPr>
          <p:cNvSpPr>
            <a:spLocks noGrp="1"/>
          </p:cNvSpPr>
          <p:nvPr>
            <p:ph type="sldNum" sz="quarter" idx="12"/>
          </p:nvPr>
        </p:nvSpPr>
        <p:spPr/>
        <p:txBody>
          <a:bodyPr/>
          <a:lstStyle/>
          <a:p>
            <a:fld id="{81FB5FCF-B845-4FD0-8CAB-5D8F3E376DBE}" type="slidenum">
              <a:rPr lang="en-US" smtClean="0"/>
              <a:t>86</a:t>
            </a:fld>
            <a:endParaRPr lang="en-US"/>
          </a:p>
        </p:txBody>
      </p:sp>
      <p:sp>
        <p:nvSpPr>
          <p:cNvPr id="7" name="椭圆 6">
            <a:extLst>
              <a:ext uri="{FF2B5EF4-FFF2-40B4-BE49-F238E27FC236}">
                <a16:creationId xmlns:a16="http://schemas.microsoft.com/office/drawing/2014/main" id="{CBC4B868-38C9-47B7-AF93-19CA09D30628}"/>
              </a:ext>
            </a:extLst>
          </p:cNvPr>
          <p:cNvSpPr/>
          <p:nvPr/>
        </p:nvSpPr>
        <p:spPr>
          <a:xfrm>
            <a:off x="2811194" y="3526598"/>
            <a:ext cx="569742" cy="5908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a:t>
            </a:r>
          </a:p>
        </p:txBody>
      </p:sp>
      <p:sp>
        <p:nvSpPr>
          <p:cNvPr id="9" name="椭圆 8">
            <a:extLst>
              <a:ext uri="{FF2B5EF4-FFF2-40B4-BE49-F238E27FC236}">
                <a16:creationId xmlns:a16="http://schemas.microsoft.com/office/drawing/2014/main" id="{D07DD50A-C0FD-4306-8F6F-07F20AF81CCA}"/>
              </a:ext>
            </a:extLst>
          </p:cNvPr>
          <p:cNvSpPr/>
          <p:nvPr/>
        </p:nvSpPr>
        <p:spPr>
          <a:xfrm>
            <a:off x="4043875" y="2533066"/>
            <a:ext cx="569742" cy="5908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0" name="椭圆 9">
            <a:extLst>
              <a:ext uri="{FF2B5EF4-FFF2-40B4-BE49-F238E27FC236}">
                <a16:creationId xmlns:a16="http://schemas.microsoft.com/office/drawing/2014/main" id="{4100E88E-CE4A-4937-A468-1DA8579EF3E7}"/>
              </a:ext>
            </a:extLst>
          </p:cNvPr>
          <p:cNvSpPr/>
          <p:nvPr/>
        </p:nvSpPr>
        <p:spPr>
          <a:xfrm>
            <a:off x="4158175" y="3491428"/>
            <a:ext cx="569742" cy="5908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1" name="椭圆 10">
            <a:extLst>
              <a:ext uri="{FF2B5EF4-FFF2-40B4-BE49-F238E27FC236}">
                <a16:creationId xmlns:a16="http://schemas.microsoft.com/office/drawing/2014/main" id="{55DCA591-7CBE-49D6-8A29-D658FCEE6333}"/>
              </a:ext>
            </a:extLst>
          </p:cNvPr>
          <p:cNvSpPr/>
          <p:nvPr/>
        </p:nvSpPr>
        <p:spPr>
          <a:xfrm>
            <a:off x="4188068" y="4797965"/>
            <a:ext cx="569742" cy="5908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13" name="直接箭头连接符 12">
            <a:extLst>
              <a:ext uri="{FF2B5EF4-FFF2-40B4-BE49-F238E27FC236}">
                <a16:creationId xmlns:a16="http://schemas.microsoft.com/office/drawing/2014/main" id="{2B2B6D91-C631-4310-BD36-EF4DCC9C2B19}"/>
              </a:ext>
            </a:extLst>
          </p:cNvPr>
          <p:cNvCxnSpPr>
            <a:stCxn id="7" idx="7"/>
          </p:cNvCxnSpPr>
          <p:nvPr/>
        </p:nvCxnSpPr>
        <p:spPr>
          <a:xfrm flipV="1">
            <a:off x="3297499" y="3012246"/>
            <a:ext cx="746376" cy="6008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4C7DD6DA-BCE6-4567-B4BD-78C0B1FF832D}"/>
              </a:ext>
            </a:extLst>
          </p:cNvPr>
          <p:cNvCxnSpPr>
            <a:stCxn id="7" idx="6"/>
            <a:endCxn id="10" idx="2"/>
          </p:cNvCxnSpPr>
          <p:nvPr/>
        </p:nvCxnSpPr>
        <p:spPr>
          <a:xfrm flipV="1">
            <a:off x="3380939" y="3786848"/>
            <a:ext cx="777239" cy="351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14EF1D08-EF31-4907-BC95-DB36574E0CCF}"/>
              </a:ext>
            </a:extLst>
          </p:cNvPr>
          <p:cNvCxnSpPr>
            <a:cxnSpLocks/>
            <a:stCxn id="7" idx="5"/>
          </p:cNvCxnSpPr>
          <p:nvPr/>
        </p:nvCxnSpPr>
        <p:spPr>
          <a:xfrm>
            <a:off x="3297499" y="4030915"/>
            <a:ext cx="910304" cy="8823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6543786B-93E6-47D1-92E9-275D8C046C5C}"/>
              </a:ext>
            </a:extLst>
          </p:cNvPr>
          <p:cNvSpPr txBox="1"/>
          <p:nvPr/>
        </p:nvSpPr>
        <p:spPr>
          <a:xfrm>
            <a:off x="4352155" y="3935955"/>
            <a:ext cx="248786" cy="1015663"/>
          </a:xfrm>
          <a:prstGeom prst="rect">
            <a:avLst/>
          </a:prstGeom>
          <a:noFill/>
        </p:spPr>
        <p:txBody>
          <a:bodyPr wrap="none" rtlCol="0">
            <a:spAutoFit/>
          </a:bodyPr>
          <a:lstStyle/>
          <a:p>
            <a:r>
              <a:rPr lang="en-US" sz="2000" dirty="0"/>
              <a:t>.</a:t>
            </a:r>
          </a:p>
          <a:p>
            <a:r>
              <a:rPr lang="en-US" sz="2000" dirty="0"/>
              <a:t>.</a:t>
            </a:r>
          </a:p>
          <a:p>
            <a:r>
              <a:rPr lang="en-US" sz="2000" dirty="0"/>
              <a:t>.</a:t>
            </a:r>
          </a:p>
        </p:txBody>
      </p:sp>
      <p:sp>
        <p:nvSpPr>
          <p:cNvPr id="21" name="椭圆 20">
            <a:extLst>
              <a:ext uri="{FF2B5EF4-FFF2-40B4-BE49-F238E27FC236}">
                <a16:creationId xmlns:a16="http://schemas.microsoft.com/office/drawing/2014/main" id="{2CEB49BF-A4A1-401F-8C46-AF0088F4C12A}"/>
              </a:ext>
            </a:extLst>
          </p:cNvPr>
          <p:cNvSpPr/>
          <p:nvPr/>
        </p:nvSpPr>
        <p:spPr>
          <a:xfrm>
            <a:off x="3749137" y="2390630"/>
            <a:ext cx="1308295" cy="3099342"/>
          </a:xfrm>
          <a:prstGeom prst="ellipse">
            <a:avLst/>
          </a:prstGeom>
          <a:solidFill>
            <a:srgbClr val="C00000">
              <a:alpha val="38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2" name="文本框 21">
            <a:extLst>
              <a:ext uri="{FF2B5EF4-FFF2-40B4-BE49-F238E27FC236}">
                <a16:creationId xmlns:a16="http://schemas.microsoft.com/office/drawing/2014/main" id="{550B6AF1-0E1D-44D3-8F6D-89B41F540C3D}"/>
              </a:ext>
            </a:extLst>
          </p:cNvPr>
          <p:cNvSpPr txBox="1"/>
          <p:nvPr/>
        </p:nvSpPr>
        <p:spPr>
          <a:xfrm>
            <a:off x="3662293" y="5446835"/>
            <a:ext cx="1832105" cy="461665"/>
          </a:xfrm>
          <a:prstGeom prst="rect">
            <a:avLst/>
          </a:prstGeom>
          <a:noFill/>
        </p:spPr>
        <p:txBody>
          <a:bodyPr wrap="none" rtlCol="0">
            <a:spAutoFit/>
          </a:bodyPr>
          <a:lstStyle/>
          <a:p>
            <a:r>
              <a:rPr lang="en-US" sz="2400" dirty="0"/>
              <a:t>Successors(s)</a:t>
            </a:r>
          </a:p>
        </p:txBody>
      </p:sp>
      <p:cxnSp>
        <p:nvCxnSpPr>
          <p:cNvPr id="16" name="直接箭头连接符 15">
            <a:extLst>
              <a:ext uri="{FF2B5EF4-FFF2-40B4-BE49-F238E27FC236}">
                <a16:creationId xmlns:a16="http://schemas.microsoft.com/office/drawing/2014/main" id="{095DAEDF-9494-42AB-8981-8E24AA044E93}"/>
              </a:ext>
            </a:extLst>
          </p:cNvPr>
          <p:cNvCxnSpPr>
            <a:cxnSpLocks/>
          </p:cNvCxnSpPr>
          <p:nvPr/>
        </p:nvCxnSpPr>
        <p:spPr>
          <a:xfrm flipV="1">
            <a:off x="7790369" y="3126546"/>
            <a:ext cx="746376" cy="600878"/>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BED46A41-3654-4C41-B427-D05401863052}"/>
              </a:ext>
            </a:extLst>
          </p:cNvPr>
          <p:cNvCxnSpPr>
            <a:cxnSpLocks/>
            <a:stCxn id="5" idx="3"/>
          </p:cNvCxnSpPr>
          <p:nvPr/>
        </p:nvCxnSpPr>
        <p:spPr>
          <a:xfrm>
            <a:off x="7779819" y="3900417"/>
            <a:ext cx="871228" cy="733"/>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8F398D91-E2A2-4737-B757-EE4350A36B7F}"/>
              </a:ext>
            </a:extLst>
          </p:cNvPr>
          <p:cNvCxnSpPr>
            <a:cxnSpLocks/>
          </p:cNvCxnSpPr>
          <p:nvPr/>
        </p:nvCxnSpPr>
        <p:spPr>
          <a:xfrm>
            <a:off x="7790369" y="4145215"/>
            <a:ext cx="910304" cy="882337"/>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sp>
        <p:nvSpPr>
          <p:cNvPr id="30" name="椭圆 29">
            <a:extLst>
              <a:ext uri="{FF2B5EF4-FFF2-40B4-BE49-F238E27FC236}">
                <a16:creationId xmlns:a16="http://schemas.microsoft.com/office/drawing/2014/main" id="{25C98D6B-45F9-4521-87DE-3CC03E220ED3}"/>
              </a:ext>
            </a:extLst>
          </p:cNvPr>
          <p:cNvSpPr/>
          <p:nvPr/>
        </p:nvSpPr>
        <p:spPr>
          <a:xfrm>
            <a:off x="8547297" y="2668471"/>
            <a:ext cx="569742" cy="5908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31" name="椭圆 30">
            <a:extLst>
              <a:ext uri="{FF2B5EF4-FFF2-40B4-BE49-F238E27FC236}">
                <a16:creationId xmlns:a16="http://schemas.microsoft.com/office/drawing/2014/main" id="{B434A2A6-58EA-4347-8ED7-7FA77F52D395}"/>
              </a:ext>
            </a:extLst>
          </p:cNvPr>
          <p:cNvSpPr/>
          <p:nvPr/>
        </p:nvSpPr>
        <p:spPr>
          <a:xfrm>
            <a:off x="8661597" y="3489668"/>
            <a:ext cx="569742" cy="5908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32" name="椭圆 31">
            <a:extLst>
              <a:ext uri="{FF2B5EF4-FFF2-40B4-BE49-F238E27FC236}">
                <a16:creationId xmlns:a16="http://schemas.microsoft.com/office/drawing/2014/main" id="{6D80CA17-9409-49C9-8FEF-65F96770A99F}"/>
              </a:ext>
            </a:extLst>
          </p:cNvPr>
          <p:cNvSpPr/>
          <p:nvPr/>
        </p:nvSpPr>
        <p:spPr>
          <a:xfrm>
            <a:off x="8733693" y="4859513"/>
            <a:ext cx="569742" cy="5908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4" name="文本框 3">
            <a:extLst>
              <a:ext uri="{FF2B5EF4-FFF2-40B4-BE49-F238E27FC236}">
                <a16:creationId xmlns:a16="http://schemas.microsoft.com/office/drawing/2014/main" id="{5E4A95CD-D31E-413A-8204-D24CFA352B92}"/>
              </a:ext>
            </a:extLst>
          </p:cNvPr>
          <p:cNvSpPr txBox="1"/>
          <p:nvPr/>
        </p:nvSpPr>
        <p:spPr>
          <a:xfrm>
            <a:off x="8909539" y="3906423"/>
            <a:ext cx="261610" cy="1200329"/>
          </a:xfrm>
          <a:prstGeom prst="rect">
            <a:avLst/>
          </a:prstGeom>
          <a:noFill/>
        </p:spPr>
        <p:txBody>
          <a:bodyPr wrap="none" rtlCol="0">
            <a:spAutoFit/>
          </a:bodyPr>
          <a:lstStyle/>
          <a:p>
            <a:r>
              <a:rPr lang="en-US" sz="2400" dirty="0"/>
              <a:t>.</a:t>
            </a:r>
          </a:p>
          <a:p>
            <a:r>
              <a:rPr lang="en-US" sz="2400" dirty="0"/>
              <a:t>.</a:t>
            </a:r>
          </a:p>
          <a:p>
            <a:r>
              <a:rPr lang="en-US" sz="2400" dirty="0"/>
              <a:t>.</a:t>
            </a:r>
          </a:p>
        </p:txBody>
      </p:sp>
      <p:sp>
        <p:nvSpPr>
          <p:cNvPr id="33" name="椭圆 32">
            <a:extLst>
              <a:ext uri="{FF2B5EF4-FFF2-40B4-BE49-F238E27FC236}">
                <a16:creationId xmlns:a16="http://schemas.microsoft.com/office/drawing/2014/main" id="{BBBE0427-75D3-4818-AB19-FCDEDF0918E5}"/>
              </a:ext>
            </a:extLst>
          </p:cNvPr>
          <p:cNvSpPr/>
          <p:nvPr/>
        </p:nvSpPr>
        <p:spPr>
          <a:xfrm>
            <a:off x="5698008" y="3640534"/>
            <a:ext cx="569742" cy="5908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a:t>
            </a:r>
          </a:p>
        </p:txBody>
      </p:sp>
      <p:sp>
        <p:nvSpPr>
          <p:cNvPr id="5" name="流程图: 可选过程 4">
            <a:extLst>
              <a:ext uri="{FF2B5EF4-FFF2-40B4-BE49-F238E27FC236}">
                <a16:creationId xmlns:a16="http://schemas.microsoft.com/office/drawing/2014/main" id="{C510F4BA-7034-4F08-B524-0065E1CF0EB8}"/>
              </a:ext>
            </a:extLst>
          </p:cNvPr>
          <p:cNvSpPr/>
          <p:nvPr/>
        </p:nvSpPr>
        <p:spPr>
          <a:xfrm>
            <a:off x="6776816" y="3459246"/>
            <a:ext cx="1003002" cy="882336"/>
          </a:xfrm>
          <a:prstGeom prst="flowChartAlternateProcess">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T</a:t>
            </a:r>
          </a:p>
        </p:txBody>
      </p:sp>
      <p:cxnSp>
        <p:nvCxnSpPr>
          <p:cNvPr id="8" name="直接箭头连接符 7">
            <a:extLst>
              <a:ext uri="{FF2B5EF4-FFF2-40B4-BE49-F238E27FC236}">
                <a16:creationId xmlns:a16="http://schemas.microsoft.com/office/drawing/2014/main" id="{31CE8EAA-4CBC-4A66-8A57-3BB06815D985}"/>
              </a:ext>
            </a:extLst>
          </p:cNvPr>
          <p:cNvCxnSpPr>
            <a:stCxn id="33" idx="6"/>
          </p:cNvCxnSpPr>
          <p:nvPr/>
        </p:nvCxnSpPr>
        <p:spPr>
          <a:xfrm>
            <a:off x="6267752" y="3935953"/>
            <a:ext cx="4985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椭圆 33">
            <a:extLst>
              <a:ext uri="{FF2B5EF4-FFF2-40B4-BE49-F238E27FC236}">
                <a16:creationId xmlns:a16="http://schemas.microsoft.com/office/drawing/2014/main" id="{B5CF2125-B6BD-4316-9F92-9772A36030C7}"/>
              </a:ext>
            </a:extLst>
          </p:cNvPr>
          <p:cNvSpPr/>
          <p:nvPr/>
        </p:nvSpPr>
        <p:spPr>
          <a:xfrm>
            <a:off x="8284213" y="2441624"/>
            <a:ext cx="1308295" cy="3099342"/>
          </a:xfrm>
          <a:prstGeom prst="ellipse">
            <a:avLst/>
          </a:prstGeom>
          <a:solidFill>
            <a:srgbClr val="C00000">
              <a:alpha val="38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5" name="文本框 34">
            <a:extLst>
              <a:ext uri="{FF2B5EF4-FFF2-40B4-BE49-F238E27FC236}">
                <a16:creationId xmlns:a16="http://schemas.microsoft.com/office/drawing/2014/main" id="{8BE3B34E-3329-4EC6-BA63-0B3BF05277AA}"/>
              </a:ext>
            </a:extLst>
          </p:cNvPr>
          <p:cNvSpPr txBox="1"/>
          <p:nvPr/>
        </p:nvSpPr>
        <p:spPr>
          <a:xfrm>
            <a:off x="8112961" y="5487278"/>
            <a:ext cx="1832105" cy="461665"/>
          </a:xfrm>
          <a:prstGeom prst="rect">
            <a:avLst/>
          </a:prstGeom>
          <a:noFill/>
        </p:spPr>
        <p:txBody>
          <a:bodyPr wrap="none" rtlCol="0">
            <a:spAutoFit/>
          </a:bodyPr>
          <a:lstStyle/>
          <a:p>
            <a:r>
              <a:rPr lang="en-US" sz="2400" dirty="0"/>
              <a:t>Successors(s)</a:t>
            </a:r>
          </a:p>
        </p:txBody>
      </p:sp>
      <p:sp>
        <p:nvSpPr>
          <p:cNvPr id="40" name="文本框 39">
            <a:extLst>
              <a:ext uri="{FF2B5EF4-FFF2-40B4-BE49-F238E27FC236}">
                <a16:creationId xmlns:a16="http://schemas.microsoft.com/office/drawing/2014/main" id="{E28CEF8F-A18F-462E-842B-43863A8A0C3D}"/>
              </a:ext>
            </a:extLst>
          </p:cNvPr>
          <p:cNvSpPr txBox="1"/>
          <p:nvPr/>
        </p:nvSpPr>
        <p:spPr>
          <a:xfrm>
            <a:off x="3208412" y="1924679"/>
            <a:ext cx="965329" cy="415498"/>
          </a:xfrm>
          <a:prstGeom prst="rect">
            <a:avLst/>
          </a:prstGeom>
          <a:noFill/>
        </p:spPr>
        <p:txBody>
          <a:bodyPr wrap="none" rtlCol="0">
            <a:spAutoFit/>
          </a:bodyPr>
          <a:lstStyle/>
          <a:p>
            <a:r>
              <a:rPr lang="en-US" sz="2100" dirty="0"/>
              <a:t>Explicit</a:t>
            </a:r>
          </a:p>
        </p:txBody>
      </p:sp>
      <p:sp>
        <p:nvSpPr>
          <p:cNvPr id="41" name="文本框 40">
            <a:extLst>
              <a:ext uri="{FF2B5EF4-FFF2-40B4-BE49-F238E27FC236}">
                <a16:creationId xmlns:a16="http://schemas.microsoft.com/office/drawing/2014/main" id="{3E95BD25-9396-4E6D-9A28-881150DC0E4D}"/>
              </a:ext>
            </a:extLst>
          </p:cNvPr>
          <p:cNvSpPr txBox="1"/>
          <p:nvPr/>
        </p:nvSpPr>
        <p:spPr>
          <a:xfrm>
            <a:off x="6899423" y="1933469"/>
            <a:ext cx="998991" cy="415498"/>
          </a:xfrm>
          <a:prstGeom prst="rect">
            <a:avLst/>
          </a:prstGeom>
          <a:noFill/>
        </p:spPr>
        <p:txBody>
          <a:bodyPr wrap="none" rtlCol="0">
            <a:spAutoFit/>
          </a:bodyPr>
          <a:lstStyle/>
          <a:p>
            <a:r>
              <a:rPr lang="en-US" sz="2100" dirty="0"/>
              <a:t>Implicit</a:t>
            </a:r>
          </a:p>
        </p:txBody>
      </p:sp>
      <p:sp>
        <p:nvSpPr>
          <p:cNvPr id="43" name="文本框 42">
            <a:extLst>
              <a:ext uri="{FF2B5EF4-FFF2-40B4-BE49-F238E27FC236}">
                <a16:creationId xmlns:a16="http://schemas.microsoft.com/office/drawing/2014/main" id="{F058D35A-848C-4FC4-8E41-04F207BD9B17}"/>
              </a:ext>
            </a:extLst>
          </p:cNvPr>
          <p:cNvSpPr txBox="1"/>
          <p:nvPr/>
        </p:nvSpPr>
        <p:spPr>
          <a:xfrm>
            <a:off x="6077826" y="2680436"/>
            <a:ext cx="2183546" cy="584775"/>
          </a:xfrm>
          <a:prstGeom prst="rect">
            <a:avLst/>
          </a:prstGeom>
          <a:noFill/>
        </p:spPr>
        <p:txBody>
          <a:bodyPr wrap="none" rtlCol="0">
            <a:spAutoFit/>
          </a:bodyPr>
          <a:lstStyle/>
          <a:p>
            <a:r>
              <a:rPr lang="en-US" sz="1600" dirty="0">
                <a:solidFill>
                  <a:srgbClr val="FF0000"/>
                </a:solidFill>
              </a:rPr>
              <a:t>Large Computation Cost</a:t>
            </a:r>
          </a:p>
          <a:p>
            <a:r>
              <a:rPr lang="en-US" sz="1600" dirty="0">
                <a:solidFill>
                  <a:srgbClr val="FF0000"/>
                </a:solidFill>
              </a:rPr>
              <a:t>Small Store Space</a:t>
            </a:r>
          </a:p>
        </p:txBody>
      </p:sp>
      <p:sp>
        <p:nvSpPr>
          <p:cNvPr id="36" name="文本框 35">
            <a:extLst>
              <a:ext uri="{FF2B5EF4-FFF2-40B4-BE49-F238E27FC236}">
                <a16:creationId xmlns:a16="http://schemas.microsoft.com/office/drawing/2014/main" id="{59E4194F-CEB7-4D64-8427-C2224C964BD3}"/>
              </a:ext>
            </a:extLst>
          </p:cNvPr>
          <p:cNvSpPr txBox="1"/>
          <p:nvPr/>
        </p:nvSpPr>
        <p:spPr>
          <a:xfrm>
            <a:off x="1827683" y="2692744"/>
            <a:ext cx="1974900" cy="584775"/>
          </a:xfrm>
          <a:prstGeom prst="rect">
            <a:avLst/>
          </a:prstGeom>
          <a:noFill/>
        </p:spPr>
        <p:txBody>
          <a:bodyPr wrap="none" rtlCol="0">
            <a:spAutoFit/>
          </a:bodyPr>
          <a:lstStyle/>
          <a:p>
            <a:r>
              <a:rPr lang="en-US" sz="1600" dirty="0">
                <a:solidFill>
                  <a:srgbClr val="FF0000"/>
                </a:solidFill>
              </a:rPr>
              <a:t>No Computation Cost</a:t>
            </a:r>
          </a:p>
          <a:p>
            <a:r>
              <a:rPr lang="en-US" sz="1600" dirty="0">
                <a:solidFill>
                  <a:srgbClr val="FF0000"/>
                </a:solidFill>
              </a:rPr>
              <a:t>Large Store Space</a:t>
            </a:r>
          </a:p>
        </p:txBody>
      </p:sp>
      <p:pic>
        <p:nvPicPr>
          <p:cNvPr id="6" name="图片 5" descr="图示&#10;&#10;描述已自动生成">
            <a:extLst>
              <a:ext uri="{FF2B5EF4-FFF2-40B4-BE49-F238E27FC236}">
                <a16:creationId xmlns:a16="http://schemas.microsoft.com/office/drawing/2014/main" id="{C62CFCA1-6CE3-4EF1-90F9-EB06DFC949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6722" y="3831901"/>
            <a:ext cx="4939724" cy="1866118"/>
          </a:xfrm>
          <a:prstGeom prst="rect">
            <a:avLst/>
          </a:prstGeom>
        </p:spPr>
      </p:pic>
      <p:pic>
        <p:nvPicPr>
          <p:cNvPr id="14" name="图片 13" descr="图片包含 游戏机, 电路, 风琴&#10;&#10;描述已自动生成">
            <a:extLst>
              <a:ext uri="{FF2B5EF4-FFF2-40B4-BE49-F238E27FC236}">
                <a16:creationId xmlns:a16="http://schemas.microsoft.com/office/drawing/2014/main" id="{D422CE92-32D5-4C3F-9E7A-C0D9F2117C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60413" y="3145841"/>
            <a:ext cx="3835762" cy="2881084"/>
          </a:xfrm>
          <a:prstGeom prst="rect">
            <a:avLst/>
          </a:prstGeom>
        </p:spPr>
      </p:pic>
    </p:spTree>
    <p:extLst>
      <p:ext uri="{BB962C8B-B14F-4D97-AF65-F5344CB8AC3E}">
        <p14:creationId xmlns:p14="http://schemas.microsoft.com/office/powerpoint/2010/main" val="117548669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192501" y="2837824"/>
            <a:ext cx="7819698" cy="2123658"/>
          </a:xfrm>
          <a:prstGeom prst="rect">
            <a:avLst/>
          </a:prstGeom>
        </p:spPr>
        <p:txBody>
          <a:bodyPr wrap="square">
            <a:spAutoFit/>
          </a:bodyPr>
          <a:lstStyle/>
          <a:p>
            <a:pPr algn="ctr">
              <a:defRPr/>
            </a:pPr>
            <a:r>
              <a:rPr lang="zh-CN" altLang="en-US" sz="4400" b="1" dirty="0">
                <a:solidFill>
                  <a:schemeClr val="tx1">
                    <a:lumMod val="85000"/>
                    <a:lumOff val="15000"/>
                  </a:schemeClr>
                </a:solidFill>
                <a:latin typeface="微软雅黑" panose="020B0503020204020204" pitchFamily="34" charset="-122"/>
                <a:ea typeface="微软雅黑" panose="020B0503020204020204" pitchFamily="34" charset="-122"/>
                <a:cs typeface="Times New Roman" pitchFamily="18" charset="0"/>
              </a:rPr>
              <a:t>拓展：采用模型检测的嵌入式软件最坏执行时间分析</a:t>
            </a:r>
            <a:endParaRPr lang="en-US" altLang="zh-CN" sz="4400" b="1" dirty="0">
              <a:solidFill>
                <a:schemeClr val="tx1">
                  <a:lumMod val="85000"/>
                  <a:lumOff val="15000"/>
                </a:schemeClr>
              </a:solidFill>
              <a:latin typeface="微软雅黑" panose="020B0503020204020204" pitchFamily="34" charset="-122"/>
              <a:ea typeface="微软雅黑" panose="020B0503020204020204" pitchFamily="34" charset="-122"/>
              <a:cs typeface="Times New Roman" pitchFamily="18" charset="0"/>
            </a:endParaRPr>
          </a:p>
          <a:p>
            <a:pPr algn="ctr">
              <a:defRPr/>
            </a:pPr>
            <a:r>
              <a:rPr lang="zh-CN" altLang="en-US" sz="4400" b="1" dirty="0">
                <a:solidFill>
                  <a:schemeClr val="tx1">
                    <a:lumMod val="85000"/>
                    <a:lumOff val="15000"/>
                  </a:schemeClr>
                </a:solidFill>
                <a:latin typeface="微软雅黑" panose="020B0503020204020204" pitchFamily="34" charset="-122"/>
                <a:ea typeface="微软雅黑" panose="020B0503020204020204" pitchFamily="34" charset="-122"/>
                <a:cs typeface="Times New Roman" pitchFamily="18" charset="0"/>
              </a:rPr>
              <a:t>（</a:t>
            </a:r>
            <a:r>
              <a:rPr lang="en-US" altLang="zh-CN" sz="4400" b="1" dirty="0">
                <a:solidFill>
                  <a:schemeClr val="tx1">
                    <a:lumMod val="85000"/>
                    <a:lumOff val="15000"/>
                  </a:schemeClr>
                </a:solidFill>
                <a:latin typeface="微软雅黑" panose="020B0503020204020204" pitchFamily="34" charset="-122"/>
                <a:ea typeface="微软雅黑" panose="020B0503020204020204" pitchFamily="34" charset="-122"/>
                <a:cs typeface="Times New Roman" pitchFamily="18" charset="0"/>
              </a:rPr>
              <a:t>WCET</a:t>
            </a:r>
            <a:r>
              <a:rPr lang="zh-CN" altLang="en-US" sz="4400" b="1" dirty="0">
                <a:solidFill>
                  <a:schemeClr val="tx1">
                    <a:lumMod val="85000"/>
                    <a:lumOff val="15000"/>
                  </a:schemeClr>
                </a:solidFill>
                <a:latin typeface="微软雅黑" panose="020B0503020204020204" pitchFamily="34" charset="-122"/>
                <a:ea typeface="微软雅黑" panose="020B0503020204020204" pitchFamily="34" charset="-122"/>
                <a:cs typeface="Times New Roman" pitchFamily="18" charset="0"/>
              </a:rPr>
              <a:t>）</a:t>
            </a:r>
            <a:endParaRPr lang="zh-CN" altLang="en-US" sz="2800" b="1" dirty="0">
              <a:solidFill>
                <a:schemeClr val="tx1">
                  <a:lumMod val="85000"/>
                  <a:lumOff val="15000"/>
                </a:schemeClr>
              </a:solidFill>
              <a:latin typeface="微软雅黑" panose="020B0503020204020204" pitchFamily="34" charset="-122"/>
              <a:ea typeface="微软雅黑" panose="020B0503020204020204" pitchFamily="34" charset="-122"/>
              <a:cs typeface="Times New Roman" pitchFamily="18" charset="0"/>
            </a:endParaRPr>
          </a:p>
        </p:txBody>
      </p:sp>
    </p:spTree>
    <p:extLst>
      <p:ext uri="{BB962C8B-B14F-4D97-AF65-F5344CB8AC3E}">
        <p14:creationId xmlns:p14="http://schemas.microsoft.com/office/powerpoint/2010/main" val="198300469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6" name="组合 185"/>
          <p:cNvGrpSpPr/>
          <p:nvPr/>
        </p:nvGrpSpPr>
        <p:grpSpPr>
          <a:xfrm>
            <a:off x="1481670" y="4598787"/>
            <a:ext cx="546189" cy="546323"/>
            <a:chOff x="4362524" y="2868295"/>
            <a:chExt cx="546189" cy="546323"/>
          </a:xfrm>
        </p:grpSpPr>
        <p:sp>
          <p:nvSpPr>
            <p:cNvPr id="97" name="Oval 53"/>
            <p:cNvSpPr>
              <a:spLocks noChangeArrowheads="1"/>
            </p:cNvSpPr>
            <p:nvPr/>
          </p:nvSpPr>
          <p:spPr bwMode="auto">
            <a:xfrm>
              <a:off x="4362524" y="2868295"/>
              <a:ext cx="546189" cy="546323"/>
            </a:xfrm>
            <a:prstGeom prst="ellipse">
              <a:avLst/>
            </a:prstGeom>
            <a:solidFill>
              <a:srgbClr val="930502"/>
            </a:solidFill>
            <a:ln w="57150">
              <a:gradFill flip="none" rotWithShape="1">
                <a:gsLst>
                  <a:gs pos="0">
                    <a:srgbClr val="FFFFFF"/>
                  </a:gs>
                  <a:gs pos="100000">
                    <a:srgbClr val="D9D9DA"/>
                  </a:gs>
                </a:gsLst>
                <a:lin ang="2700000" scaled="0"/>
                <a:tileRect/>
              </a:gradFill>
            </a:ln>
            <a:effectLst>
              <a:outerShdw blurRad="279400" dist="76200" dir="2700000" sx="101000" sy="101000" algn="tl"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a:defRPr/>
              </a:pPr>
              <a:endParaRPr lang="zh-CN" altLang="en-US" sz="2400">
                <a:latin typeface="微软雅黑"/>
                <a:ea typeface="微软雅黑"/>
                <a:sym typeface="微软雅黑"/>
              </a:endParaRPr>
            </a:p>
          </p:txBody>
        </p:sp>
        <p:sp>
          <p:nvSpPr>
            <p:cNvPr id="98" name="文本框 9"/>
            <p:cNvSpPr txBox="1"/>
            <p:nvPr/>
          </p:nvSpPr>
          <p:spPr>
            <a:xfrm>
              <a:off x="4443099" y="2890072"/>
              <a:ext cx="385042" cy="502766"/>
            </a:xfrm>
            <a:prstGeom prst="rect">
              <a:avLst/>
            </a:prstGeom>
            <a:noFill/>
          </p:spPr>
          <p:txBody>
            <a:bodyPr wrap="none" rtlCol="0" anchor="ctr">
              <a:spAutoFit/>
            </a:bodyPr>
            <a:lstStyle/>
            <a:p>
              <a:pPr algn="ctr"/>
              <a:r>
                <a:rPr lang="en-US" altLang="zh-CN" sz="2667" dirty="0">
                  <a:solidFill>
                    <a:schemeClr val="bg1"/>
                  </a:solidFill>
                  <a:latin typeface="微软雅黑"/>
                  <a:ea typeface="微软雅黑"/>
                  <a:sym typeface="微软雅黑"/>
                </a:rPr>
                <a:t>3</a:t>
              </a:r>
              <a:endParaRPr lang="zh-CN" altLang="en-US" sz="2133" dirty="0">
                <a:solidFill>
                  <a:schemeClr val="bg1"/>
                </a:solidFill>
                <a:latin typeface="微软雅黑"/>
                <a:ea typeface="微软雅黑"/>
                <a:sym typeface="微软雅黑"/>
              </a:endParaRPr>
            </a:p>
          </p:txBody>
        </p:sp>
      </p:grpSp>
      <p:grpSp>
        <p:nvGrpSpPr>
          <p:cNvPr id="187" name="组合 186"/>
          <p:cNvGrpSpPr/>
          <p:nvPr/>
        </p:nvGrpSpPr>
        <p:grpSpPr>
          <a:xfrm>
            <a:off x="1481670" y="3030027"/>
            <a:ext cx="546189" cy="546323"/>
            <a:chOff x="4362524" y="1996396"/>
            <a:chExt cx="546189" cy="546323"/>
          </a:xfrm>
        </p:grpSpPr>
        <p:sp>
          <p:nvSpPr>
            <p:cNvPr id="100" name="Oval 53"/>
            <p:cNvSpPr>
              <a:spLocks noChangeArrowheads="1"/>
            </p:cNvSpPr>
            <p:nvPr/>
          </p:nvSpPr>
          <p:spPr bwMode="auto">
            <a:xfrm>
              <a:off x="4362524" y="1996396"/>
              <a:ext cx="546189" cy="546323"/>
            </a:xfrm>
            <a:prstGeom prst="ellipse">
              <a:avLst/>
            </a:prstGeom>
            <a:solidFill>
              <a:srgbClr val="930502"/>
            </a:solidFill>
            <a:ln w="57150">
              <a:gradFill flip="none" rotWithShape="1">
                <a:gsLst>
                  <a:gs pos="0">
                    <a:srgbClr val="FFFFFF"/>
                  </a:gs>
                  <a:gs pos="100000">
                    <a:srgbClr val="D9D9DA"/>
                  </a:gs>
                </a:gsLst>
                <a:lin ang="2700000" scaled="0"/>
                <a:tileRect/>
              </a:gradFill>
            </a:ln>
            <a:effectLst>
              <a:outerShdw blurRad="279400" dist="76200" dir="2700000" sx="101000" sy="101000" algn="tl"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a:defRPr/>
              </a:pPr>
              <a:endParaRPr lang="zh-CN" altLang="en-US" sz="2400">
                <a:gradFill>
                  <a:gsLst>
                    <a:gs pos="15000">
                      <a:schemeClr val="accent2"/>
                    </a:gs>
                    <a:gs pos="99000">
                      <a:schemeClr val="accent1"/>
                    </a:gs>
                  </a:gsLst>
                  <a:lin ang="12600000" scaled="0"/>
                </a:gradFill>
                <a:latin typeface="微软雅黑"/>
                <a:ea typeface="微软雅黑"/>
                <a:sym typeface="微软雅黑"/>
              </a:endParaRPr>
            </a:p>
          </p:txBody>
        </p:sp>
        <p:sp>
          <p:nvSpPr>
            <p:cNvPr id="101" name="文本框 9"/>
            <p:cNvSpPr txBox="1"/>
            <p:nvPr/>
          </p:nvSpPr>
          <p:spPr>
            <a:xfrm>
              <a:off x="4443098" y="2018172"/>
              <a:ext cx="385042" cy="502766"/>
            </a:xfrm>
            <a:prstGeom prst="rect">
              <a:avLst/>
            </a:prstGeom>
            <a:noFill/>
          </p:spPr>
          <p:txBody>
            <a:bodyPr wrap="none" rtlCol="0" anchor="ctr">
              <a:spAutoFit/>
            </a:bodyPr>
            <a:lstStyle/>
            <a:p>
              <a:pPr algn="ctr"/>
              <a:r>
                <a:rPr lang="en-US" altLang="zh-CN" sz="2667" dirty="0">
                  <a:solidFill>
                    <a:schemeClr val="bg1"/>
                  </a:solidFill>
                  <a:latin typeface="微软雅黑"/>
                  <a:ea typeface="微软雅黑"/>
                  <a:sym typeface="微软雅黑"/>
                </a:rPr>
                <a:t>2</a:t>
              </a:r>
              <a:endParaRPr lang="zh-CN" altLang="en-US" sz="2667" dirty="0">
                <a:solidFill>
                  <a:schemeClr val="bg1"/>
                </a:solidFill>
                <a:latin typeface="微软雅黑"/>
                <a:ea typeface="微软雅黑"/>
                <a:sym typeface="微软雅黑"/>
              </a:endParaRPr>
            </a:p>
          </p:txBody>
        </p:sp>
      </p:grpSp>
      <p:grpSp>
        <p:nvGrpSpPr>
          <p:cNvPr id="188" name="组合 187"/>
          <p:cNvGrpSpPr/>
          <p:nvPr/>
        </p:nvGrpSpPr>
        <p:grpSpPr>
          <a:xfrm>
            <a:off x="1481670" y="1465747"/>
            <a:ext cx="546189" cy="546323"/>
            <a:chOff x="4362524" y="1080680"/>
            <a:chExt cx="546189" cy="546323"/>
          </a:xfrm>
        </p:grpSpPr>
        <p:sp>
          <p:nvSpPr>
            <p:cNvPr id="103" name="Oval 53"/>
            <p:cNvSpPr>
              <a:spLocks noChangeArrowheads="1"/>
            </p:cNvSpPr>
            <p:nvPr/>
          </p:nvSpPr>
          <p:spPr bwMode="auto">
            <a:xfrm>
              <a:off x="4362524" y="1080680"/>
              <a:ext cx="546189" cy="546323"/>
            </a:xfrm>
            <a:prstGeom prst="ellipse">
              <a:avLst/>
            </a:prstGeom>
            <a:solidFill>
              <a:srgbClr val="930502"/>
            </a:solidFill>
            <a:ln w="57150">
              <a:gradFill flip="none" rotWithShape="1">
                <a:gsLst>
                  <a:gs pos="0">
                    <a:srgbClr val="FFFFFF"/>
                  </a:gs>
                  <a:gs pos="100000">
                    <a:srgbClr val="D9D9DA"/>
                  </a:gs>
                </a:gsLst>
                <a:lin ang="2700000" scaled="0"/>
                <a:tileRect/>
              </a:gradFill>
            </a:ln>
            <a:effectLst>
              <a:outerShdw blurRad="279400" dist="76200" dir="2700000" sx="101000" sy="101000" algn="tl"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a:defRPr/>
              </a:pPr>
              <a:endParaRPr lang="zh-CN" altLang="en-US" sz="2400">
                <a:latin typeface="微软雅黑"/>
                <a:ea typeface="微软雅黑"/>
                <a:sym typeface="微软雅黑"/>
              </a:endParaRPr>
            </a:p>
          </p:txBody>
        </p:sp>
        <p:sp>
          <p:nvSpPr>
            <p:cNvPr id="104" name="文本框 9"/>
            <p:cNvSpPr txBox="1"/>
            <p:nvPr/>
          </p:nvSpPr>
          <p:spPr>
            <a:xfrm>
              <a:off x="4443099" y="1102456"/>
              <a:ext cx="385042" cy="502766"/>
            </a:xfrm>
            <a:prstGeom prst="rect">
              <a:avLst/>
            </a:prstGeom>
            <a:noFill/>
          </p:spPr>
          <p:txBody>
            <a:bodyPr wrap="none" rtlCol="0" anchor="ctr">
              <a:spAutoFit/>
            </a:bodyPr>
            <a:lstStyle/>
            <a:p>
              <a:pPr algn="ctr"/>
              <a:r>
                <a:rPr lang="en-US" altLang="zh-CN" sz="2667" dirty="0">
                  <a:solidFill>
                    <a:schemeClr val="bg1"/>
                  </a:solidFill>
                  <a:latin typeface="微软雅黑"/>
                  <a:ea typeface="微软雅黑"/>
                  <a:sym typeface="微软雅黑"/>
                </a:rPr>
                <a:t>1</a:t>
              </a:r>
              <a:endParaRPr lang="zh-CN" altLang="en-US" sz="2133" dirty="0">
                <a:solidFill>
                  <a:schemeClr val="bg1"/>
                </a:solidFill>
                <a:latin typeface="微软雅黑"/>
                <a:ea typeface="微软雅黑"/>
                <a:sym typeface="微软雅黑"/>
              </a:endParaRPr>
            </a:p>
          </p:txBody>
        </p:sp>
      </p:grpSp>
      <p:sp>
        <p:nvSpPr>
          <p:cNvPr id="90" name="原创设计师QQ598969553      _3"/>
          <p:cNvSpPr/>
          <p:nvPr/>
        </p:nvSpPr>
        <p:spPr>
          <a:xfrm>
            <a:off x="2142225" y="1434210"/>
            <a:ext cx="8348793" cy="658257"/>
          </a:xfrm>
          <a:prstGeom prst="rect">
            <a:avLst/>
          </a:prstGeom>
        </p:spPr>
        <p:txBody>
          <a:bodyPr wrap="square">
            <a:spAutoFit/>
          </a:bodyPr>
          <a:lstStyle/>
          <a:p>
            <a:pPr>
              <a:lnSpc>
                <a:spcPct val="120000"/>
              </a:lnSpc>
            </a:pPr>
            <a:r>
              <a:rPr lang="zh-CN" altLang="en-US" sz="1600" dirty="0">
                <a:solidFill>
                  <a:schemeClr val="tx1">
                    <a:lumMod val="75000"/>
                    <a:lumOff val="25000"/>
                  </a:schemeClr>
                </a:solidFill>
                <a:latin typeface="微软雅黑"/>
                <a:ea typeface="微软雅黑"/>
                <a:sym typeface="微软雅黑"/>
              </a:rPr>
              <a:t>对于嵌入式系统软件以及各类高可信高安全领域的软件，例如航空航天、轨道交通等领域，相比起性能或者效率，其安全性、可靠性、实时性则是优先级最高的需要被满足的一些性质。</a:t>
            </a:r>
          </a:p>
        </p:txBody>
      </p:sp>
      <p:sp>
        <p:nvSpPr>
          <p:cNvPr id="172" name="原创设计师QQ598969553      _3"/>
          <p:cNvSpPr/>
          <p:nvPr/>
        </p:nvSpPr>
        <p:spPr>
          <a:xfrm>
            <a:off x="2142226" y="2924850"/>
            <a:ext cx="8230806" cy="953723"/>
          </a:xfrm>
          <a:prstGeom prst="rect">
            <a:avLst/>
          </a:prstGeom>
        </p:spPr>
        <p:txBody>
          <a:bodyPr wrap="square">
            <a:spAutoFit/>
          </a:bodyPr>
          <a:lstStyle/>
          <a:p>
            <a:pPr>
              <a:lnSpc>
                <a:spcPct val="120000"/>
              </a:lnSpc>
            </a:pPr>
            <a:r>
              <a:rPr lang="zh-CN" altLang="en-US" sz="1600" dirty="0">
                <a:solidFill>
                  <a:schemeClr val="tx1">
                    <a:lumMod val="75000"/>
                    <a:lumOff val="25000"/>
                  </a:schemeClr>
                </a:solidFill>
                <a:latin typeface="微软雅黑"/>
                <a:ea typeface="微软雅黑"/>
                <a:sym typeface="微软雅黑"/>
              </a:rPr>
              <a:t>对在系统上执行的任务进行最坏执行时间分析可以为系统的实时性需求提供参考。最坏执行时间是指一个任务在特定硬件平台上执行所需要的最长的时间。最坏执行时间在硬实时系统中常用来作为一个参数来评判当前系统的各类指标。</a:t>
            </a:r>
          </a:p>
        </p:txBody>
      </p:sp>
      <p:sp>
        <p:nvSpPr>
          <p:cNvPr id="173" name="原创设计师QQ598969553      _3"/>
          <p:cNvSpPr/>
          <p:nvPr/>
        </p:nvSpPr>
        <p:spPr>
          <a:xfrm>
            <a:off x="2108434" y="4442793"/>
            <a:ext cx="8568104" cy="953723"/>
          </a:xfrm>
          <a:prstGeom prst="rect">
            <a:avLst/>
          </a:prstGeom>
        </p:spPr>
        <p:txBody>
          <a:bodyPr wrap="square">
            <a:spAutoFit/>
          </a:bodyPr>
          <a:lstStyle/>
          <a:p>
            <a:pPr>
              <a:lnSpc>
                <a:spcPct val="120000"/>
              </a:lnSpc>
            </a:pPr>
            <a:r>
              <a:rPr lang="zh-CN" altLang="en-US" sz="1600" dirty="0">
                <a:solidFill>
                  <a:schemeClr val="tx1">
                    <a:lumMod val="75000"/>
                    <a:lumOff val="25000"/>
                  </a:schemeClr>
                </a:solidFill>
                <a:latin typeface="微软雅黑"/>
                <a:ea typeface="微软雅黑"/>
                <a:sym typeface="微软雅黑"/>
              </a:rPr>
              <a:t>传统的最坏执行时间分析方法分为动态分析和静态分析中，这两者都有一定的不足。相对于前面两种技术来说，通过模型检测的技术可以在不改变程序原本任务执行时间的情况下获得一个系统的最坏执行时间。</a:t>
            </a:r>
          </a:p>
        </p:txBody>
      </p:sp>
      <p:grpSp>
        <p:nvGrpSpPr>
          <p:cNvPr id="192" name="组合 191"/>
          <p:cNvGrpSpPr/>
          <p:nvPr/>
        </p:nvGrpSpPr>
        <p:grpSpPr>
          <a:xfrm>
            <a:off x="0" y="6342185"/>
            <a:ext cx="12192000" cy="515815"/>
            <a:chOff x="0" y="6342185"/>
            <a:chExt cx="12192000" cy="515815"/>
          </a:xfrm>
        </p:grpSpPr>
        <p:sp>
          <p:nvSpPr>
            <p:cNvPr id="193" name="矩形 192"/>
            <p:cNvSpPr/>
            <p:nvPr/>
          </p:nvSpPr>
          <p:spPr>
            <a:xfrm>
              <a:off x="0" y="6342185"/>
              <a:ext cx="12192000" cy="515815"/>
            </a:xfrm>
            <a:prstGeom prst="rect">
              <a:avLst/>
            </a:prstGeom>
            <a:solidFill>
              <a:srgbClr val="9305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a:ea typeface="微软雅黑"/>
                <a:sym typeface="微软雅黑"/>
              </a:endParaRPr>
            </a:p>
          </p:txBody>
        </p:sp>
        <p:grpSp>
          <p:nvGrpSpPr>
            <p:cNvPr id="194" name="组合 193"/>
            <p:cNvGrpSpPr/>
            <p:nvPr/>
          </p:nvGrpSpPr>
          <p:grpSpPr>
            <a:xfrm>
              <a:off x="11610554" y="6351515"/>
              <a:ext cx="565461" cy="466258"/>
              <a:chOff x="0" y="6338455"/>
              <a:chExt cx="574766" cy="519545"/>
            </a:xfrm>
          </p:grpSpPr>
          <p:sp>
            <p:nvSpPr>
              <p:cNvPr id="198" name="矩形 197"/>
              <p:cNvSpPr/>
              <p:nvPr userDrawn="1"/>
            </p:nvSpPr>
            <p:spPr>
              <a:xfrm>
                <a:off x="0" y="6338455"/>
                <a:ext cx="574766" cy="519545"/>
              </a:xfrm>
              <a:prstGeom prst="rect">
                <a:avLst/>
              </a:prstGeom>
              <a:solidFill>
                <a:schemeClr val="bg1"/>
              </a:solidFill>
              <a:ln w="38100">
                <a:solidFill>
                  <a:srgbClr val="93050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微软雅黑"/>
                  <a:ea typeface="微软雅黑"/>
                  <a:sym typeface="微软雅黑"/>
                </a:endParaRPr>
              </a:p>
            </p:txBody>
          </p:sp>
          <p:sp>
            <p:nvSpPr>
              <p:cNvPr id="199" name="燕尾形 198"/>
              <p:cNvSpPr/>
              <p:nvPr userDrawn="1"/>
            </p:nvSpPr>
            <p:spPr>
              <a:xfrm>
                <a:off x="193599" y="6475132"/>
                <a:ext cx="187569" cy="246185"/>
              </a:xfrm>
              <a:prstGeom prst="chevron">
                <a:avLst/>
              </a:prstGeom>
              <a:solidFill>
                <a:srgbClr val="93050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a:ea typeface="微软雅黑"/>
                  <a:sym typeface="微软雅黑"/>
                </a:endParaRPr>
              </a:p>
            </p:txBody>
          </p:sp>
        </p:grpSp>
        <p:grpSp>
          <p:nvGrpSpPr>
            <p:cNvPr id="195" name="组合 194"/>
            <p:cNvGrpSpPr/>
            <p:nvPr/>
          </p:nvGrpSpPr>
          <p:grpSpPr>
            <a:xfrm flipH="1">
              <a:off x="15270" y="6351515"/>
              <a:ext cx="565461" cy="466258"/>
              <a:chOff x="0" y="6338455"/>
              <a:chExt cx="574766" cy="519545"/>
            </a:xfrm>
          </p:grpSpPr>
          <p:sp>
            <p:nvSpPr>
              <p:cNvPr id="196" name="矩形 195"/>
              <p:cNvSpPr/>
              <p:nvPr userDrawn="1"/>
            </p:nvSpPr>
            <p:spPr>
              <a:xfrm>
                <a:off x="0" y="6338455"/>
                <a:ext cx="574766" cy="519545"/>
              </a:xfrm>
              <a:prstGeom prst="rect">
                <a:avLst/>
              </a:prstGeom>
              <a:solidFill>
                <a:schemeClr val="bg1"/>
              </a:solidFill>
              <a:ln w="38100">
                <a:solidFill>
                  <a:srgbClr val="93050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微软雅黑"/>
                  <a:ea typeface="微软雅黑"/>
                  <a:sym typeface="微软雅黑"/>
                </a:endParaRPr>
              </a:p>
            </p:txBody>
          </p:sp>
          <p:sp>
            <p:nvSpPr>
              <p:cNvPr id="197" name="燕尾形 196"/>
              <p:cNvSpPr/>
              <p:nvPr userDrawn="1"/>
            </p:nvSpPr>
            <p:spPr>
              <a:xfrm>
                <a:off x="193599" y="6475132"/>
                <a:ext cx="187569" cy="246185"/>
              </a:xfrm>
              <a:prstGeom prst="chevron">
                <a:avLst/>
              </a:prstGeom>
              <a:solidFill>
                <a:srgbClr val="93050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a:ea typeface="微软雅黑"/>
                  <a:sym typeface="微软雅黑"/>
                </a:endParaRPr>
              </a:p>
            </p:txBody>
          </p:sp>
        </p:grpSp>
      </p:grpSp>
      <p:sp>
        <p:nvSpPr>
          <p:cNvPr id="2" name="原创设计师QQ598969553      _1">
            <a:extLst>
              <a:ext uri="{FF2B5EF4-FFF2-40B4-BE49-F238E27FC236}">
                <a16:creationId xmlns:a16="http://schemas.microsoft.com/office/drawing/2014/main" id="{C7BE11A5-DAFC-24D7-CD32-E4F3F0A7E209}"/>
              </a:ext>
            </a:extLst>
          </p:cNvPr>
          <p:cNvSpPr>
            <a:spLocks noChangeArrowheads="1"/>
          </p:cNvSpPr>
          <p:nvPr/>
        </p:nvSpPr>
        <p:spPr bwMode="auto">
          <a:xfrm>
            <a:off x="-1" y="318138"/>
            <a:ext cx="331115" cy="644152"/>
          </a:xfrm>
          <a:prstGeom prst="rect">
            <a:avLst/>
          </a:prstGeom>
          <a:solidFill>
            <a:srgbClr val="930502"/>
          </a:solidFill>
          <a:ln>
            <a:noFill/>
          </a:ln>
        </p:spPr>
        <p:txBody>
          <a:bodyPr anchor="ctr"/>
          <a:lstStyle/>
          <a:p>
            <a:pPr algn="ctr" eaLnBrk="1" hangingPunct="1">
              <a:buFont typeface="Arial" pitchFamily="34" charset="0"/>
              <a:buNone/>
            </a:pPr>
            <a:endParaRPr lang="zh-CN" altLang="zh-CN" sz="2400">
              <a:gradFill>
                <a:gsLst>
                  <a:gs pos="0">
                    <a:schemeClr val="accent2"/>
                  </a:gs>
                  <a:gs pos="100000">
                    <a:schemeClr val="accent1"/>
                  </a:gs>
                </a:gsLst>
                <a:lin ang="10800000" scaled="0"/>
              </a:gradFill>
              <a:latin typeface="微软雅黑"/>
              <a:ea typeface="微软雅黑"/>
              <a:sym typeface="微软雅黑"/>
            </a:endParaRPr>
          </a:p>
        </p:txBody>
      </p:sp>
      <p:sp>
        <p:nvSpPr>
          <p:cNvPr id="3" name="文本框 2">
            <a:extLst>
              <a:ext uri="{FF2B5EF4-FFF2-40B4-BE49-F238E27FC236}">
                <a16:creationId xmlns:a16="http://schemas.microsoft.com/office/drawing/2014/main" id="{870458F1-8552-5147-1E22-BF66BEE6BBA0}"/>
              </a:ext>
            </a:extLst>
          </p:cNvPr>
          <p:cNvSpPr txBox="1"/>
          <p:nvPr/>
        </p:nvSpPr>
        <p:spPr>
          <a:xfrm>
            <a:off x="457118" y="282673"/>
            <a:ext cx="4154211" cy="707886"/>
          </a:xfrm>
          <a:prstGeom prst="rect">
            <a:avLst/>
          </a:prstGeom>
          <a:noFill/>
        </p:spPr>
        <p:txBody>
          <a:bodyPr wrap="square" rtlCol="0">
            <a:spAutoFit/>
          </a:bodyPr>
          <a:lstStyle/>
          <a:p>
            <a:r>
              <a:rPr kumimoji="1" lang="zh-CN" altLang="en-US" sz="4000" b="1" dirty="0">
                <a:solidFill>
                  <a:srgbClr val="777671"/>
                </a:solidFill>
                <a:latin typeface="微软雅黑"/>
                <a:ea typeface="微软雅黑"/>
                <a:cs typeface="Microsoft YaHei" charset="0"/>
                <a:sym typeface="微软雅黑"/>
              </a:rPr>
              <a:t>背景</a:t>
            </a:r>
          </a:p>
        </p:txBody>
      </p:sp>
    </p:spTree>
    <p:extLst>
      <p:ext uri="{BB962C8B-B14F-4D97-AF65-F5344CB8AC3E}">
        <p14:creationId xmlns:p14="http://schemas.microsoft.com/office/powerpoint/2010/main" val="4180404709"/>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2" name="组合 191"/>
          <p:cNvGrpSpPr/>
          <p:nvPr/>
        </p:nvGrpSpPr>
        <p:grpSpPr>
          <a:xfrm>
            <a:off x="0" y="6342185"/>
            <a:ext cx="12192000" cy="515815"/>
            <a:chOff x="0" y="6342185"/>
            <a:chExt cx="12192000" cy="515815"/>
          </a:xfrm>
        </p:grpSpPr>
        <p:sp>
          <p:nvSpPr>
            <p:cNvPr id="193" name="矩形 192"/>
            <p:cNvSpPr/>
            <p:nvPr/>
          </p:nvSpPr>
          <p:spPr>
            <a:xfrm>
              <a:off x="0" y="6342185"/>
              <a:ext cx="12192000" cy="515815"/>
            </a:xfrm>
            <a:prstGeom prst="rect">
              <a:avLst/>
            </a:prstGeom>
            <a:solidFill>
              <a:srgbClr val="9305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a:ea typeface="微软雅黑"/>
                <a:sym typeface="微软雅黑"/>
              </a:endParaRPr>
            </a:p>
          </p:txBody>
        </p:sp>
        <p:grpSp>
          <p:nvGrpSpPr>
            <p:cNvPr id="194" name="组合 193"/>
            <p:cNvGrpSpPr/>
            <p:nvPr/>
          </p:nvGrpSpPr>
          <p:grpSpPr>
            <a:xfrm>
              <a:off x="11610554" y="6351515"/>
              <a:ext cx="565461" cy="466258"/>
              <a:chOff x="0" y="6338455"/>
              <a:chExt cx="574766" cy="519545"/>
            </a:xfrm>
          </p:grpSpPr>
          <p:sp>
            <p:nvSpPr>
              <p:cNvPr id="198" name="矩形 197"/>
              <p:cNvSpPr/>
              <p:nvPr userDrawn="1"/>
            </p:nvSpPr>
            <p:spPr>
              <a:xfrm>
                <a:off x="0" y="6338455"/>
                <a:ext cx="574766" cy="519545"/>
              </a:xfrm>
              <a:prstGeom prst="rect">
                <a:avLst/>
              </a:prstGeom>
              <a:solidFill>
                <a:schemeClr val="bg1"/>
              </a:solidFill>
              <a:ln w="38100">
                <a:solidFill>
                  <a:srgbClr val="93050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微软雅黑"/>
                  <a:ea typeface="微软雅黑"/>
                  <a:sym typeface="微软雅黑"/>
                </a:endParaRPr>
              </a:p>
            </p:txBody>
          </p:sp>
          <p:sp>
            <p:nvSpPr>
              <p:cNvPr id="199" name="燕尾形 198"/>
              <p:cNvSpPr/>
              <p:nvPr userDrawn="1"/>
            </p:nvSpPr>
            <p:spPr>
              <a:xfrm>
                <a:off x="193599" y="6475132"/>
                <a:ext cx="187569" cy="246185"/>
              </a:xfrm>
              <a:prstGeom prst="chevron">
                <a:avLst/>
              </a:prstGeom>
              <a:solidFill>
                <a:srgbClr val="93050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a:ea typeface="微软雅黑"/>
                  <a:sym typeface="微软雅黑"/>
                </a:endParaRPr>
              </a:p>
            </p:txBody>
          </p:sp>
        </p:grpSp>
        <p:grpSp>
          <p:nvGrpSpPr>
            <p:cNvPr id="195" name="组合 194"/>
            <p:cNvGrpSpPr/>
            <p:nvPr/>
          </p:nvGrpSpPr>
          <p:grpSpPr>
            <a:xfrm flipH="1">
              <a:off x="15270" y="6351515"/>
              <a:ext cx="565461" cy="466258"/>
              <a:chOff x="0" y="6338455"/>
              <a:chExt cx="574766" cy="519545"/>
            </a:xfrm>
          </p:grpSpPr>
          <p:sp>
            <p:nvSpPr>
              <p:cNvPr id="196" name="矩形 195"/>
              <p:cNvSpPr/>
              <p:nvPr userDrawn="1"/>
            </p:nvSpPr>
            <p:spPr>
              <a:xfrm>
                <a:off x="0" y="6338455"/>
                <a:ext cx="574766" cy="519545"/>
              </a:xfrm>
              <a:prstGeom prst="rect">
                <a:avLst/>
              </a:prstGeom>
              <a:solidFill>
                <a:schemeClr val="bg1"/>
              </a:solidFill>
              <a:ln w="38100">
                <a:solidFill>
                  <a:srgbClr val="93050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微软雅黑"/>
                  <a:ea typeface="微软雅黑"/>
                  <a:sym typeface="微软雅黑"/>
                </a:endParaRPr>
              </a:p>
            </p:txBody>
          </p:sp>
          <p:sp>
            <p:nvSpPr>
              <p:cNvPr id="197" name="燕尾形 196"/>
              <p:cNvSpPr/>
              <p:nvPr userDrawn="1"/>
            </p:nvSpPr>
            <p:spPr>
              <a:xfrm>
                <a:off x="193599" y="6475132"/>
                <a:ext cx="187569" cy="246185"/>
              </a:xfrm>
              <a:prstGeom prst="chevron">
                <a:avLst/>
              </a:prstGeom>
              <a:solidFill>
                <a:srgbClr val="93050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a:ea typeface="微软雅黑"/>
                  <a:sym typeface="微软雅黑"/>
                </a:endParaRPr>
              </a:p>
            </p:txBody>
          </p:sp>
        </p:grpSp>
      </p:grpSp>
      <p:sp>
        <p:nvSpPr>
          <p:cNvPr id="2" name="原创设计师QQ598969553      _1">
            <a:extLst>
              <a:ext uri="{FF2B5EF4-FFF2-40B4-BE49-F238E27FC236}">
                <a16:creationId xmlns:a16="http://schemas.microsoft.com/office/drawing/2014/main" id="{C7BE11A5-DAFC-24D7-CD32-E4F3F0A7E209}"/>
              </a:ext>
            </a:extLst>
          </p:cNvPr>
          <p:cNvSpPr>
            <a:spLocks noChangeArrowheads="1"/>
          </p:cNvSpPr>
          <p:nvPr/>
        </p:nvSpPr>
        <p:spPr bwMode="auto">
          <a:xfrm>
            <a:off x="-1" y="318138"/>
            <a:ext cx="331115" cy="644152"/>
          </a:xfrm>
          <a:prstGeom prst="rect">
            <a:avLst/>
          </a:prstGeom>
          <a:solidFill>
            <a:srgbClr val="930502"/>
          </a:solidFill>
          <a:ln>
            <a:noFill/>
          </a:ln>
        </p:spPr>
        <p:txBody>
          <a:bodyPr anchor="ctr"/>
          <a:lstStyle/>
          <a:p>
            <a:pPr algn="ctr" eaLnBrk="1" hangingPunct="1">
              <a:buFont typeface="Arial" pitchFamily="34" charset="0"/>
              <a:buNone/>
            </a:pPr>
            <a:endParaRPr lang="zh-CN" altLang="zh-CN" sz="2400">
              <a:gradFill>
                <a:gsLst>
                  <a:gs pos="0">
                    <a:schemeClr val="accent2"/>
                  </a:gs>
                  <a:gs pos="100000">
                    <a:schemeClr val="accent1"/>
                  </a:gs>
                </a:gsLst>
                <a:lin ang="10800000" scaled="0"/>
              </a:gradFill>
              <a:latin typeface="微软雅黑"/>
              <a:ea typeface="微软雅黑"/>
              <a:sym typeface="微软雅黑"/>
            </a:endParaRPr>
          </a:p>
        </p:txBody>
      </p:sp>
      <p:sp>
        <p:nvSpPr>
          <p:cNvPr id="3" name="文本框 2">
            <a:extLst>
              <a:ext uri="{FF2B5EF4-FFF2-40B4-BE49-F238E27FC236}">
                <a16:creationId xmlns:a16="http://schemas.microsoft.com/office/drawing/2014/main" id="{870458F1-8552-5147-1E22-BF66BEE6BBA0}"/>
              </a:ext>
            </a:extLst>
          </p:cNvPr>
          <p:cNvSpPr txBox="1"/>
          <p:nvPr/>
        </p:nvSpPr>
        <p:spPr>
          <a:xfrm>
            <a:off x="457118" y="282673"/>
            <a:ext cx="9040843" cy="707886"/>
          </a:xfrm>
          <a:prstGeom prst="rect">
            <a:avLst/>
          </a:prstGeom>
          <a:noFill/>
        </p:spPr>
        <p:txBody>
          <a:bodyPr wrap="square" rtlCol="0">
            <a:spAutoFit/>
          </a:bodyPr>
          <a:lstStyle/>
          <a:p>
            <a:r>
              <a:rPr kumimoji="1" lang="zh-CN" altLang="en-US" sz="4000" b="1" dirty="0">
                <a:solidFill>
                  <a:srgbClr val="777671"/>
                </a:solidFill>
                <a:latin typeface="微软雅黑"/>
                <a:ea typeface="微软雅黑"/>
                <a:cs typeface="Microsoft YaHei" charset="0"/>
                <a:sym typeface="微软雅黑"/>
              </a:rPr>
              <a:t>基于模型检测的最坏执行时间分析方法</a:t>
            </a:r>
          </a:p>
        </p:txBody>
      </p:sp>
      <p:pic>
        <p:nvPicPr>
          <p:cNvPr id="4" name="图片 3">
            <a:extLst>
              <a:ext uri="{FF2B5EF4-FFF2-40B4-BE49-F238E27FC236}">
                <a16:creationId xmlns:a16="http://schemas.microsoft.com/office/drawing/2014/main" id="{C05B96A6-DDB6-FCDA-6A86-7094BE6806D5}"/>
              </a:ext>
            </a:extLst>
          </p:cNvPr>
          <p:cNvPicPr>
            <a:picLocks noChangeAspect="1"/>
          </p:cNvPicPr>
          <p:nvPr/>
        </p:nvPicPr>
        <p:blipFill>
          <a:blip r:embed="rId3"/>
          <a:stretch>
            <a:fillRect/>
          </a:stretch>
        </p:blipFill>
        <p:spPr>
          <a:xfrm>
            <a:off x="2313915" y="1441474"/>
            <a:ext cx="7564170" cy="4609304"/>
          </a:xfrm>
          <a:prstGeom prst="rect">
            <a:avLst/>
          </a:prstGeom>
        </p:spPr>
      </p:pic>
      <p:sp>
        <p:nvSpPr>
          <p:cNvPr id="5" name="文本框 4">
            <a:extLst>
              <a:ext uri="{FF2B5EF4-FFF2-40B4-BE49-F238E27FC236}">
                <a16:creationId xmlns:a16="http://schemas.microsoft.com/office/drawing/2014/main" id="{6835641D-DA9D-7CC0-A28D-C60389089DA8}"/>
              </a:ext>
            </a:extLst>
          </p:cNvPr>
          <p:cNvSpPr txBox="1"/>
          <p:nvPr/>
        </p:nvSpPr>
        <p:spPr>
          <a:xfrm>
            <a:off x="457118" y="1579941"/>
            <a:ext cx="120252" cy="369332"/>
          </a:xfrm>
          <a:prstGeom prst="rect">
            <a:avLst/>
          </a:prstGeom>
          <a:noFill/>
        </p:spPr>
        <p:txBody>
          <a:bodyPr wrap="square" rtlCol="0">
            <a:spAutoFit/>
          </a:bodyPr>
          <a:lstStyle/>
          <a:p>
            <a:r>
              <a:rPr lang="zh-CN" altLang="en-US" dirty="0">
                <a:sym typeface="Symbol" panose="05050102010706020507" pitchFamily="18" charset="2"/>
              </a:rPr>
              <a:t></a:t>
            </a:r>
            <a:endParaRPr lang="zh-CN" altLang="en-US" dirty="0"/>
          </a:p>
        </p:txBody>
      </p:sp>
      <p:sp>
        <p:nvSpPr>
          <p:cNvPr id="6" name="原创设计师QQ598969553      _3">
            <a:extLst>
              <a:ext uri="{FF2B5EF4-FFF2-40B4-BE49-F238E27FC236}">
                <a16:creationId xmlns:a16="http://schemas.microsoft.com/office/drawing/2014/main" id="{E233067E-DEE7-261A-755F-0E8807FC7C58}"/>
              </a:ext>
            </a:extLst>
          </p:cNvPr>
          <p:cNvSpPr/>
          <p:nvPr/>
        </p:nvSpPr>
        <p:spPr>
          <a:xfrm>
            <a:off x="783132" y="1448014"/>
            <a:ext cx="1700672" cy="633187"/>
          </a:xfrm>
          <a:prstGeom prst="rect">
            <a:avLst/>
          </a:prstGeom>
        </p:spPr>
        <p:txBody>
          <a:bodyPr wrap="square">
            <a:spAutoFit/>
          </a:bodyPr>
          <a:lstStyle/>
          <a:p>
            <a:pPr>
              <a:lnSpc>
                <a:spcPct val="120000"/>
              </a:lnSpc>
            </a:pPr>
            <a:r>
              <a:rPr lang="zh-CN" altLang="en-US" sz="3200" dirty="0">
                <a:solidFill>
                  <a:schemeClr val="tx1">
                    <a:lumMod val="75000"/>
                    <a:lumOff val="25000"/>
                  </a:schemeClr>
                </a:solidFill>
                <a:latin typeface="微软雅黑"/>
                <a:ea typeface="微软雅黑"/>
                <a:sym typeface="微软雅黑"/>
              </a:rPr>
              <a:t>框架</a:t>
            </a:r>
          </a:p>
        </p:txBody>
      </p:sp>
    </p:spTree>
    <p:extLst>
      <p:ext uri="{BB962C8B-B14F-4D97-AF65-F5344CB8AC3E}">
        <p14:creationId xmlns:p14="http://schemas.microsoft.com/office/powerpoint/2010/main" val="441037702"/>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2" name="组合 191"/>
          <p:cNvGrpSpPr/>
          <p:nvPr/>
        </p:nvGrpSpPr>
        <p:grpSpPr>
          <a:xfrm>
            <a:off x="0" y="6342185"/>
            <a:ext cx="12192000" cy="515815"/>
            <a:chOff x="0" y="6342185"/>
            <a:chExt cx="12192000" cy="515815"/>
          </a:xfrm>
        </p:grpSpPr>
        <p:sp>
          <p:nvSpPr>
            <p:cNvPr id="193" name="矩形 192"/>
            <p:cNvSpPr/>
            <p:nvPr/>
          </p:nvSpPr>
          <p:spPr>
            <a:xfrm>
              <a:off x="0" y="6342185"/>
              <a:ext cx="12192000" cy="515815"/>
            </a:xfrm>
            <a:prstGeom prst="rect">
              <a:avLst/>
            </a:prstGeom>
            <a:solidFill>
              <a:srgbClr val="9305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a:ea typeface="微软雅黑"/>
                <a:sym typeface="微软雅黑"/>
              </a:endParaRPr>
            </a:p>
          </p:txBody>
        </p:sp>
        <p:grpSp>
          <p:nvGrpSpPr>
            <p:cNvPr id="194" name="组合 193"/>
            <p:cNvGrpSpPr/>
            <p:nvPr/>
          </p:nvGrpSpPr>
          <p:grpSpPr>
            <a:xfrm>
              <a:off x="11610554" y="6351515"/>
              <a:ext cx="565461" cy="466258"/>
              <a:chOff x="0" y="6338455"/>
              <a:chExt cx="574766" cy="519545"/>
            </a:xfrm>
          </p:grpSpPr>
          <p:sp>
            <p:nvSpPr>
              <p:cNvPr id="198" name="矩形 197"/>
              <p:cNvSpPr/>
              <p:nvPr userDrawn="1"/>
            </p:nvSpPr>
            <p:spPr>
              <a:xfrm>
                <a:off x="0" y="6338455"/>
                <a:ext cx="574766" cy="519545"/>
              </a:xfrm>
              <a:prstGeom prst="rect">
                <a:avLst/>
              </a:prstGeom>
              <a:solidFill>
                <a:schemeClr val="bg1"/>
              </a:solidFill>
              <a:ln w="38100">
                <a:solidFill>
                  <a:srgbClr val="93050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微软雅黑"/>
                  <a:ea typeface="微软雅黑"/>
                  <a:sym typeface="微软雅黑"/>
                </a:endParaRPr>
              </a:p>
            </p:txBody>
          </p:sp>
          <p:sp>
            <p:nvSpPr>
              <p:cNvPr id="199" name="燕尾形 198"/>
              <p:cNvSpPr/>
              <p:nvPr userDrawn="1"/>
            </p:nvSpPr>
            <p:spPr>
              <a:xfrm>
                <a:off x="193599" y="6475132"/>
                <a:ext cx="187569" cy="246185"/>
              </a:xfrm>
              <a:prstGeom prst="chevron">
                <a:avLst/>
              </a:prstGeom>
              <a:solidFill>
                <a:srgbClr val="93050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a:ea typeface="微软雅黑"/>
                  <a:sym typeface="微软雅黑"/>
                </a:endParaRPr>
              </a:p>
            </p:txBody>
          </p:sp>
        </p:grpSp>
        <p:grpSp>
          <p:nvGrpSpPr>
            <p:cNvPr id="195" name="组合 194"/>
            <p:cNvGrpSpPr/>
            <p:nvPr/>
          </p:nvGrpSpPr>
          <p:grpSpPr>
            <a:xfrm flipH="1">
              <a:off x="15270" y="6351515"/>
              <a:ext cx="565461" cy="466258"/>
              <a:chOff x="0" y="6338455"/>
              <a:chExt cx="574766" cy="519545"/>
            </a:xfrm>
          </p:grpSpPr>
          <p:sp>
            <p:nvSpPr>
              <p:cNvPr id="196" name="矩形 195"/>
              <p:cNvSpPr/>
              <p:nvPr userDrawn="1"/>
            </p:nvSpPr>
            <p:spPr>
              <a:xfrm>
                <a:off x="0" y="6338455"/>
                <a:ext cx="574766" cy="519545"/>
              </a:xfrm>
              <a:prstGeom prst="rect">
                <a:avLst/>
              </a:prstGeom>
              <a:solidFill>
                <a:schemeClr val="bg1"/>
              </a:solidFill>
              <a:ln w="38100">
                <a:solidFill>
                  <a:srgbClr val="93050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微软雅黑"/>
                  <a:ea typeface="微软雅黑"/>
                  <a:sym typeface="微软雅黑"/>
                </a:endParaRPr>
              </a:p>
            </p:txBody>
          </p:sp>
          <p:sp>
            <p:nvSpPr>
              <p:cNvPr id="197" name="燕尾形 196"/>
              <p:cNvSpPr/>
              <p:nvPr userDrawn="1"/>
            </p:nvSpPr>
            <p:spPr>
              <a:xfrm>
                <a:off x="193599" y="6475132"/>
                <a:ext cx="187569" cy="246185"/>
              </a:xfrm>
              <a:prstGeom prst="chevron">
                <a:avLst/>
              </a:prstGeom>
              <a:solidFill>
                <a:srgbClr val="93050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a:ea typeface="微软雅黑"/>
                  <a:sym typeface="微软雅黑"/>
                </a:endParaRPr>
              </a:p>
            </p:txBody>
          </p:sp>
        </p:grpSp>
      </p:grpSp>
      <p:sp>
        <p:nvSpPr>
          <p:cNvPr id="2" name="原创设计师QQ598969553      _1">
            <a:extLst>
              <a:ext uri="{FF2B5EF4-FFF2-40B4-BE49-F238E27FC236}">
                <a16:creationId xmlns:a16="http://schemas.microsoft.com/office/drawing/2014/main" id="{C7BE11A5-DAFC-24D7-CD32-E4F3F0A7E209}"/>
              </a:ext>
            </a:extLst>
          </p:cNvPr>
          <p:cNvSpPr>
            <a:spLocks noChangeArrowheads="1"/>
          </p:cNvSpPr>
          <p:nvPr/>
        </p:nvSpPr>
        <p:spPr bwMode="auto">
          <a:xfrm>
            <a:off x="-1" y="318138"/>
            <a:ext cx="331115" cy="644152"/>
          </a:xfrm>
          <a:prstGeom prst="rect">
            <a:avLst/>
          </a:prstGeom>
          <a:solidFill>
            <a:srgbClr val="930502"/>
          </a:solidFill>
          <a:ln>
            <a:noFill/>
          </a:ln>
        </p:spPr>
        <p:txBody>
          <a:bodyPr anchor="ctr"/>
          <a:lstStyle/>
          <a:p>
            <a:pPr algn="ctr" eaLnBrk="1" hangingPunct="1">
              <a:buFont typeface="Arial" pitchFamily="34" charset="0"/>
              <a:buNone/>
            </a:pPr>
            <a:endParaRPr lang="zh-CN" altLang="zh-CN" sz="2400">
              <a:gradFill>
                <a:gsLst>
                  <a:gs pos="0">
                    <a:schemeClr val="accent2"/>
                  </a:gs>
                  <a:gs pos="100000">
                    <a:schemeClr val="accent1"/>
                  </a:gs>
                </a:gsLst>
                <a:lin ang="10800000" scaled="0"/>
              </a:gradFill>
              <a:latin typeface="微软雅黑"/>
              <a:ea typeface="微软雅黑"/>
              <a:sym typeface="微软雅黑"/>
            </a:endParaRPr>
          </a:p>
        </p:txBody>
      </p:sp>
      <p:sp>
        <p:nvSpPr>
          <p:cNvPr id="3" name="文本框 2">
            <a:extLst>
              <a:ext uri="{FF2B5EF4-FFF2-40B4-BE49-F238E27FC236}">
                <a16:creationId xmlns:a16="http://schemas.microsoft.com/office/drawing/2014/main" id="{870458F1-8552-5147-1E22-BF66BEE6BBA0}"/>
              </a:ext>
            </a:extLst>
          </p:cNvPr>
          <p:cNvSpPr txBox="1"/>
          <p:nvPr/>
        </p:nvSpPr>
        <p:spPr>
          <a:xfrm>
            <a:off x="457118" y="282673"/>
            <a:ext cx="9040843" cy="707886"/>
          </a:xfrm>
          <a:prstGeom prst="rect">
            <a:avLst/>
          </a:prstGeom>
          <a:noFill/>
        </p:spPr>
        <p:txBody>
          <a:bodyPr wrap="square" rtlCol="0">
            <a:spAutoFit/>
          </a:bodyPr>
          <a:lstStyle/>
          <a:p>
            <a:r>
              <a:rPr kumimoji="1" lang="zh-CN" altLang="en-US" sz="4000" b="1" dirty="0">
                <a:solidFill>
                  <a:srgbClr val="777671"/>
                </a:solidFill>
                <a:latin typeface="微软雅黑"/>
                <a:ea typeface="微软雅黑"/>
                <a:cs typeface="Microsoft YaHei" charset="0"/>
                <a:sym typeface="微软雅黑"/>
              </a:rPr>
              <a:t>基于模型检测的最坏执行时间分析方法</a:t>
            </a:r>
          </a:p>
        </p:txBody>
      </p:sp>
      <p:sp>
        <p:nvSpPr>
          <p:cNvPr id="8" name="AutoShape 4">
            <a:extLst>
              <a:ext uri="{FF2B5EF4-FFF2-40B4-BE49-F238E27FC236}">
                <a16:creationId xmlns:a16="http://schemas.microsoft.com/office/drawing/2014/main" id="{57068FFA-625D-F4FC-7EF7-7743B5CEB10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1" name="文本框 10">
            <a:extLst>
              <a:ext uri="{FF2B5EF4-FFF2-40B4-BE49-F238E27FC236}">
                <a16:creationId xmlns:a16="http://schemas.microsoft.com/office/drawing/2014/main" id="{70713B8A-0E76-C914-5B67-92327CF3E4F2}"/>
              </a:ext>
            </a:extLst>
          </p:cNvPr>
          <p:cNvSpPr txBox="1"/>
          <p:nvPr/>
        </p:nvSpPr>
        <p:spPr>
          <a:xfrm>
            <a:off x="457118" y="1579941"/>
            <a:ext cx="120252" cy="369332"/>
          </a:xfrm>
          <a:prstGeom prst="rect">
            <a:avLst/>
          </a:prstGeom>
          <a:noFill/>
        </p:spPr>
        <p:txBody>
          <a:bodyPr wrap="square" rtlCol="0">
            <a:spAutoFit/>
          </a:bodyPr>
          <a:lstStyle/>
          <a:p>
            <a:r>
              <a:rPr lang="zh-CN" altLang="en-US" dirty="0">
                <a:sym typeface="Symbol" panose="05050102010706020507" pitchFamily="18" charset="2"/>
              </a:rPr>
              <a:t></a:t>
            </a:r>
            <a:endParaRPr lang="zh-CN" altLang="en-US" dirty="0"/>
          </a:p>
        </p:txBody>
      </p:sp>
      <p:sp>
        <p:nvSpPr>
          <p:cNvPr id="12" name="原创设计师QQ598969553      _3">
            <a:extLst>
              <a:ext uri="{FF2B5EF4-FFF2-40B4-BE49-F238E27FC236}">
                <a16:creationId xmlns:a16="http://schemas.microsoft.com/office/drawing/2014/main" id="{F3CF6889-5D58-2865-0466-F13DE763CE54}"/>
              </a:ext>
            </a:extLst>
          </p:cNvPr>
          <p:cNvSpPr/>
          <p:nvPr/>
        </p:nvSpPr>
        <p:spPr>
          <a:xfrm>
            <a:off x="783131" y="1448014"/>
            <a:ext cx="2294365" cy="633187"/>
          </a:xfrm>
          <a:prstGeom prst="rect">
            <a:avLst/>
          </a:prstGeom>
        </p:spPr>
        <p:txBody>
          <a:bodyPr wrap="square">
            <a:spAutoFit/>
          </a:bodyPr>
          <a:lstStyle/>
          <a:p>
            <a:pPr>
              <a:lnSpc>
                <a:spcPct val="120000"/>
              </a:lnSpc>
            </a:pPr>
            <a:r>
              <a:rPr lang="zh-CN" altLang="en-US" sz="3200" dirty="0">
                <a:solidFill>
                  <a:schemeClr val="tx1">
                    <a:lumMod val="75000"/>
                    <a:lumOff val="25000"/>
                  </a:schemeClr>
                </a:solidFill>
                <a:latin typeface="微软雅黑"/>
                <a:ea typeface="微软雅黑"/>
                <a:sym typeface="微软雅黑"/>
              </a:rPr>
              <a:t>控制流图</a:t>
            </a:r>
            <a:endParaRPr lang="en-US" altLang="zh-CN" sz="3200" dirty="0">
              <a:solidFill>
                <a:schemeClr val="tx1">
                  <a:lumMod val="75000"/>
                  <a:lumOff val="25000"/>
                </a:schemeClr>
              </a:solidFill>
              <a:latin typeface="微软雅黑"/>
              <a:ea typeface="微软雅黑"/>
              <a:sym typeface="微软雅黑"/>
            </a:endParaRPr>
          </a:p>
        </p:txBody>
      </p:sp>
      <p:sp>
        <p:nvSpPr>
          <p:cNvPr id="13" name="原创设计师QQ598969553      _3">
            <a:extLst>
              <a:ext uri="{FF2B5EF4-FFF2-40B4-BE49-F238E27FC236}">
                <a16:creationId xmlns:a16="http://schemas.microsoft.com/office/drawing/2014/main" id="{F375959C-1E5D-5F19-3924-DB1689F75307}"/>
              </a:ext>
            </a:extLst>
          </p:cNvPr>
          <p:cNvSpPr/>
          <p:nvPr/>
        </p:nvSpPr>
        <p:spPr>
          <a:xfrm>
            <a:off x="1205918" y="1838653"/>
            <a:ext cx="6358804" cy="4043543"/>
          </a:xfrm>
          <a:prstGeom prst="rect">
            <a:avLst/>
          </a:prstGeom>
        </p:spPr>
        <p:txBody>
          <a:bodyPr wrap="square">
            <a:spAutoFit/>
          </a:bodyPr>
          <a:lstStyle/>
          <a:p>
            <a:pPr>
              <a:lnSpc>
                <a:spcPct val="120000"/>
              </a:lnSpc>
            </a:pPr>
            <a:endParaRPr lang="en-US" altLang="zh-CN" sz="2400" dirty="0">
              <a:solidFill>
                <a:schemeClr val="tx1">
                  <a:lumMod val="75000"/>
                  <a:lumOff val="25000"/>
                </a:schemeClr>
              </a:solidFill>
              <a:latin typeface="微软雅黑"/>
              <a:ea typeface="微软雅黑"/>
              <a:sym typeface="微软雅黑"/>
            </a:endParaRPr>
          </a:p>
          <a:p>
            <a:pPr>
              <a:lnSpc>
                <a:spcPct val="120000"/>
              </a:lnSpc>
            </a:pPr>
            <a:r>
              <a:rPr lang="zh-CN" altLang="en-US" sz="2400" dirty="0">
                <a:solidFill>
                  <a:schemeClr val="tx1">
                    <a:lumMod val="75000"/>
                    <a:lumOff val="25000"/>
                  </a:schemeClr>
                </a:solidFill>
                <a:latin typeface="微软雅黑"/>
                <a:ea typeface="微软雅黑"/>
                <a:sym typeface="微软雅黑"/>
              </a:rPr>
              <a:t>用一个五元组</a:t>
            </a:r>
            <a:r>
              <a:rPr lang="en-US" altLang="zh-CN" sz="2400" dirty="0">
                <a:solidFill>
                  <a:schemeClr val="tx1">
                    <a:lumMod val="75000"/>
                    <a:lumOff val="25000"/>
                  </a:schemeClr>
                </a:solidFill>
                <a:latin typeface="微软雅黑"/>
                <a:ea typeface="微软雅黑"/>
                <a:sym typeface="微软雅黑"/>
              </a:rPr>
              <a:t>(Init, N, E, T, Trans)</a:t>
            </a:r>
            <a:r>
              <a:rPr lang="zh-CN" altLang="en-US" sz="2400" dirty="0">
                <a:solidFill>
                  <a:schemeClr val="tx1">
                    <a:lumMod val="75000"/>
                    <a:lumOff val="25000"/>
                  </a:schemeClr>
                </a:solidFill>
                <a:latin typeface="微软雅黑"/>
                <a:ea typeface="微软雅黑"/>
                <a:sym typeface="微软雅黑"/>
              </a:rPr>
              <a:t>表示一个系统的控制流图模型</a:t>
            </a:r>
            <a:r>
              <a:rPr lang="en-US" altLang="zh-CN" sz="2400" dirty="0">
                <a:solidFill>
                  <a:schemeClr val="tx1">
                    <a:lumMod val="75000"/>
                    <a:lumOff val="25000"/>
                  </a:schemeClr>
                </a:solidFill>
                <a:latin typeface="微软雅黑"/>
                <a:ea typeface="微软雅黑"/>
                <a:sym typeface="微软雅黑"/>
              </a:rPr>
              <a:t>M</a:t>
            </a:r>
            <a:r>
              <a:rPr lang="en-US" altLang="zh-CN" sz="2400" baseline="-25000" dirty="0">
                <a:solidFill>
                  <a:schemeClr val="tx1">
                    <a:lumMod val="75000"/>
                    <a:lumOff val="25000"/>
                  </a:schemeClr>
                </a:solidFill>
                <a:latin typeface="微软雅黑"/>
                <a:ea typeface="微软雅黑"/>
                <a:sym typeface="微软雅黑"/>
              </a:rPr>
              <a:t>CFG</a:t>
            </a:r>
            <a:r>
              <a:rPr lang="zh-CN" altLang="en-US" sz="2400" baseline="-25000" dirty="0">
                <a:solidFill>
                  <a:schemeClr val="tx1">
                    <a:lumMod val="75000"/>
                    <a:lumOff val="25000"/>
                  </a:schemeClr>
                </a:solidFill>
                <a:latin typeface="微软雅黑"/>
                <a:ea typeface="微软雅黑"/>
                <a:sym typeface="微软雅黑"/>
              </a:rPr>
              <a:t> </a:t>
            </a:r>
            <a:endParaRPr lang="en-US" altLang="zh-CN" sz="2400" baseline="-25000" dirty="0">
              <a:solidFill>
                <a:schemeClr val="tx1">
                  <a:lumMod val="75000"/>
                  <a:lumOff val="25000"/>
                </a:schemeClr>
              </a:solidFill>
              <a:latin typeface="微软雅黑"/>
              <a:ea typeface="微软雅黑"/>
              <a:sym typeface="微软雅黑"/>
            </a:endParaRPr>
          </a:p>
          <a:p>
            <a:pPr marL="342900" indent="-342900">
              <a:lnSpc>
                <a:spcPct val="120000"/>
              </a:lnSpc>
              <a:buFontTx/>
              <a:buChar char="-"/>
            </a:pPr>
            <a:r>
              <a:rPr lang="en-US" altLang="zh-CN" sz="2400" dirty="0">
                <a:solidFill>
                  <a:schemeClr val="tx1">
                    <a:lumMod val="75000"/>
                    <a:lumOff val="25000"/>
                  </a:schemeClr>
                </a:solidFill>
                <a:latin typeface="微软雅黑"/>
                <a:ea typeface="微软雅黑"/>
                <a:sym typeface="微软雅黑"/>
              </a:rPr>
              <a:t>Init</a:t>
            </a:r>
            <a:r>
              <a:rPr lang="zh-CN" altLang="en-US" sz="2400" dirty="0">
                <a:solidFill>
                  <a:schemeClr val="tx1">
                    <a:lumMod val="75000"/>
                    <a:lumOff val="25000"/>
                  </a:schemeClr>
                </a:solidFill>
                <a:latin typeface="微软雅黑"/>
                <a:ea typeface="微软雅黑"/>
                <a:sym typeface="微软雅黑"/>
              </a:rPr>
              <a:t>是初始节点，</a:t>
            </a:r>
            <a:endParaRPr lang="en-US" altLang="zh-CN" sz="2400" dirty="0">
              <a:solidFill>
                <a:schemeClr val="tx1">
                  <a:lumMod val="75000"/>
                  <a:lumOff val="25000"/>
                </a:schemeClr>
              </a:solidFill>
              <a:latin typeface="微软雅黑"/>
              <a:ea typeface="微软雅黑"/>
              <a:sym typeface="微软雅黑"/>
            </a:endParaRPr>
          </a:p>
          <a:p>
            <a:pPr marL="342900" indent="-342900">
              <a:lnSpc>
                <a:spcPct val="120000"/>
              </a:lnSpc>
              <a:buFontTx/>
              <a:buChar char="-"/>
            </a:pPr>
            <a:r>
              <a:rPr lang="en-US" altLang="zh-CN" sz="2400" dirty="0">
                <a:solidFill>
                  <a:schemeClr val="tx1">
                    <a:lumMod val="75000"/>
                    <a:lumOff val="25000"/>
                  </a:schemeClr>
                </a:solidFill>
                <a:latin typeface="微软雅黑"/>
                <a:ea typeface="微软雅黑"/>
                <a:sym typeface="微软雅黑"/>
              </a:rPr>
              <a:t>N</a:t>
            </a:r>
            <a:r>
              <a:rPr lang="zh-CN" altLang="en-US" sz="2400" dirty="0">
                <a:solidFill>
                  <a:schemeClr val="tx1">
                    <a:lumMod val="75000"/>
                    <a:lumOff val="25000"/>
                  </a:schemeClr>
                </a:solidFill>
                <a:latin typeface="微软雅黑"/>
                <a:ea typeface="微软雅黑"/>
                <a:sym typeface="微软雅黑"/>
              </a:rPr>
              <a:t>是模型中所有节点的集合，</a:t>
            </a:r>
            <a:endParaRPr lang="en-US" altLang="zh-CN" sz="2400" dirty="0">
              <a:solidFill>
                <a:schemeClr val="tx1">
                  <a:lumMod val="75000"/>
                  <a:lumOff val="25000"/>
                </a:schemeClr>
              </a:solidFill>
              <a:latin typeface="微软雅黑"/>
              <a:ea typeface="微软雅黑"/>
              <a:sym typeface="微软雅黑"/>
            </a:endParaRPr>
          </a:p>
          <a:p>
            <a:pPr marL="342900" indent="-342900">
              <a:lnSpc>
                <a:spcPct val="120000"/>
              </a:lnSpc>
              <a:buFontTx/>
              <a:buChar char="-"/>
            </a:pPr>
            <a:r>
              <a:rPr lang="en-US" altLang="zh-CN" sz="2400" dirty="0">
                <a:solidFill>
                  <a:schemeClr val="tx1">
                    <a:lumMod val="75000"/>
                    <a:lumOff val="25000"/>
                  </a:schemeClr>
                </a:solidFill>
                <a:latin typeface="微软雅黑"/>
                <a:ea typeface="微软雅黑"/>
                <a:sym typeface="微软雅黑"/>
              </a:rPr>
              <a:t>E</a:t>
            </a:r>
            <a:r>
              <a:rPr lang="zh-CN" altLang="en-US" sz="2400" dirty="0">
                <a:solidFill>
                  <a:schemeClr val="tx1">
                    <a:lumMod val="75000"/>
                    <a:lumOff val="25000"/>
                  </a:schemeClr>
                </a:solidFill>
                <a:latin typeface="微软雅黑"/>
                <a:ea typeface="微软雅黑"/>
                <a:sym typeface="微软雅黑"/>
              </a:rPr>
              <a:t>是模型中所有边的集合，</a:t>
            </a:r>
            <a:endParaRPr lang="en-US" altLang="zh-CN" sz="2400" dirty="0">
              <a:solidFill>
                <a:schemeClr val="tx1">
                  <a:lumMod val="75000"/>
                  <a:lumOff val="25000"/>
                </a:schemeClr>
              </a:solidFill>
              <a:latin typeface="微软雅黑"/>
              <a:ea typeface="微软雅黑"/>
              <a:sym typeface="微软雅黑"/>
            </a:endParaRPr>
          </a:p>
          <a:p>
            <a:pPr marL="342900" indent="-342900">
              <a:lnSpc>
                <a:spcPct val="120000"/>
              </a:lnSpc>
              <a:buFontTx/>
              <a:buChar char="-"/>
            </a:pPr>
            <a:r>
              <a:rPr lang="en-US" altLang="zh-CN" sz="2400" dirty="0">
                <a:solidFill>
                  <a:schemeClr val="tx1">
                    <a:lumMod val="75000"/>
                    <a:lumOff val="25000"/>
                  </a:schemeClr>
                </a:solidFill>
                <a:latin typeface="微软雅黑"/>
                <a:ea typeface="微软雅黑"/>
                <a:sym typeface="微软雅黑"/>
              </a:rPr>
              <a:t>T</a:t>
            </a:r>
            <a:r>
              <a:rPr lang="zh-CN" altLang="en-US" sz="2400" dirty="0">
                <a:solidFill>
                  <a:schemeClr val="tx1">
                    <a:lumMod val="75000"/>
                    <a:lumOff val="25000"/>
                  </a:schemeClr>
                </a:solidFill>
                <a:latin typeface="微软雅黑"/>
                <a:ea typeface="微软雅黑"/>
                <a:sym typeface="微软雅黑"/>
              </a:rPr>
              <a:t>是模型中所有节点执行时间限制的集合，</a:t>
            </a:r>
            <a:endParaRPr lang="en-US" altLang="zh-CN" sz="2400" dirty="0">
              <a:solidFill>
                <a:schemeClr val="tx1">
                  <a:lumMod val="75000"/>
                  <a:lumOff val="25000"/>
                </a:schemeClr>
              </a:solidFill>
              <a:latin typeface="微软雅黑"/>
              <a:ea typeface="微软雅黑"/>
              <a:sym typeface="微软雅黑"/>
            </a:endParaRPr>
          </a:p>
          <a:p>
            <a:pPr marL="342900" indent="-342900">
              <a:lnSpc>
                <a:spcPct val="120000"/>
              </a:lnSpc>
              <a:buFontTx/>
              <a:buChar char="-"/>
            </a:pPr>
            <a:r>
              <a:rPr lang="en-US" altLang="zh-CN" sz="2400" dirty="0">
                <a:solidFill>
                  <a:schemeClr val="tx1">
                    <a:lumMod val="75000"/>
                    <a:lumOff val="25000"/>
                  </a:schemeClr>
                </a:solidFill>
                <a:latin typeface="微软雅黑"/>
                <a:ea typeface="微软雅黑"/>
                <a:sym typeface="微软雅黑"/>
              </a:rPr>
              <a:t>Trans: N × T -&gt; N</a:t>
            </a:r>
            <a:r>
              <a:rPr lang="zh-CN" altLang="en-US" sz="2400" dirty="0">
                <a:solidFill>
                  <a:schemeClr val="tx1">
                    <a:lumMod val="75000"/>
                    <a:lumOff val="25000"/>
                  </a:schemeClr>
                </a:solidFill>
                <a:latin typeface="微软雅黑"/>
                <a:ea typeface="微软雅黑"/>
                <a:sym typeface="微软雅黑"/>
              </a:rPr>
              <a:t>保存模型中所有节点之间的迁移关系。</a:t>
            </a:r>
          </a:p>
        </p:txBody>
      </p:sp>
    </p:spTree>
    <p:extLst>
      <p:ext uri="{BB962C8B-B14F-4D97-AF65-F5344CB8AC3E}">
        <p14:creationId xmlns:p14="http://schemas.microsoft.com/office/powerpoint/2010/main" val="3643856453"/>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2" name="组合 191"/>
          <p:cNvGrpSpPr/>
          <p:nvPr/>
        </p:nvGrpSpPr>
        <p:grpSpPr>
          <a:xfrm>
            <a:off x="0" y="6342185"/>
            <a:ext cx="12192000" cy="515815"/>
            <a:chOff x="0" y="6342185"/>
            <a:chExt cx="12192000" cy="515815"/>
          </a:xfrm>
        </p:grpSpPr>
        <p:sp>
          <p:nvSpPr>
            <p:cNvPr id="193" name="矩形 192"/>
            <p:cNvSpPr/>
            <p:nvPr/>
          </p:nvSpPr>
          <p:spPr>
            <a:xfrm>
              <a:off x="0" y="6342185"/>
              <a:ext cx="12192000" cy="515815"/>
            </a:xfrm>
            <a:prstGeom prst="rect">
              <a:avLst/>
            </a:prstGeom>
            <a:solidFill>
              <a:srgbClr val="9305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a:ea typeface="微软雅黑"/>
                <a:sym typeface="微软雅黑"/>
              </a:endParaRPr>
            </a:p>
          </p:txBody>
        </p:sp>
        <p:grpSp>
          <p:nvGrpSpPr>
            <p:cNvPr id="194" name="组合 193"/>
            <p:cNvGrpSpPr/>
            <p:nvPr/>
          </p:nvGrpSpPr>
          <p:grpSpPr>
            <a:xfrm>
              <a:off x="11610554" y="6351515"/>
              <a:ext cx="565461" cy="466258"/>
              <a:chOff x="0" y="6338455"/>
              <a:chExt cx="574766" cy="519545"/>
            </a:xfrm>
          </p:grpSpPr>
          <p:sp>
            <p:nvSpPr>
              <p:cNvPr id="198" name="矩形 197"/>
              <p:cNvSpPr/>
              <p:nvPr userDrawn="1"/>
            </p:nvSpPr>
            <p:spPr>
              <a:xfrm>
                <a:off x="0" y="6338455"/>
                <a:ext cx="574766" cy="519545"/>
              </a:xfrm>
              <a:prstGeom prst="rect">
                <a:avLst/>
              </a:prstGeom>
              <a:solidFill>
                <a:schemeClr val="bg1"/>
              </a:solidFill>
              <a:ln w="38100">
                <a:solidFill>
                  <a:srgbClr val="93050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微软雅黑"/>
                  <a:ea typeface="微软雅黑"/>
                  <a:sym typeface="微软雅黑"/>
                </a:endParaRPr>
              </a:p>
            </p:txBody>
          </p:sp>
          <p:sp>
            <p:nvSpPr>
              <p:cNvPr id="199" name="燕尾形 198"/>
              <p:cNvSpPr/>
              <p:nvPr userDrawn="1"/>
            </p:nvSpPr>
            <p:spPr>
              <a:xfrm>
                <a:off x="193599" y="6475132"/>
                <a:ext cx="187569" cy="246185"/>
              </a:xfrm>
              <a:prstGeom prst="chevron">
                <a:avLst/>
              </a:prstGeom>
              <a:solidFill>
                <a:srgbClr val="93050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a:ea typeface="微软雅黑"/>
                  <a:sym typeface="微软雅黑"/>
                </a:endParaRPr>
              </a:p>
            </p:txBody>
          </p:sp>
        </p:grpSp>
        <p:grpSp>
          <p:nvGrpSpPr>
            <p:cNvPr id="195" name="组合 194"/>
            <p:cNvGrpSpPr/>
            <p:nvPr/>
          </p:nvGrpSpPr>
          <p:grpSpPr>
            <a:xfrm flipH="1">
              <a:off x="15270" y="6351515"/>
              <a:ext cx="565461" cy="466258"/>
              <a:chOff x="0" y="6338455"/>
              <a:chExt cx="574766" cy="519545"/>
            </a:xfrm>
          </p:grpSpPr>
          <p:sp>
            <p:nvSpPr>
              <p:cNvPr id="196" name="矩形 195"/>
              <p:cNvSpPr/>
              <p:nvPr userDrawn="1"/>
            </p:nvSpPr>
            <p:spPr>
              <a:xfrm>
                <a:off x="0" y="6338455"/>
                <a:ext cx="574766" cy="519545"/>
              </a:xfrm>
              <a:prstGeom prst="rect">
                <a:avLst/>
              </a:prstGeom>
              <a:solidFill>
                <a:schemeClr val="bg1"/>
              </a:solidFill>
              <a:ln w="38100">
                <a:solidFill>
                  <a:srgbClr val="93050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微软雅黑"/>
                  <a:ea typeface="微软雅黑"/>
                  <a:sym typeface="微软雅黑"/>
                </a:endParaRPr>
              </a:p>
            </p:txBody>
          </p:sp>
          <p:sp>
            <p:nvSpPr>
              <p:cNvPr id="197" name="燕尾形 196"/>
              <p:cNvSpPr/>
              <p:nvPr userDrawn="1"/>
            </p:nvSpPr>
            <p:spPr>
              <a:xfrm>
                <a:off x="193599" y="6475132"/>
                <a:ext cx="187569" cy="246185"/>
              </a:xfrm>
              <a:prstGeom prst="chevron">
                <a:avLst/>
              </a:prstGeom>
              <a:solidFill>
                <a:srgbClr val="93050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a:ea typeface="微软雅黑"/>
                  <a:sym typeface="微软雅黑"/>
                </a:endParaRPr>
              </a:p>
            </p:txBody>
          </p:sp>
        </p:grpSp>
      </p:grpSp>
      <p:sp>
        <p:nvSpPr>
          <p:cNvPr id="2" name="原创设计师QQ598969553      _1">
            <a:extLst>
              <a:ext uri="{FF2B5EF4-FFF2-40B4-BE49-F238E27FC236}">
                <a16:creationId xmlns:a16="http://schemas.microsoft.com/office/drawing/2014/main" id="{C7BE11A5-DAFC-24D7-CD32-E4F3F0A7E209}"/>
              </a:ext>
            </a:extLst>
          </p:cNvPr>
          <p:cNvSpPr>
            <a:spLocks noChangeArrowheads="1"/>
          </p:cNvSpPr>
          <p:nvPr/>
        </p:nvSpPr>
        <p:spPr bwMode="auto">
          <a:xfrm>
            <a:off x="-1" y="318138"/>
            <a:ext cx="331115" cy="644152"/>
          </a:xfrm>
          <a:prstGeom prst="rect">
            <a:avLst/>
          </a:prstGeom>
          <a:solidFill>
            <a:srgbClr val="930502"/>
          </a:solidFill>
          <a:ln>
            <a:noFill/>
          </a:ln>
        </p:spPr>
        <p:txBody>
          <a:bodyPr anchor="ctr"/>
          <a:lstStyle/>
          <a:p>
            <a:pPr algn="ctr" eaLnBrk="1" hangingPunct="1">
              <a:buFont typeface="Arial" pitchFamily="34" charset="0"/>
              <a:buNone/>
            </a:pPr>
            <a:endParaRPr lang="zh-CN" altLang="zh-CN" sz="2400">
              <a:gradFill>
                <a:gsLst>
                  <a:gs pos="0">
                    <a:schemeClr val="accent2"/>
                  </a:gs>
                  <a:gs pos="100000">
                    <a:schemeClr val="accent1"/>
                  </a:gs>
                </a:gsLst>
                <a:lin ang="10800000" scaled="0"/>
              </a:gradFill>
              <a:latin typeface="微软雅黑"/>
              <a:ea typeface="微软雅黑"/>
              <a:sym typeface="微软雅黑"/>
            </a:endParaRPr>
          </a:p>
        </p:txBody>
      </p:sp>
      <p:sp>
        <p:nvSpPr>
          <p:cNvPr id="3" name="文本框 2">
            <a:extLst>
              <a:ext uri="{FF2B5EF4-FFF2-40B4-BE49-F238E27FC236}">
                <a16:creationId xmlns:a16="http://schemas.microsoft.com/office/drawing/2014/main" id="{870458F1-8552-5147-1E22-BF66BEE6BBA0}"/>
              </a:ext>
            </a:extLst>
          </p:cNvPr>
          <p:cNvSpPr txBox="1"/>
          <p:nvPr/>
        </p:nvSpPr>
        <p:spPr>
          <a:xfrm>
            <a:off x="457118" y="282673"/>
            <a:ext cx="9040843" cy="707886"/>
          </a:xfrm>
          <a:prstGeom prst="rect">
            <a:avLst/>
          </a:prstGeom>
          <a:noFill/>
        </p:spPr>
        <p:txBody>
          <a:bodyPr wrap="square" rtlCol="0">
            <a:spAutoFit/>
          </a:bodyPr>
          <a:lstStyle/>
          <a:p>
            <a:r>
              <a:rPr kumimoji="1" lang="zh-CN" altLang="en-US" sz="4000" b="1" dirty="0">
                <a:solidFill>
                  <a:srgbClr val="777671"/>
                </a:solidFill>
                <a:latin typeface="微软雅黑"/>
                <a:ea typeface="微软雅黑"/>
                <a:cs typeface="Microsoft YaHei" charset="0"/>
                <a:sym typeface="微软雅黑"/>
              </a:rPr>
              <a:t>基于模型检测的最坏执行时间分析方法</a:t>
            </a:r>
          </a:p>
        </p:txBody>
      </p:sp>
      <p:sp>
        <p:nvSpPr>
          <p:cNvPr id="8" name="AutoShape 4">
            <a:extLst>
              <a:ext uri="{FF2B5EF4-FFF2-40B4-BE49-F238E27FC236}">
                <a16:creationId xmlns:a16="http://schemas.microsoft.com/office/drawing/2014/main" id="{57068FFA-625D-F4FC-7EF7-7743B5CEB10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9" name="图片 8">
            <a:extLst>
              <a:ext uri="{FF2B5EF4-FFF2-40B4-BE49-F238E27FC236}">
                <a16:creationId xmlns:a16="http://schemas.microsoft.com/office/drawing/2014/main" id="{B73C1C75-AB38-82A9-D2E1-CDEB61B17393}"/>
              </a:ext>
            </a:extLst>
          </p:cNvPr>
          <p:cNvPicPr>
            <a:picLocks noChangeAspect="1"/>
          </p:cNvPicPr>
          <p:nvPr/>
        </p:nvPicPr>
        <p:blipFill rotWithShape="1">
          <a:blip r:embed="rId3"/>
          <a:srcRect r="53323"/>
          <a:stretch/>
        </p:blipFill>
        <p:spPr>
          <a:xfrm>
            <a:off x="3145925" y="1781264"/>
            <a:ext cx="3102475" cy="4104170"/>
          </a:xfrm>
          <a:prstGeom prst="rect">
            <a:avLst/>
          </a:prstGeom>
        </p:spPr>
      </p:pic>
      <p:pic>
        <p:nvPicPr>
          <p:cNvPr id="10" name="图片 9">
            <a:extLst>
              <a:ext uri="{FF2B5EF4-FFF2-40B4-BE49-F238E27FC236}">
                <a16:creationId xmlns:a16="http://schemas.microsoft.com/office/drawing/2014/main" id="{73A04483-3DCF-3CC9-D08D-A785B63347B1}"/>
              </a:ext>
            </a:extLst>
          </p:cNvPr>
          <p:cNvPicPr>
            <a:picLocks noChangeAspect="1"/>
          </p:cNvPicPr>
          <p:nvPr/>
        </p:nvPicPr>
        <p:blipFill>
          <a:blip r:embed="rId4"/>
          <a:stretch>
            <a:fillRect/>
          </a:stretch>
        </p:blipFill>
        <p:spPr>
          <a:xfrm>
            <a:off x="6585097" y="1799340"/>
            <a:ext cx="4830154" cy="4086094"/>
          </a:xfrm>
          <a:prstGeom prst="rect">
            <a:avLst/>
          </a:prstGeom>
        </p:spPr>
      </p:pic>
      <p:sp>
        <p:nvSpPr>
          <p:cNvPr id="11" name="文本框 10">
            <a:extLst>
              <a:ext uri="{FF2B5EF4-FFF2-40B4-BE49-F238E27FC236}">
                <a16:creationId xmlns:a16="http://schemas.microsoft.com/office/drawing/2014/main" id="{70713B8A-0E76-C914-5B67-92327CF3E4F2}"/>
              </a:ext>
            </a:extLst>
          </p:cNvPr>
          <p:cNvSpPr txBox="1"/>
          <p:nvPr/>
        </p:nvSpPr>
        <p:spPr>
          <a:xfrm>
            <a:off x="457118" y="1579941"/>
            <a:ext cx="120252" cy="369332"/>
          </a:xfrm>
          <a:prstGeom prst="rect">
            <a:avLst/>
          </a:prstGeom>
          <a:noFill/>
        </p:spPr>
        <p:txBody>
          <a:bodyPr wrap="square" rtlCol="0">
            <a:spAutoFit/>
          </a:bodyPr>
          <a:lstStyle/>
          <a:p>
            <a:r>
              <a:rPr lang="zh-CN" altLang="en-US" dirty="0">
                <a:sym typeface="Symbol" panose="05050102010706020507" pitchFamily="18" charset="2"/>
              </a:rPr>
              <a:t></a:t>
            </a:r>
            <a:endParaRPr lang="zh-CN" altLang="en-US" dirty="0"/>
          </a:p>
        </p:txBody>
      </p:sp>
      <p:sp>
        <p:nvSpPr>
          <p:cNvPr id="12" name="原创设计师QQ598969553      _3">
            <a:extLst>
              <a:ext uri="{FF2B5EF4-FFF2-40B4-BE49-F238E27FC236}">
                <a16:creationId xmlns:a16="http://schemas.microsoft.com/office/drawing/2014/main" id="{F3CF6889-5D58-2865-0466-F13DE763CE54}"/>
              </a:ext>
            </a:extLst>
          </p:cNvPr>
          <p:cNvSpPr/>
          <p:nvPr/>
        </p:nvSpPr>
        <p:spPr>
          <a:xfrm>
            <a:off x="783131" y="1448014"/>
            <a:ext cx="2294365" cy="633187"/>
          </a:xfrm>
          <a:prstGeom prst="rect">
            <a:avLst/>
          </a:prstGeom>
        </p:spPr>
        <p:txBody>
          <a:bodyPr wrap="square">
            <a:spAutoFit/>
          </a:bodyPr>
          <a:lstStyle/>
          <a:p>
            <a:pPr>
              <a:lnSpc>
                <a:spcPct val="120000"/>
              </a:lnSpc>
            </a:pPr>
            <a:r>
              <a:rPr lang="zh-CN" altLang="en-US" sz="3200" dirty="0">
                <a:solidFill>
                  <a:schemeClr val="tx1">
                    <a:lumMod val="75000"/>
                    <a:lumOff val="25000"/>
                  </a:schemeClr>
                </a:solidFill>
                <a:latin typeface="微软雅黑"/>
                <a:ea typeface="微软雅黑"/>
                <a:sym typeface="微软雅黑"/>
              </a:rPr>
              <a:t>控制流图</a:t>
            </a:r>
            <a:endParaRPr lang="en-US" altLang="zh-CN" sz="3200" dirty="0">
              <a:solidFill>
                <a:schemeClr val="tx1">
                  <a:lumMod val="75000"/>
                  <a:lumOff val="25000"/>
                </a:schemeClr>
              </a:solidFill>
              <a:latin typeface="微软雅黑"/>
              <a:ea typeface="微软雅黑"/>
              <a:sym typeface="微软雅黑"/>
            </a:endParaRPr>
          </a:p>
        </p:txBody>
      </p:sp>
    </p:spTree>
    <p:extLst>
      <p:ext uri="{BB962C8B-B14F-4D97-AF65-F5344CB8AC3E}">
        <p14:creationId xmlns:p14="http://schemas.microsoft.com/office/powerpoint/2010/main" val="3311566565"/>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2" name="组合 191"/>
          <p:cNvGrpSpPr/>
          <p:nvPr/>
        </p:nvGrpSpPr>
        <p:grpSpPr>
          <a:xfrm>
            <a:off x="0" y="6342185"/>
            <a:ext cx="12192000" cy="515815"/>
            <a:chOff x="0" y="6342185"/>
            <a:chExt cx="12192000" cy="515815"/>
          </a:xfrm>
        </p:grpSpPr>
        <p:sp>
          <p:nvSpPr>
            <p:cNvPr id="193" name="矩形 192"/>
            <p:cNvSpPr/>
            <p:nvPr/>
          </p:nvSpPr>
          <p:spPr>
            <a:xfrm>
              <a:off x="0" y="6342185"/>
              <a:ext cx="12192000" cy="515815"/>
            </a:xfrm>
            <a:prstGeom prst="rect">
              <a:avLst/>
            </a:prstGeom>
            <a:solidFill>
              <a:srgbClr val="9305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a:ea typeface="微软雅黑"/>
                <a:sym typeface="微软雅黑"/>
              </a:endParaRPr>
            </a:p>
          </p:txBody>
        </p:sp>
        <p:grpSp>
          <p:nvGrpSpPr>
            <p:cNvPr id="194" name="组合 193"/>
            <p:cNvGrpSpPr/>
            <p:nvPr/>
          </p:nvGrpSpPr>
          <p:grpSpPr>
            <a:xfrm>
              <a:off x="11610554" y="6351515"/>
              <a:ext cx="565461" cy="466258"/>
              <a:chOff x="0" y="6338455"/>
              <a:chExt cx="574766" cy="519545"/>
            </a:xfrm>
          </p:grpSpPr>
          <p:sp>
            <p:nvSpPr>
              <p:cNvPr id="198" name="矩形 197"/>
              <p:cNvSpPr/>
              <p:nvPr userDrawn="1"/>
            </p:nvSpPr>
            <p:spPr>
              <a:xfrm>
                <a:off x="0" y="6338455"/>
                <a:ext cx="574766" cy="519545"/>
              </a:xfrm>
              <a:prstGeom prst="rect">
                <a:avLst/>
              </a:prstGeom>
              <a:solidFill>
                <a:schemeClr val="bg1"/>
              </a:solidFill>
              <a:ln w="38100">
                <a:solidFill>
                  <a:srgbClr val="93050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微软雅黑"/>
                  <a:ea typeface="微软雅黑"/>
                  <a:sym typeface="微软雅黑"/>
                </a:endParaRPr>
              </a:p>
            </p:txBody>
          </p:sp>
          <p:sp>
            <p:nvSpPr>
              <p:cNvPr id="199" name="燕尾形 198"/>
              <p:cNvSpPr/>
              <p:nvPr userDrawn="1"/>
            </p:nvSpPr>
            <p:spPr>
              <a:xfrm>
                <a:off x="193599" y="6475132"/>
                <a:ext cx="187569" cy="246185"/>
              </a:xfrm>
              <a:prstGeom prst="chevron">
                <a:avLst/>
              </a:prstGeom>
              <a:solidFill>
                <a:srgbClr val="93050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a:ea typeface="微软雅黑"/>
                  <a:sym typeface="微软雅黑"/>
                </a:endParaRPr>
              </a:p>
            </p:txBody>
          </p:sp>
        </p:grpSp>
        <p:grpSp>
          <p:nvGrpSpPr>
            <p:cNvPr id="195" name="组合 194"/>
            <p:cNvGrpSpPr/>
            <p:nvPr/>
          </p:nvGrpSpPr>
          <p:grpSpPr>
            <a:xfrm flipH="1">
              <a:off x="15270" y="6351515"/>
              <a:ext cx="565461" cy="466258"/>
              <a:chOff x="0" y="6338455"/>
              <a:chExt cx="574766" cy="519545"/>
            </a:xfrm>
          </p:grpSpPr>
          <p:sp>
            <p:nvSpPr>
              <p:cNvPr id="196" name="矩形 195"/>
              <p:cNvSpPr/>
              <p:nvPr userDrawn="1"/>
            </p:nvSpPr>
            <p:spPr>
              <a:xfrm>
                <a:off x="0" y="6338455"/>
                <a:ext cx="574766" cy="519545"/>
              </a:xfrm>
              <a:prstGeom prst="rect">
                <a:avLst/>
              </a:prstGeom>
              <a:solidFill>
                <a:schemeClr val="bg1"/>
              </a:solidFill>
              <a:ln w="38100">
                <a:solidFill>
                  <a:srgbClr val="93050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微软雅黑"/>
                  <a:ea typeface="微软雅黑"/>
                  <a:sym typeface="微软雅黑"/>
                </a:endParaRPr>
              </a:p>
            </p:txBody>
          </p:sp>
          <p:sp>
            <p:nvSpPr>
              <p:cNvPr id="197" name="燕尾形 196"/>
              <p:cNvSpPr/>
              <p:nvPr userDrawn="1"/>
            </p:nvSpPr>
            <p:spPr>
              <a:xfrm>
                <a:off x="193599" y="6475132"/>
                <a:ext cx="187569" cy="246185"/>
              </a:xfrm>
              <a:prstGeom prst="chevron">
                <a:avLst/>
              </a:prstGeom>
              <a:solidFill>
                <a:srgbClr val="93050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a:ea typeface="微软雅黑"/>
                  <a:sym typeface="微软雅黑"/>
                </a:endParaRPr>
              </a:p>
            </p:txBody>
          </p:sp>
        </p:grpSp>
      </p:grpSp>
      <p:sp>
        <p:nvSpPr>
          <p:cNvPr id="2" name="原创设计师QQ598969553      _1">
            <a:extLst>
              <a:ext uri="{FF2B5EF4-FFF2-40B4-BE49-F238E27FC236}">
                <a16:creationId xmlns:a16="http://schemas.microsoft.com/office/drawing/2014/main" id="{C7BE11A5-DAFC-24D7-CD32-E4F3F0A7E209}"/>
              </a:ext>
            </a:extLst>
          </p:cNvPr>
          <p:cNvSpPr>
            <a:spLocks noChangeArrowheads="1"/>
          </p:cNvSpPr>
          <p:nvPr/>
        </p:nvSpPr>
        <p:spPr bwMode="auto">
          <a:xfrm>
            <a:off x="-1" y="318138"/>
            <a:ext cx="331115" cy="644152"/>
          </a:xfrm>
          <a:prstGeom prst="rect">
            <a:avLst/>
          </a:prstGeom>
          <a:solidFill>
            <a:srgbClr val="930502"/>
          </a:solidFill>
          <a:ln>
            <a:noFill/>
          </a:ln>
        </p:spPr>
        <p:txBody>
          <a:bodyPr anchor="ctr"/>
          <a:lstStyle/>
          <a:p>
            <a:pPr algn="ctr" eaLnBrk="1" hangingPunct="1">
              <a:buFont typeface="Arial" pitchFamily="34" charset="0"/>
              <a:buNone/>
            </a:pPr>
            <a:endParaRPr lang="zh-CN" altLang="zh-CN" sz="2400">
              <a:gradFill>
                <a:gsLst>
                  <a:gs pos="0">
                    <a:schemeClr val="accent2"/>
                  </a:gs>
                  <a:gs pos="100000">
                    <a:schemeClr val="accent1"/>
                  </a:gs>
                </a:gsLst>
                <a:lin ang="10800000" scaled="0"/>
              </a:gradFill>
              <a:latin typeface="微软雅黑"/>
              <a:ea typeface="微软雅黑"/>
              <a:sym typeface="微软雅黑"/>
            </a:endParaRPr>
          </a:p>
        </p:txBody>
      </p:sp>
      <p:sp>
        <p:nvSpPr>
          <p:cNvPr id="3" name="文本框 2">
            <a:extLst>
              <a:ext uri="{FF2B5EF4-FFF2-40B4-BE49-F238E27FC236}">
                <a16:creationId xmlns:a16="http://schemas.microsoft.com/office/drawing/2014/main" id="{870458F1-8552-5147-1E22-BF66BEE6BBA0}"/>
              </a:ext>
            </a:extLst>
          </p:cNvPr>
          <p:cNvSpPr txBox="1"/>
          <p:nvPr/>
        </p:nvSpPr>
        <p:spPr>
          <a:xfrm>
            <a:off x="457118" y="282673"/>
            <a:ext cx="9040843" cy="707886"/>
          </a:xfrm>
          <a:prstGeom prst="rect">
            <a:avLst/>
          </a:prstGeom>
          <a:noFill/>
        </p:spPr>
        <p:txBody>
          <a:bodyPr wrap="square" rtlCol="0">
            <a:spAutoFit/>
          </a:bodyPr>
          <a:lstStyle/>
          <a:p>
            <a:r>
              <a:rPr kumimoji="1" lang="zh-CN" altLang="en-US" sz="4000" b="1" dirty="0">
                <a:solidFill>
                  <a:srgbClr val="777671"/>
                </a:solidFill>
                <a:latin typeface="微软雅黑"/>
                <a:ea typeface="微软雅黑"/>
                <a:cs typeface="Microsoft YaHei" charset="0"/>
                <a:sym typeface="微软雅黑"/>
              </a:rPr>
              <a:t>基于模型检测的最坏执行时间分析方法</a:t>
            </a:r>
          </a:p>
        </p:txBody>
      </p:sp>
      <p:sp>
        <p:nvSpPr>
          <p:cNvPr id="8" name="AutoShape 4">
            <a:extLst>
              <a:ext uri="{FF2B5EF4-FFF2-40B4-BE49-F238E27FC236}">
                <a16:creationId xmlns:a16="http://schemas.microsoft.com/office/drawing/2014/main" id="{57068FFA-625D-F4FC-7EF7-7743B5CEB10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1" name="文本框 10">
            <a:extLst>
              <a:ext uri="{FF2B5EF4-FFF2-40B4-BE49-F238E27FC236}">
                <a16:creationId xmlns:a16="http://schemas.microsoft.com/office/drawing/2014/main" id="{70713B8A-0E76-C914-5B67-92327CF3E4F2}"/>
              </a:ext>
            </a:extLst>
          </p:cNvPr>
          <p:cNvSpPr txBox="1"/>
          <p:nvPr/>
        </p:nvSpPr>
        <p:spPr>
          <a:xfrm>
            <a:off x="457118" y="1579941"/>
            <a:ext cx="120252" cy="369332"/>
          </a:xfrm>
          <a:prstGeom prst="rect">
            <a:avLst/>
          </a:prstGeom>
          <a:noFill/>
        </p:spPr>
        <p:txBody>
          <a:bodyPr wrap="square" rtlCol="0">
            <a:spAutoFit/>
          </a:bodyPr>
          <a:lstStyle/>
          <a:p>
            <a:r>
              <a:rPr lang="zh-CN" altLang="en-US" dirty="0">
                <a:sym typeface="Symbol" panose="05050102010706020507" pitchFamily="18" charset="2"/>
              </a:rPr>
              <a:t></a:t>
            </a:r>
            <a:endParaRPr lang="zh-CN" altLang="en-US" dirty="0"/>
          </a:p>
        </p:txBody>
      </p:sp>
      <p:sp>
        <p:nvSpPr>
          <p:cNvPr id="12" name="原创设计师QQ598969553      _3">
            <a:extLst>
              <a:ext uri="{FF2B5EF4-FFF2-40B4-BE49-F238E27FC236}">
                <a16:creationId xmlns:a16="http://schemas.microsoft.com/office/drawing/2014/main" id="{F3CF6889-5D58-2865-0466-F13DE763CE54}"/>
              </a:ext>
            </a:extLst>
          </p:cNvPr>
          <p:cNvSpPr/>
          <p:nvPr/>
        </p:nvSpPr>
        <p:spPr>
          <a:xfrm>
            <a:off x="783131" y="1448014"/>
            <a:ext cx="5132490" cy="633187"/>
          </a:xfrm>
          <a:prstGeom prst="rect">
            <a:avLst/>
          </a:prstGeom>
        </p:spPr>
        <p:txBody>
          <a:bodyPr wrap="square">
            <a:spAutoFit/>
          </a:bodyPr>
          <a:lstStyle/>
          <a:p>
            <a:pPr>
              <a:lnSpc>
                <a:spcPct val="120000"/>
              </a:lnSpc>
            </a:pPr>
            <a:r>
              <a:rPr lang="zh-CN" altLang="en-US" sz="3200" dirty="0">
                <a:solidFill>
                  <a:schemeClr val="tx1">
                    <a:lumMod val="75000"/>
                    <a:lumOff val="25000"/>
                  </a:schemeClr>
                </a:solidFill>
                <a:latin typeface="微软雅黑"/>
                <a:ea typeface="微软雅黑"/>
                <a:sym typeface="微软雅黑"/>
              </a:rPr>
              <a:t>自动转换算法（</a:t>
            </a:r>
            <a:r>
              <a:rPr lang="en-US" altLang="zh-CN" sz="3200" dirty="0">
                <a:solidFill>
                  <a:schemeClr val="tx1">
                    <a:lumMod val="75000"/>
                    <a:lumOff val="25000"/>
                  </a:schemeClr>
                </a:solidFill>
                <a:latin typeface="微软雅黑"/>
                <a:ea typeface="微软雅黑"/>
                <a:sym typeface="微软雅黑"/>
              </a:rPr>
              <a:t>UPPAAL</a:t>
            </a:r>
            <a:r>
              <a:rPr lang="zh-CN" altLang="en-US" sz="3200" dirty="0">
                <a:solidFill>
                  <a:schemeClr val="tx1">
                    <a:lumMod val="75000"/>
                    <a:lumOff val="25000"/>
                  </a:schemeClr>
                </a:solidFill>
                <a:latin typeface="微软雅黑"/>
                <a:ea typeface="微软雅黑"/>
                <a:sym typeface="微软雅黑"/>
              </a:rPr>
              <a:t>）</a:t>
            </a:r>
          </a:p>
        </p:txBody>
      </p:sp>
      <p:pic>
        <p:nvPicPr>
          <p:cNvPr id="4" name="图片 3">
            <a:extLst>
              <a:ext uri="{FF2B5EF4-FFF2-40B4-BE49-F238E27FC236}">
                <a16:creationId xmlns:a16="http://schemas.microsoft.com/office/drawing/2014/main" id="{F8D2373A-490C-77B3-CDC8-A43F27F9E549}"/>
              </a:ext>
            </a:extLst>
          </p:cNvPr>
          <p:cNvPicPr>
            <a:picLocks noChangeAspect="1"/>
          </p:cNvPicPr>
          <p:nvPr/>
        </p:nvPicPr>
        <p:blipFill>
          <a:blip r:embed="rId3"/>
          <a:stretch>
            <a:fillRect/>
          </a:stretch>
        </p:blipFill>
        <p:spPr>
          <a:xfrm>
            <a:off x="6466921" y="2558096"/>
            <a:ext cx="5518630" cy="2961568"/>
          </a:xfrm>
          <a:prstGeom prst="rect">
            <a:avLst/>
          </a:prstGeom>
        </p:spPr>
      </p:pic>
      <p:sp>
        <p:nvSpPr>
          <p:cNvPr id="6" name="原创设计师QQ598969553      _3">
            <a:extLst>
              <a:ext uri="{FF2B5EF4-FFF2-40B4-BE49-F238E27FC236}">
                <a16:creationId xmlns:a16="http://schemas.microsoft.com/office/drawing/2014/main" id="{0470195A-880D-0ED0-BC18-D88E41E363C7}"/>
              </a:ext>
            </a:extLst>
          </p:cNvPr>
          <p:cNvSpPr/>
          <p:nvPr/>
        </p:nvSpPr>
        <p:spPr>
          <a:xfrm>
            <a:off x="865238" y="2268549"/>
            <a:ext cx="5932567" cy="3754361"/>
          </a:xfrm>
          <a:prstGeom prst="rect">
            <a:avLst/>
          </a:prstGeom>
        </p:spPr>
        <p:txBody>
          <a:bodyPr wrap="square">
            <a:spAutoFit/>
          </a:bodyPr>
          <a:lstStyle/>
          <a:p>
            <a:pPr>
              <a:lnSpc>
                <a:spcPct val="120000"/>
              </a:lnSpc>
            </a:pPr>
            <a:r>
              <a:rPr lang="zh-CN" altLang="en-US" sz="2000" dirty="0">
                <a:solidFill>
                  <a:schemeClr val="tx1">
                    <a:lumMod val="75000"/>
                    <a:lumOff val="25000"/>
                  </a:schemeClr>
                </a:solidFill>
                <a:latin typeface="微软雅黑"/>
                <a:ea typeface="微软雅黑"/>
                <a:sym typeface="微软雅黑"/>
              </a:rPr>
              <a:t>用一个七元组</a:t>
            </a:r>
            <a:r>
              <a:rPr lang="en-US" altLang="zh-CN" sz="2000" dirty="0">
                <a:solidFill>
                  <a:schemeClr val="tx1">
                    <a:lumMod val="75000"/>
                    <a:lumOff val="25000"/>
                  </a:schemeClr>
                </a:solidFill>
                <a:latin typeface="微软雅黑"/>
                <a:ea typeface="微软雅黑"/>
                <a:sym typeface="微软雅黑"/>
              </a:rPr>
              <a:t>(Init, N, E, </a:t>
            </a:r>
            <a:r>
              <a:rPr lang="en-US" altLang="zh-CN" sz="2000" dirty="0" err="1">
                <a:solidFill>
                  <a:schemeClr val="tx1">
                    <a:lumMod val="75000"/>
                    <a:lumOff val="25000"/>
                  </a:schemeClr>
                </a:solidFill>
                <a:latin typeface="微软雅黑"/>
                <a:ea typeface="微软雅黑"/>
                <a:sym typeface="微软雅黑"/>
              </a:rPr>
              <a:t>T</a:t>
            </a:r>
            <a:r>
              <a:rPr lang="en-US" altLang="zh-CN" sz="2000" baseline="-25000" dirty="0" err="1">
                <a:solidFill>
                  <a:schemeClr val="tx1">
                    <a:lumMod val="75000"/>
                    <a:lumOff val="25000"/>
                  </a:schemeClr>
                </a:solidFill>
                <a:latin typeface="微软雅黑"/>
                <a:ea typeface="微软雅黑"/>
                <a:sym typeface="微软雅黑"/>
              </a:rPr>
              <a:t>loc</a:t>
            </a:r>
            <a:r>
              <a:rPr lang="en-US" altLang="zh-CN" sz="2000" dirty="0">
                <a:solidFill>
                  <a:schemeClr val="tx1">
                    <a:lumMod val="75000"/>
                    <a:lumOff val="25000"/>
                  </a:schemeClr>
                </a:solidFill>
                <a:latin typeface="微软雅黑"/>
                <a:ea typeface="微软雅黑"/>
                <a:sym typeface="微软雅黑"/>
              </a:rPr>
              <a:t>, </a:t>
            </a:r>
            <a:r>
              <a:rPr lang="en-US" altLang="zh-CN" sz="2000" dirty="0" err="1">
                <a:solidFill>
                  <a:schemeClr val="tx1">
                    <a:lumMod val="75000"/>
                    <a:lumOff val="25000"/>
                  </a:schemeClr>
                </a:solidFill>
                <a:latin typeface="微软雅黑"/>
                <a:ea typeface="微软雅黑"/>
                <a:sym typeface="微软雅黑"/>
              </a:rPr>
              <a:t>T</a:t>
            </a:r>
            <a:r>
              <a:rPr lang="en-US" altLang="zh-CN" sz="2000" baseline="-25000" dirty="0" err="1">
                <a:solidFill>
                  <a:schemeClr val="tx1">
                    <a:lumMod val="75000"/>
                    <a:lumOff val="25000"/>
                  </a:schemeClr>
                </a:solidFill>
                <a:latin typeface="微软雅黑"/>
                <a:ea typeface="微软雅黑"/>
                <a:sym typeface="微软雅黑"/>
              </a:rPr>
              <a:t>glb</a:t>
            </a:r>
            <a:r>
              <a:rPr lang="en-US" altLang="zh-CN" sz="2000" dirty="0">
                <a:solidFill>
                  <a:schemeClr val="tx1">
                    <a:lumMod val="75000"/>
                    <a:lumOff val="25000"/>
                  </a:schemeClr>
                </a:solidFill>
                <a:latin typeface="微软雅黑"/>
                <a:ea typeface="微软雅黑"/>
                <a:sym typeface="微软雅黑"/>
              </a:rPr>
              <a:t>, Inv, Trans)</a:t>
            </a:r>
            <a:r>
              <a:rPr lang="zh-CN" altLang="en-US" sz="2000" dirty="0">
                <a:solidFill>
                  <a:schemeClr val="tx1">
                    <a:lumMod val="75000"/>
                    <a:lumOff val="25000"/>
                  </a:schemeClr>
                </a:solidFill>
                <a:latin typeface="微软雅黑"/>
                <a:ea typeface="微软雅黑"/>
                <a:sym typeface="微软雅黑"/>
              </a:rPr>
              <a:t>表示一个系统的</a:t>
            </a:r>
            <a:r>
              <a:rPr lang="en-US" altLang="zh-CN" sz="2000" dirty="0">
                <a:solidFill>
                  <a:schemeClr val="tx1">
                    <a:lumMod val="75000"/>
                    <a:lumOff val="25000"/>
                  </a:schemeClr>
                </a:solidFill>
                <a:latin typeface="微软雅黑"/>
                <a:ea typeface="微软雅黑"/>
                <a:sym typeface="微软雅黑"/>
              </a:rPr>
              <a:t>xml</a:t>
            </a:r>
            <a:r>
              <a:rPr lang="zh-CN" altLang="en-US" sz="2000" dirty="0">
                <a:solidFill>
                  <a:schemeClr val="tx1">
                    <a:lumMod val="75000"/>
                    <a:lumOff val="25000"/>
                  </a:schemeClr>
                </a:solidFill>
                <a:latin typeface="微软雅黑"/>
                <a:ea typeface="微软雅黑"/>
                <a:sym typeface="微软雅黑"/>
              </a:rPr>
              <a:t>模型</a:t>
            </a:r>
            <a:r>
              <a:rPr lang="en-US" altLang="zh-CN" sz="2000" dirty="0" err="1">
                <a:solidFill>
                  <a:schemeClr val="tx1">
                    <a:lumMod val="75000"/>
                    <a:lumOff val="25000"/>
                  </a:schemeClr>
                </a:solidFill>
                <a:latin typeface="微软雅黑"/>
                <a:ea typeface="微软雅黑"/>
                <a:sym typeface="微软雅黑"/>
              </a:rPr>
              <a:t>M</a:t>
            </a:r>
            <a:r>
              <a:rPr lang="en-US" altLang="zh-CN" sz="2000" baseline="-25000" dirty="0" err="1">
                <a:solidFill>
                  <a:schemeClr val="tx1">
                    <a:lumMod val="75000"/>
                    <a:lumOff val="25000"/>
                  </a:schemeClr>
                </a:solidFill>
                <a:latin typeface="微软雅黑"/>
                <a:ea typeface="微软雅黑"/>
                <a:sym typeface="微软雅黑"/>
              </a:rPr>
              <a:t>xml</a:t>
            </a:r>
            <a:endParaRPr lang="en-US" altLang="zh-CN" sz="2000" baseline="-25000" dirty="0">
              <a:solidFill>
                <a:schemeClr val="tx1">
                  <a:lumMod val="75000"/>
                  <a:lumOff val="25000"/>
                </a:schemeClr>
              </a:solidFill>
              <a:latin typeface="微软雅黑"/>
              <a:ea typeface="微软雅黑"/>
              <a:sym typeface="微软雅黑"/>
            </a:endParaRPr>
          </a:p>
          <a:p>
            <a:pPr>
              <a:lnSpc>
                <a:spcPct val="120000"/>
              </a:lnSpc>
            </a:pPr>
            <a:r>
              <a:rPr lang="en-US" altLang="zh-CN" sz="2000" dirty="0">
                <a:solidFill>
                  <a:schemeClr val="tx1">
                    <a:lumMod val="75000"/>
                    <a:lumOff val="25000"/>
                  </a:schemeClr>
                </a:solidFill>
                <a:latin typeface="微软雅黑"/>
                <a:ea typeface="微软雅黑"/>
                <a:sym typeface="微软雅黑"/>
              </a:rPr>
              <a:t>-  Init</a:t>
            </a:r>
            <a:r>
              <a:rPr lang="zh-CN" altLang="en-US" sz="2000" dirty="0">
                <a:solidFill>
                  <a:schemeClr val="tx1">
                    <a:lumMod val="75000"/>
                    <a:lumOff val="25000"/>
                  </a:schemeClr>
                </a:solidFill>
                <a:latin typeface="微软雅黑"/>
                <a:ea typeface="微软雅黑"/>
                <a:sym typeface="微软雅黑"/>
              </a:rPr>
              <a:t>是初始节点，</a:t>
            </a:r>
            <a:endParaRPr lang="en-US" altLang="zh-CN" sz="2000" dirty="0">
              <a:solidFill>
                <a:schemeClr val="tx1">
                  <a:lumMod val="75000"/>
                  <a:lumOff val="25000"/>
                </a:schemeClr>
              </a:solidFill>
              <a:latin typeface="微软雅黑"/>
              <a:ea typeface="微软雅黑"/>
              <a:sym typeface="微软雅黑"/>
            </a:endParaRPr>
          </a:p>
          <a:p>
            <a:pPr marL="342900" indent="-342900">
              <a:lnSpc>
                <a:spcPct val="120000"/>
              </a:lnSpc>
              <a:buFontTx/>
              <a:buChar char="-"/>
            </a:pPr>
            <a:r>
              <a:rPr lang="en-US" altLang="zh-CN" sz="2000" dirty="0">
                <a:solidFill>
                  <a:schemeClr val="tx1">
                    <a:lumMod val="75000"/>
                    <a:lumOff val="25000"/>
                  </a:schemeClr>
                </a:solidFill>
                <a:latin typeface="微软雅黑"/>
                <a:ea typeface="微软雅黑"/>
                <a:sym typeface="微软雅黑"/>
              </a:rPr>
              <a:t>N</a:t>
            </a:r>
            <a:r>
              <a:rPr lang="zh-CN" altLang="en-US" sz="2000" dirty="0">
                <a:solidFill>
                  <a:schemeClr val="tx1">
                    <a:lumMod val="75000"/>
                    <a:lumOff val="25000"/>
                  </a:schemeClr>
                </a:solidFill>
                <a:latin typeface="微软雅黑"/>
                <a:ea typeface="微软雅黑"/>
                <a:sym typeface="微软雅黑"/>
              </a:rPr>
              <a:t>是模型中所有节点的集合</a:t>
            </a:r>
            <a:r>
              <a:rPr lang="en-US" altLang="zh-CN" sz="2000" dirty="0">
                <a:solidFill>
                  <a:schemeClr val="tx1">
                    <a:lumMod val="75000"/>
                    <a:lumOff val="25000"/>
                  </a:schemeClr>
                </a:solidFill>
                <a:latin typeface="微软雅黑"/>
                <a:ea typeface="微软雅黑"/>
                <a:sym typeface="微软雅黑"/>
              </a:rPr>
              <a:t> </a:t>
            </a:r>
            <a:r>
              <a:rPr lang="zh-CN" altLang="en-US" sz="2000" dirty="0">
                <a:solidFill>
                  <a:schemeClr val="tx1">
                    <a:lumMod val="75000"/>
                    <a:lumOff val="25000"/>
                  </a:schemeClr>
                </a:solidFill>
                <a:latin typeface="微软雅黑"/>
                <a:ea typeface="微软雅黑"/>
                <a:sym typeface="微软雅黑"/>
              </a:rPr>
              <a:t>，</a:t>
            </a:r>
            <a:endParaRPr lang="en-US" altLang="zh-CN" sz="2000" dirty="0">
              <a:solidFill>
                <a:schemeClr val="tx1">
                  <a:lumMod val="75000"/>
                  <a:lumOff val="25000"/>
                </a:schemeClr>
              </a:solidFill>
              <a:latin typeface="微软雅黑"/>
              <a:ea typeface="微软雅黑"/>
              <a:sym typeface="微软雅黑"/>
            </a:endParaRPr>
          </a:p>
          <a:p>
            <a:pPr marL="342900" indent="-342900">
              <a:lnSpc>
                <a:spcPct val="120000"/>
              </a:lnSpc>
              <a:buFontTx/>
              <a:buChar char="-"/>
            </a:pPr>
            <a:r>
              <a:rPr lang="en-US" altLang="zh-CN" sz="2000" dirty="0">
                <a:solidFill>
                  <a:schemeClr val="tx1">
                    <a:lumMod val="75000"/>
                    <a:lumOff val="25000"/>
                  </a:schemeClr>
                </a:solidFill>
                <a:latin typeface="微软雅黑"/>
                <a:ea typeface="微软雅黑"/>
                <a:sym typeface="微软雅黑"/>
              </a:rPr>
              <a:t>E</a:t>
            </a:r>
            <a:r>
              <a:rPr lang="zh-CN" altLang="en-US" sz="2000" dirty="0">
                <a:solidFill>
                  <a:schemeClr val="tx1">
                    <a:lumMod val="75000"/>
                    <a:lumOff val="25000"/>
                  </a:schemeClr>
                </a:solidFill>
                <a:latin typeface="微软雅黑"/>
                <a:ea typeface="微软雅黑"/>
                <a:sym typeface="微软雅黑"/>
              </a:rPr>
              <a:t>是模型中所有边的集合，</a:t>
            </a:r>
            <a:endParaRPr lang="en-US" altLang="zh-CN" sz="2000" dirty="0">
              <a:solidFill>
                <a:schemeClr val="tx1">
                  <a:lumMod val="75000"/>
                  <a:lumOff val="25000"/>
                </a:schemeClr>
              </a:solidFill>
              <a:latin typeface="微软雅黑"/>
              <a:ea typeface="微软雅黑"/>
              <a:sym typeface="微软雅黑"/>
            </a:endParaRPr>
          </a:p>
          <a:p>
            <a:pPr marL="342900" indent="-342900">
              <a:lnSpc>
                <a:spcPct val="120000"/>
              </a:lnSpc>
              <a:buFontTx/>
              <a:buChar char="-"/>
            </a:pPr>
            <a:r>
              <a:rPr lang="en-US" altLang="zh-CN" sz="2000" dirty="0" err="1">
                <a:solidFill>
                  <a:schemeClr val="tx1">
                    <a:lumMod val="75000"/>
                    <a:lumOff val="25000"/>
                  </a:schemeClr>
                </a:solidFill>
                <a:latin typeface="微软雅黑"/>
                <a:ea typeface="微软雅黑"/>
                <a:sym typeface="微软雅黑"/>
              </a:rPr>
              <a:t>T</a:t>
            </a:r>
            <a:r>
              <a:rPr lang="en-US" altLang="zh-CN" sz="2000" baseline="-25000" dirty="0" err="1">
                <a:solidFill>
                  <a:schemeClr val="tx1">
                    <a:lumMod val="75000"/>
                    <a:lumOff val="25000"/>
                  </a:schemeClr>
                </a:solidFill>
                <a:latin typeface="微软雅黑"/>
                <a:ea typeface="微软雅黑"/>
                <a:sym typeface="微软雅黑"/>
              </a:rPr>
              <a:t>loc</a:t>
            </a:r>
            <a:r>
              <a:rPr lang="zh-CN" altLang="en-US" sz="2000" dirty="0">
                <a:solidFill>
                  <a:schemeClr val="tx1">
                    <a:lumMod val="75000"/>
                    <a:lumOff val="25000"/>
                  </a:schemeClr>
                </a:solidFill>
                <a:latin typeface="微软雅黑"/>
                <a:ea typeface="微软雅黑"/>
                <a:sym typeface="微软雅黑"/>
              </a:rPr>
              <a:t>是模型中所有节点的局部时钟，</a:t>
            </a:r>
            <a:endParaRPr lang="en-US" altLang="zh-CN" sz="2000" dirty="0">
              <a:solidFill>
                <a:schemeClr val="tx1">
                  <a:lumMod val="75000"/>
                  <a:lumOff val="25000"/>
                </a:schemeClr>
              </a:solidFill>
              <a:latin typeface="微软雅黑"/>
              <a:ea typeface="微软雅黑"/>
              <a:sym typeface="微软雅黑"/>
            </a:endParaRPr>
          </a:p>
          <a:p>
            <a:pPr marL="342900" indent="-342900">
              <a:lnSpc>
                <a:spcPct val="120000"/>
              </a:lnSpc>
              <a:buFontTx/>
              <a:buChar char="-"/>
            </a:pPr>
            <a:r>
              <a:rPr lang="en-US" altLang="zh-CN" sz="2000" dirty="0" err="1">
                <a:solidFill>
                  <a:schemeClr val="tx1">
                    <a:lumMod val="75000"/>
                    <a:lumOff val="25000"/>
                  </a:schemeClr>
                </a:solidFill>
                <a:latin typeface="微软雅黑"/>
                <a:ea typeface="微软雅黑"/>
                <a:sym typeface="微软雅黑"/>
              </a:rPr>
              <a:t>T</a:t>
            </a:r>
            <a:r>
              <a:rPr lang="en-US" altLang="zh-CN" sz="2000" baseline="-25000" dirty="0" err="1">
                <a:solidFill>
                  <a:schemeClr val="tx1">
                    <a:lumMod val="75000"/>
                    <a:lumOff val="25000"/>
                  </a:schemeClr>
                </a:solidFill>
                <a:latin typeface="微软雅黑"/>
                <a:ea typeface="微软雅黑"/>
                <a:sym typeface="微软雅黑"/>
              </a:rPr>
              <a:t>glb</a:t>
            </a:r>
            <a:r>
              <a:rPr lang="zh-CN" altLang="en-US" sz="2000" dirty="0">
                <a:solidFill>
                  <a:schemeClr val="tx1">
                    <a:lumMod val="75000"/>
                    <a:lumOff val="25000"/>
                  </a:schemeClr>
                </a:solidFill>
                <a:latin typeface="微软雅黑"/>
                <a:ea typeface="微软雅黑"/>
                <a:sym typeface="微软雅黑"/>
              </a:rPr>
              <a:t>是模型中的全局时钟，</a:t>
            </a:r>
            <a:endParaRPr lang="en-US" altLang="zh-CN" sz="2000" dirty="0">
              <a:solidFill>
                <a:schemeClr val="tx1">
                  <a:lumMod val="75000"/>
                  <a:lumOff val="25000"/>
                </a:schemeClr>
              </a:solidFill>
              <a:latin typeface="微软雅黑"/>
              <a:ea typeface="微软雅黑"/>
              <a:sym typeface="微软雅黑"/>
            </a:endParaRPr>
          </a:p>
          <a:p>
            <a:pPr marL="342900" indent="-342900">
              <a:lnSpc>
                <a:spcPct val="120000"/>
              </a:lnSpc>
              <a:buFontTx/>
              <a:buChar char="-"/>
            </a:pPr>
            <a:r>
              <a:rPr lang="en-US" altLang="zh-CN" sz="2000" dirty="0">
                <a:solidFill>
                  <a:schemeClr val="tx1">
                    <a:lumMod val="75000"/>
                    <a:lumOff val="25000"/>
                  </a:schemeClr>
                </a:solidFill>
                <a:latin typeface="微软雅黑"/>
                <a:ea typeface="微软雅黑"/>
                <a:sym typeface="微软雅黑"/>
              </a:rPr>
              <a:t>Inv</a:t>
            </a:r>
            <a:r>
              <a:rPr lang="zh-CN" altLang="en-US" sz="2000" dirty="0">
                <a:solidFill>
                  <a:schemeClr val="tx1">
                    <a:lumMod val="75000"/>
                    <a:lumOff val="25000"/>
                  </a:schemeClr>
                </a:solidFill>
                <a:latin typeface="微软雅黑"/>
                <a:ea typeface="微软雅黑"/>
                <a:sym typeface="微软雅黑"/>
              </a:rPr>
              <a:t>是模型中的所有节点上不变式的集合，</a:t>
            </a:r>
            <a:endParaRPr lang="en-US" altLang="zh-CN" sz="2000" dirty="0">
              <a:solidFill>
                <a:schemeClr val="tx1">
                  <a:lumMod val="75000"/>
                  <a:lumOff val="25000"/>
                </a:schemeClr>
              </a:solidFill>
              <a:latin typeface="微软雅黑"/>
              <a:ea typeface="微软雅黑"/>
              <a:sym typeface="微软雅黑"/>
            </a:endParaRPr>
          </a:p>
          <a:p>
            <a:pPr marL="342900" indent="-342900">
              <a:lnSpc>
                <a:spcPct val="120000"/>
              </a:lnSpc>
              <a:buFontTx/>
              <a:buChar char="-"/>
            </a:pPr>
            <a:r>
              <a:rPr lang="en-US" altLang="zh-CN" sz="2000" dirty="0">
                <a:solidFill>
                  <a:schemeClr val="tx1">
                    <a:lumMod val="75000"/>
                    <a:lumOff val="25000"/>
                  </a:schemeClr>
                </a:solidFill>
                <a:latin typeface="微软雅黑"/>
                <a:ea typeface="微软雅黑"/>
                <a:sym typeface="微软雅黑"/>
              </a:rPr>
              <a:t>Trans : N × Inv -&gt; N</a:t>
            </a:r>
            <a:r>
              <a:rPr lang="zh-CN" altLang="en-US" sz="2000" dirty="0">
                <a:solidFill>
                  <a:schemeClr val="tx1">
                    <a:lumMod val="75000"/>
                    <a:lumOff val="25000"/>
                  </a:schemeClr>
                </a:solidFill>
                <a:latin typeface="微软雅黑"/>
                <a:ea typeface="微软雅黑"/>
                <a:sym typeface="微软雅黑"/>
              </a:rPr>
              <a:t>保存模型中所有节点之间的迁移关系。</a:t>
            </a:r>
          </a:p>
        </p:txBody>
      </p:sp>
    </p:spTree>
    <p:extLst>
      <p:ext uri="{BB962C8B-B14F-4D97-AF65-F5344CB8AC3E}">
        <p14:creationId xmlns:p14="http://schemas.microsoft.com/office/powerpoint/2010/main" val="633045602"/>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2" name="组合 191"/>
          <p:cNvGrpSpPr/>
          <p:nvPr/>
        </p:nvGrpSpPr>
        <p:grpSpPr>
          <a:xfrm>
            <a:off x="0" y="6342185"/>
            <a:ext cx="12192000" cy="515815"/>
            <a:chOff x="0" y="6342185"/>
            <a:chExt cx="12192000" cy="515815"/>
          </a:xfrm>
        </p:grpSpPr>
        <p:sp>
          <p:nvSpPr>
            <p:cNvPr id="193" name="矩形 192"/>
            <p:cNvSpPr/>
            <p:nvPr/>
          </p:nvSpPr>
          <p:spPr>
            <a:xfrm>
              <a:off x="0" y="6342185"/>
              <a:ext cx="12192000" cy="515815"/>
            </a:xfrm>
            <a:prstGeom prst="rect">
              <a:avLst/>
            </a:prstGeom>
            <a:solidFill>
              <a:srgbClr val="9305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a:ea typeface="微软雅黑"/>
                <a:sym typeface="微软雅黑"/>
              </a:endParaRPr>
            </a:p>
          </p:txBody>
        </p:sp>
        <p:grpSp>
          <p:nvGrpSpPr>
            <p:cNvPr id="194" name="组合 193"/>
            <p:cNvGrpSpPr/>
            <p:nvPr/>
          </p:nvGrpSpPr>
          <p:grpSpPr>
            <a:xfrm>
              <a:off x="11610554" y="6351515"/>
              <a:ext cx="565461" cy="466258"/>
              <a:chOff x="0" y="6338455"/>
              <a:chExt cx="574766" cy="519545"/>
            </a:xfrm>
          </p:grpSpPr>
          <p:sp>
            <p:nvSpPr>
              <p:cNvPr id="198" name="矩形 197"/>
              <p:cNvSpPr/>
              <p:nvPr userDrawn="1"/>
            </p:nvSpPr>
            <p:spPr>
              <a:xfrm>
                <a:off x="0" y="6338455"/>
                <a:ext cx="574766" cy="519545"/>
              </a:xfrm>
              <a:prstGeom prst="rect">
                <a:avLst/>
              </a:prstGeom>
              <a:solidFill>
                <a:schemeClr val="bg1"/>
              </a:solidFill>
              <a:ln w="38100">
                <a:solidFill>
                  <a:srgbClr val="93050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微软雅黑"/>
                  <a:ea typeface="微软雅黑"/>
                  <a:sym typeface="微软雅黑"/>
                </a:endParaRPr>
              </a:p>
            </p:txBody>
          </p:sp>
          <p:sp>
            <p:nvSpPr>
              <p:cNvPr id="199" name="燕尾形 198"/>
              <p:cNvSpPr/>
              <p:nvPr userDrawn="1"/>
            </p:nvSpPr>
            <p:spPr>
              <a:xfrm>
                <a:off x="193599" y="6475132"/>
                <a:ext cx="187569" cy="246185"/>
              </a:xfrm>
              <a:prstGeom prst="chevron">
                <a:avLst/>
              </a:prstGeom>
              <a:solidFill>
                <a:srgbClr val="93050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a:ea typeface="微软雅黑"/>
                  <a:sym typeface="微软雅黑"/>
                </a:endParaRPr>
              </a:p>
            </p:txBody>
          </p:sp>
        </p:grpSp>
        <p:grpSp>
          <p:nvGrpSpPr>
            <p:cNvPr id="195" name="组合 194"/>
            <p:cNvGrpSpPr/>
            <p:nvPr/>
          </p:nvGrpSpPr>
          <p:grpSpPr>
            <a:xfrm flipH="1">
              <a:off x="15270" y="6351515"/>
              <a:ext cx="565461" cy="466258"/>
              <a:chOff x="0" y="6338455"/>
              <a:chExt cx="574766" cy="519545"/>
            </a:xfrm>
          </p:grpSpPr>
          <p:sp>
            <p:nvSpPr>
              <p:cNvPr id="196" name="矩形 195"/>
              <p:cNvSpPr/>
              <p:nvPr userDrawn="1"/>
            </p:nvSpPr>
            <p:spPr>
              <a:xfrm>
                <a:off x="0" y="6338455"/>
                <a:ext cx="574766" cy="519545"/>
              </a:xfrm>
              <a:prstGeom prst="rect">
                <a:avLst/>
              </a:prstGeom>
              <a:solidFill>
                <a:schemeClr val="bg1"/>
              </a:solidFill>
              <a:ln w="38100">
                <a:solidFill>
                  <a:srgbClr val="93050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微软雅黑"/>
                  <a:ea typeface="微软雅黑"/>
                  <a:sym typeface="微软雅黑"/>
                </a:endParaRPr>
              </a:p>
            </p:txBody>
          </p:sp>
          <p:sp>
            <p:nvSpPr>
              <p:cNvPr id="197" name="燕尾形 196"/>
              <p:cNvSpPr/>
              <p:nvPr userDrawn="1"/>
            </p:nvSpPr>
            <p:spPr>
              <a:xfrm>
                <a:off x="193599" y="6475132"/>
                <a:ext cx="187569" cy="246185"/>
              </a:xfrm>
              <a:prstGeom prst="chevron">
                <a:avLst/>
              </a:prstGeom>
              <a:solidFill>
                <a:srgbClr val="93050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a:ea typeface="微软雅黑"/>
                  <a:sym typeface="微软雅黑"/>
                </a:endParaRPr>
              </a:p>
            </p:txBody>
          </p:sp>
        </p:grpSp>
      </p:grpSp>
      <p:sp>
        <p:nvSpPr>
          <p:cNvPr id="2" name="原创设计师QQ598969553      _1">
            <a:extLst>
              <a:ext uri="{FF2B5EF4-FFF2-40B4-BE49-F238E27FC236}">
                <a16:creationId xmlns:a16="http://schemas.microsoft.com/office/drawing/2014/main" id="{C7BE11A5-DAFC-24D7-CD32-E4F3F0A7E209}"/>
              </a:ext>
            </a:extLst>
          </p:cNvPr>
          <p:cNvSpPr>
            <a:spLocks noChangeArrowheads="1"/>
          </p:cNvSpPr>
          <p:nvPr/>
        </p:nvSpPr>
        <p:spPr bwMode="auto">
          <a:xfrm>
            <a:off x="-1" y="318138"/>
            <a:ext cx="331115" cy="644152"/>
          </a:xfrm>
          <a:prstGeom prst="rect">
            <a:avLst/>
          </a:prstGeom>
          <a:solidFill>
            <a:srgbClr val="930502"/>
          </a:solidFill>
          <a:ln>
            <a:noFill/>
          </a:ln>
        </p:spPr>
        <p:txBody>
          <a:bodyPr anchor="ctr"/>
          <a:lstStyle/>
          <a:p>
            <a:pPr algn="ctr" eaLnBrk="1" hangingPunct="1">
              <a:buFont typeface="Arial" pitchFamily="34" charset="0"/>
              <a:buNone/>
            </a:pPr>
            <a:endParaRPr lang="zh-CN" altLang="zh-CN" sz="2400">
              <a:gradFill>
                <a:gsLst>
                  <a:gs pos="0">
                    <a:schemeClr val="accent2"/>
                  </a:gs>
                  <a:gs pos="100000">
                    <a:schemeClr val="accent1"/>
                  </a:gs>
                </a:gsLst>
                <a:lin ang="10800000" scaled="0"/>
              </a:gradFill>
              <a:latin typeface="微软雅黑"/>
              <a:ea typeface="微软雅黑"/>
              <a:sym typeface="微软雅黑"/>
            </a:endParaRPr>
          </a:p>
        </p:txBody>
      </p:sp>
      <p:sp>
        <p:nvSpPr>
          <p:cNvPr id="3" name="文本框 2">
            <a:extLst>
              <a:ext uri="{FF2B5EF4-FFF2-40B4-BE49-F238E27FC236}">
                <a16:creationId xmlns:a16="http://schemas.microsoft.com/office/drawing/2014/main" id="{870458F1-8552-5147-1E22-BF66BEE6BBA0}"/>
              </a:ext>
            </a:extLst>
          </p:cNvPr>
          <p:cNvSpPr txBox="1"/>
          <p:nvPr/>
        </p:nvSpPr>
        <p:spPr>
          <a:xfrm>
            <a:off x="457118" y="282673"/>
            <a:ext cx="9040843" cy="707886"/>
          </a:xfrm>
          <a:prstGeom prst="rect">
            <a:avLst/>
          </a:prstGeom>
          <a:noFill/>
        </p:spPr>
        <p:txBody>
          <a:bodyPr wrap="square" rtlCol="0">
            <a:spAutoFit/>
          </a:bodyPr>
          <a:lstStyle/>
          <a:p>
            <a:r>
              <a:rPr kumimoji="1" lang="zh-CN" altLang="en-US" sz="4000" b="1" dirty="0">
                <a:solidFill>
                  <a:srgbClr val="777671"/>
                </a:solidFill>
                <a:latin typeface="微软雅黑"/>
                <a:ea typeface="微软雅黑"/>
                <a:cs typeface="Microsoft YaHei" charset="0"/>
                <a:sym typeface="微软雅黑"/>
              </a:rPr>
              <a:t>基于模型检测的最坏执行时间分析方法</a:t>
            </a:r>
          </a:p>
        </p:txBody>
      </p:sp>
      <p:sp>
        <p:nvSpPr>
          <p:cNvPr id="8" name="AutoShape 4">
            <a:extLst>
              <a:ext uri="{FF2B5EF4-FFF2-40B4-BE49-F238E27FC236}">
                <a16:creationId xmlns:a16="http://schemas.microsoft.com/office/drawing/2014/main" id="{57068FFA-625D-F4FC-7EF7-7743B5CEB10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1" name="文本框 10">
            <a:extLst>
              <a:ext uri="{FF2B5EF4-FFF2-40B4-BE49-F238E27FC236}">
                <a16:creationId xmlns:a16="http://schemas.microsoft.com/office/drawing/2014/main" id="{70713B8A-0E76-C914-5B67-92327CF3E4F2}"/>
              </a:ext>
            </a:extLst>
          </p:cNvPr>
          <p:cNvSpPr txBox="1"/>
          <p:nvPr/>
        </p:nvSpPr>
        <p:spPr>
          <a:xfrm>
            <a:off x="457118" y="1579941"/>
            <a:ext cx="120252" cy="369332"/>
          </a:xfrm>
          <a:prstGeom prst="rect">
            <a:avLst/>
          </a:prstGeom>
          <a:noFill/>
        </p:spPr>
        <p:txBody>
          <a:bodyPr wrap="square" rtlCol="0">
            <a:spAutoFit/>
          </a:bodyPr>
          <a:lstStyle/>
          <a:p>
            <a:r>
              <a:rPr lang="zh-CN" altLang="en-US" dirty="0">
                <a:sym typeface="Symbol" panose="05050102010706020507" pitchFamily="18" charset="2"/>
              </a:rPr>
              <a:t></a:t>
            </a:r>
            <a:endParaRPr lang="zh-CN" altLang="en-US" dirty="0"/>
          </a:p>
        </p:txBody>
      </p:sp>
      <p:sp>
        <p:nvSpPr>
          <p:cNvPr id="12" name="原创设计师QQ598969553      _3">
            <a:extLst>
              <a:ext uri="{FF2B5EF4-FFF2-40B4-BE49-F238E27FC236}">
                <a16:creationId xmlns:a16="http://schemas.microsoft.com/office/drawing/2014/main" id="{F3CF6889-5D58-2865-0466-F13DE763CE54}"/>
              </a:ext>
            </a:extLst>
          </p:cNvPr>
          <p:cNvSpPr/>
          <p:nvPr/>
        </p:nvSpPr>
        <p:spPr>
          <a:xfrm>
            <a:off x="783131" y="1448014"/>
            <a:ext cx="5132490" cy="633187"/>
          </a:xfrm>
          <a:prstGeom prst="rect">
            <a:avLst/>
          </a:prstGeom>
        </p:spPr>
        <p:txBody>
          <a:bodyPr wrap="square">
            <a:spAutoFit/>
          </a:bodyPr>
          <a:lstStyle/>
          <a:p>
            <a:pPr>
              <a:lnSpc>
                <a:spcPct val="120000"/>
              </a:lnSpc>
            </a:pPr>
            <a:r>
              <a:rPr lang="zh-CN" altLang="en-US" sz="3200" dirty="0">
                <a:solidFill>
                  <a:schemeClr val="tx1">
                    <a:lumMod val="75000"/>
                    <a:lumOff val="25000"/>
                  </a:schemeClr>
                </a:solidFill>
                <a:latin typeface="微软雅黑"/>
                <a:ea typeface="微软雅黑"/>
                <a:sym typeface="微软雅黑"/>
              </a:rPr>
              <a:t>自动转换算法（</a:t>
            </a:r>
            <a:r>
              <a:rPr lang="en-US" altLang="zh-CN" sz="3200" dirty="0">
                <a:solidFill>
                  <a:schemeClr val="tx1">
                    <a:lumMod val="75000"/>
                    <a:lumOff val="25000"/>
                  </a:schemeClr>
                </a:solidFill>
                <a:latin typeface="微软雅黑"/>
                <a:ea typeface="微软雅黑"/>
                <a:sym typeface="微软雅黑"/>
              </a:rPr>
              <a:t>UPPAAL</a:t>
            </a:r>
            <a:r>
              <a:rPr lang="zh-CN" altLang="en-US" sz="3200" dirty="0">
                <a:solidFill>
                  <a:schemeClr val="tx1">
                    <a:lumMod val="75000"/>
                    <a:lumOff val="25000"/>
                  </a:schemeClr>
                </a:solidFill>
                <a:latin typeface="微软雅黑"/>
                <a:ea typeface="微软雅黑"/>
                <a:sym typeface="微软雅黑"/>
              </a:rPr>
              <a:t>）</a:t>
            </a:r>
          </a:p>
        </p:txBody>
      </p:sp>
      <p:pic>
        <p:nvPicPr>
          <p:cNvPr id="5" name="图片 4">
            <a:extLst>
              <a:ext uri="{FF2B5EF4-FFF2-40B4-BE49-F238E27FC236}">
                <a16:creationId xmlns:a16="http://schemas.microsoft.com/office/drawing/2014/main" id="{5C67EA0B-AA21-3729-94E0-C1B9DAF84B14}"/>
              </a:ext>
            </a:extLst>
          </p:cNvPr>
          <p:cNvPicPr>
            <a:picLocks noChangeAspect="1"/>
          </p:cNvPicPr>
          <p:nvPr/>
        </p:nvPicPr>
        <p:blipFill>
          <a:blip r:embed="rId3"/>
          <a:stretch>
            <a:fillRect/>
          </a:stretch>
        </p:blipFill>
        <p:spPr>
          <a:xfrm>
            <a:off x="2375084" y="2066052"/>
            <a:ext cx="7081074" cy="3773891"/>
          </a:xfrm>
          <a:prstGeom prst="rect">
            <a:avLst/>
          </a:prstGeom>
        </p:spPr>
      </p:pic>
    </p:spTree>
    <p:extLst>
      <p:ext uri="{BB962C8B-B14F-4D97-AF65-F5344CB8AC3E}">
        <p14:creationId xmlns:p14="http://schemas.microsoft.com/office/powerpoint/2010/main" val="2857995259"/>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2" name="组合 191"/>
          <p:cNvGrpSpPr/>
          <p:nvPr/>
        </p:nvGrpSpPr>
        <p:grpSpPr>
          <a:xfrm>
            <a:off x="0" y="6342185"/>
            <a:ext cx="12192000" cy="515815"/>
            <a:chOff x="0" y="6342185"/>
            <a:chExt cx="12192000" cy="515815"/>
          </a:xfrm>
        </p:grpSpPr>
        <p:sp>
          <p:nvSpPr>
            <p:cNvPr id="193" name="矩形 192"/>
            <p:cNvSpPr/>
            <p:nvPr/>
          </p:nvSpPr>
          <p:spPr>
            <a:xfrm>
              <a:off x="0" y="6342185"/>
              <a:ext cx="12192000" cy="515815"/>
            </a:xfrm>
            <a:prstGeom prst="rect">
              <a:avLst/>
            </a:prstGeom>
            <a:solidFill>
              <a:srgbClr val="9305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a:ea typeface="微软雅黑"/>
                <a:sym typeface="微软雅黑"/>
              </a:endParaRPr>
            </a:p>
          </p:txBody>
        </p:sp>
        <p:grpSp>
          <p:nvGrpSpPr>
            <p:cNvPr id="194" name="组合 193"/>
            <p:cNvGrpSpPr/>
            <p:nvPr/>
          </p:nvGrpSpPr>
          <p:grpSpPr>
            <a:xfrm>
              <a:off x="11610554" y="6351515"/>
              <a:ext cx="565461" cy="466258"/>
              <a:chOff x="0" y="6338455"/>
              <a:chExt cx="574766" cy="519545"/>
            </a:xfrm>
          </p:grpSpPr>
          <p:sp>
            <p:nvSpPr>
              <p:cNvPr id="198" name="矩形 197"/>
              <p:cNvSpPr/>
              <p:nvPr userDrawn="1"/>
            </p:nvSpPr>
            <p:spPr>
              <a:xfrm>
                <a:off x="0" y="6338455"/>
                <a:ext cx="574766" cy="519545"/>
              </a:xfrm>
              <a:prstGeom prst="rect">
                <a:avLst/>
              </a:prstGeom>
              <a:solidFill>
                <a:schemeClr val="bg1"/>
              </a:solidFill>
              <a:ln w="38100">
                <a:solidFill>
                  <a:srgbClr val="93050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微软雅黑"/>
                  <a:ea typeface="微软雅黑"/>
                  <a:sym typeface="微软雅黑"/>
                </a:endParaRPr>
              </a:p>
            </p:txBody>
          </p:sp>
          <p:sp>
            <p:nvSpPr>
              <p:cNvPr id="199" name="燕尾形 198"/>
              <p:cNvSpPr/>
              <p:nvPr userDrawn="1"/>
            </p:nvSpPr>
            <p:spPr>
              <a:xfrm>
                <a:off x="193599" y="6475132"/>
                <a:ext cx="187569" cy="246185"/>
              </a:xfrm>
              <a:prstGeom prst="chevron">
                <a:avLst/>
              </a:prstGeom>
              <a:solidFill>
                <a:srgbClr val="93050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a:ea typeface="微软雅黑"/>
                  <a:sym typeface="微软雅黑"/>
                </a:endParaRPr>
              </a:p>
            </p:txBody>
          </p:sp>
        </p:grpSp>
        <p:grpSp>
          <p:nvGrpSpPr>
            <p:cNvPr id="195" name="组合 194"/>
            <p:cNvGrpSpPr/>
            <p:nvPr/>
          </p:nvGrpSpPr>
          <p:grpSpPr>
            <a:xfrm flipH="1">
              <a:off x="15270" y="6351515"/>
              <a:ext cx="565461" cy="466258"/>
              <a:chOff x="0" y="6338455"/>
              <a:chExt cx="574766" cy="519545"/>
            </a:xfrm>
          </p:grpSpPr>
          <p:sp>
            <p:nvSpPr>
              <p:cNvPr id="196" name="矩形 195"/>
              <p:cNvSpPr/>
              <p:nvPr userDrawn="1"/>
            </p:nvSpPr>
            <p:spPr>
              <a:xfrm>
                <a:off x="0" y="6338455"/>
                <a:ext cx="574766" cy="519545"/>
              </a:xfrm>
              <a:prstGeom prst="rect">
                <a:avLst/>
              </a:prstGeom>
              <a:solidFill>
                <a:schemeClr val="bg1"/>
              </a:solidFill>
              <a:ln w="38100">
                <a:solidFill>
                  <a:srgbClr val="93050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微软雅黑"/>
                  <a:ea typeface="微软雅黑"/>
                  <a:sym typeface="微软雅黑"/>
                </a:endParaRPr>
              </a:p>
            </p:txBody>
          </p:sp>
          <p:sp>
            <p:nvSpPr>
              <p:cNvPr id="197" name="燕尾形 196"/>
              <p:cNvSpPr/>
              <p:nvPr userDrawn="1"/>
            </p:nvSpPr>
            <p:spPr>
              <a:xfrm>
                <a:off x="193599" y="6475132"/>
                <a:ext cx="187569" cy="246185"/>
              </a:xfrm>
              <a:prstGeom prst="chevron">
                <a:avLst/>
              </a:prstGeom>
              <a:solidFill>
                <a:srgbClr val="93050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a:ea typeface="微软雅黑"/>
                  <a:sym typeface="微软雅黑"/>
                </a:endParaRPr>
              </a:p>
            </p:txBody>
          </p:sp>
        </p:grpSp>
      </p:grpSp>
      <p:sp>
        <p:nvSpPr>
          <p:cNvPr id="2" name="原创设计师QQ598969553      _1">
            <a:extLst>
              <a:ext uri="{FF2B5EF4-FFF2-40B4-BE49-F238E27FC236}">
                <a16:creationId xmlns:a16="http://schemas.microsoft.com/office/drawing/2014/main" id="{C7BE11A5-DAFC-24D7-CD32-E4F3F0A7E209}"/>
              </a:ext>
            </a:extLst>
          </p:cNvPr>
          <p:cNvSpPr>
            <a:spLocks noChangeArrowheads="1"/>
          </p:cNvSpPr>
          <p:nvPr/>
        </p:nvSpPr>
        <p:spPr bwMode="auto">
          <a:xfrm>
            <a:off x="-1" y="318138"/>
            <a:ext cx="331115" cy="644152"/>
          </a:xfrm>
          <a:prstGeom prst="rect">
            <a:avLst/>
          </a:prstGeom>
          <a:solidFill>
            <a:srgbClr val="930502"/>
          </a:solidFill>
          <a:ln>
            <a:noFill/>
          </a:ln>
        </p:spPr>
        <p:txBody>
          <a:bodyPr anchor="ctr"/>
          <a:lstStyle/>
          <a:p>
            <a:pPr algn="ctr" eaLnBrk="1" hangingPunct="1">
              <a:buFont typeface="Arial" pitchFamily="34" charset="0"/>
              <a:buNone/>
            </a:pPr>
            <a:endParaRPr lang="zh-CN" altLang="zh-CN" sz="2400">
              <a:gradFill>
                <a:gsLst>
                  <a:gs pos="0">
                    <a:schemeClr val="accent2"/>
                  </a:gs>
                  <a:gs pos="100000">
                    <a:schemeClr val="accent1"/>
                  </a:gs>
                </a:gsLst>
                <a:lin ang="10800000" scaled="0"/>
              </a:gradFill>
              <a:latin typeface="微软雅黑"/>
              <a:ea typeface="微软雅黑"/>
              <a:sym typeface="微软雅黑"/>
            </a:endParaRPr>
          </a:p>
        </p:txBody>
      </p:sp>
      <p:sp>
        <p:nvSpPr>
          <p:cNvPr id="3" name="文本框 2">
            <a:extLst>
              <a:ext uri="{FF2B5EF4-FFF2-40B4-BE49-F238E27FC236}">
                <a16:creationId xmlns:a16="http://schemas.microsoft.com/office/drawing/2014/main" id="{870458F1-8552-5147-1E22-BF66BEE6BBA0}"/>
              </a:ext>
            </a:extLst>
          </p:cNvPr>
          <p:cNvSpPr txBox="1"/>
          <p:nvPr/>
        </p:nvSpPr>
        <p:spPr>
          <a:xfrm>
            <a:off x="457118" y="282673"/>
            <a:ext cx="9040843" cy="707886"/>
          </a:xfrm>
          <a:prstGeom prst="rect">
            <a:avLst/>
          </a:prstGeom>
          <a:noFill/>
        </p:spPr>
        <p:txBody>
          <a:bodyPr wrap="square" rtlCol="0">
            <a:spAutoFit/>
          </a:bodyPr>
          <a:lstStyle/>
          <a:p>
            <a:r>
              <a:rPr kumimoji="1" lang="zh-CN" altLang="en-US" sz="4000" b="1" dirty="0">
                <a:solidFill>
                  <a:srgbClr val="777671"/>
                </a:solidFill>
                <a:latin typeface="微软雅黑"/>
                <a:ea typeface="微软雅黑"/>
                <a:cs typeface="Microsoft YaHei" charset="0"/>
                <a:sym typeface="微软雅黑"/>
              </a:rPr>
              <a:t>反例路径集合查找及生成</a:t>
            </a:r>
          </a:p>
        </p:txBody>
      </p:sp>
      <p:sp>
        <p:nvSpPr>
          <p:cNvPr id="5" name="文本框 4">
            <a:extLst>
              <a:ext uri="{FF2B5EF4-FFF2-40B4-BE49-F238E27FC236}">
                <a16:creationId xmlns:a16="http://schemas.microsoft.com/office/drawing/2014/main" id="{6835641D-DA9D-7CC0-A28D-C60389089DA8}"/>
              </a:ext>
            </a:extLst>
          </p:cNvPr>
          <p:cNvSpPr txBox="1"/>
          <p:nvPr/>
        </p:nvSpPr>
        <p:spPr>
          <a:xfrm>
            <a:off x="457118" y="1579941"/>
            <a:ext cx="120252" cy="369332"/>
          </a:xfrm>
          <a:prstGeom prst="rect">
            <a:avLst/>
          </a:prstGeom>
          <a:noFill/>
        </p:spPr>
        <p:txBody>
          <a:bodyPr wrap="square" rtlCol="0">
            <a:spAutoFit/>
          </a:bodyPr>
          <a:lstStyle/>
          <a:p>
            <a:r>
              <a:rPr lang="zh-CN" altLang="en-US" dirty="0">
                <a:sym typeface="Symbol" panose="05050102010706020507" pitchFamily="18" charset="2"/>
              </a:rPr>
              <a:t></a:t>
            </a:r>
            <a:endParaRPr lang="zh-CN" altLang="en-US" dirty="0"/>
          </a:p>
        </p:txBody>
      </p:sp>
      <p:sp>
        <p:nvSpPr>
          <p:cNvPr id="6" name="原创设计师QQ598969553      _3">
            <a:extLst>
              <a:ext uri="{FF2B5EF4-FFF2-40B4-BE49-F238E27FC236}">
                <a16:creationId xmlns:a16="http://schemas.microsoft.com/office/drawing/2014/main" id="{E233067E-DEE7-261A-755F-0E8807FC7C58}"/>
              </a:ext>
            </a:extLst>
          </p:cNvPr>
          <p:cNvSpPr/>
          <p:nvPr/>
        </p:nvSpPr>
        <p:spPr>
          <a:xfrm>
            <a:off x="783132" y="1448014"/>
            <a:ext cx="1700672" cy="633187"/>
          </a:xfrm>
          <a:prstGeom prst="rect">
            <a:avLst/>
          </a:prstGeom>
        </p:spPr>
        <p:txBody>
          <a:bodyPr wrap="square">
            <a:spAutoFit/>
          </a:bodyPr>
          <a:lstStyle/>
          <a:p>
            <a:pPr>
              <a:lnSpc>
                <a:spcPct val="120000"/>
              </a:lnSpc>
            </a:pPr>
            <a:r>
              <a:rPr lang="zh-CN" altLang="en-US" sz="3200" dirty="0">
                <a:solidFill>
                  <a:schemeClr val="tx1">
                    <a:lumMod val="75000"/>
                    <a:lumOff val="25000"/>
                  </a:schemeClr>
                </a:solidFill>
                <a:latin typeface="微软雅黑"/>
                <a:ea typeface="微软雅黑"/>
                <a:sym typeface="微软雅黑"/>
              </a:rPr>
              <a:t>框架</a:t>
            </a:r>
          </a:p>
        </p:txBody>
      </p:sp>
      <p:pic>
        <p:nvPicPr>
          <p:cNvPr id="8" name="图片 7">
            <a:extLst>
              <a:ext uri="{FF2B5EF4-FFF2-40B4-BE49-F238E27FC236}">
                <a16:creationId xmlns:a16="http://schemas.microsoft.com/office/drawing/2014/main" id="{179066B9-6FE3-80A5-6E85-96E81093C1D8}"/>
              </a:ext>
            </a:extLst>
          </p:cNvPr>
          <p:cNvPicPr>
            <a:picLocks noChangeAspect="1"/>
          </p:cNvPicPr>
          <p:nvPr/>
        </p:nvPicPr>
        <p:blipFill>
          <a:blip r:embed="rId3"/>
          <a:stretch>
            <a:fillRect/>
          </a:stretch>
        </p:blipFill>
        <p:spPr>
          <a:xfrm>
            <a:off x="4752660" y="3130510"/>
            <a:ext cx="7423355" cy="3016377"/>
          </a:xfrm>
          <a:prstGeom prst="rect">
            <a:avLst/>
          </a:prstGeom>
        </p:spPr>
      </p:pic>
      <mc:AlternateContent xmlns:mc="http://schemas.openxmlformats.org/markup-compatibility/2006" xmlns:a14="http://schemas.microsoft.com/office/drawing/2010/main">
        <mc:Choice Requires="a14">
          <p:sp>
            <p:nvSpPr>
              <p:cNvPr id="9" name="原创设计师QQ598969553      _3">
                <a:extLst>
                  <a:ext uri="{FF2B5EF4-FFF2-40B4-BE49-F238E27FC236}">
                    <a16:creationId xmlns:a16="http://schemas.microsoft.com/office/drawing/2014/main" id="{0C4E839F-EE6C-0978-B2EE-06F4F36FB13E}"/>
                  </a:ext>
                </a:extLst>
              </p:cNvPr>
              <p:cNvSpPr/>
              <p:nvPr/>
            </p:nvSpPr>
            <p:spPr>
              <a:xfrm>
                <a:off x="783132" y="2564206"/>
                <a:ext cx="5932567" cy="1581523"/>
              </a:xfrm>
              <a:prstGeom prst="rect">
                <a:avLst/>
              </a:prstGeom>
            </p:spPr>
            <p:txBody>
              <a:bodyPr wrap="square">
                <a:spAutoFit/>
              </a:bodyPr>
              <a:lstStyle/>
              <a:p>
                <a:pPr>
                  <a:lnSpc>
                    <a:spcPct val="120000"/>
                  </a:lnSpc>
                </a:pPr>
                <a:r>
                  <a:rPr lang="zh-CN" altLang="en-US" sz="2000" dirty="0">
                    <a:solidFill>
                      <a:schemeClr val="tx1">
                        <a:lumMod val="75000"/>
                        <a:lumOff val="25000"/>
                      </a:schemeClr>
                    </a:solidFill>
                    <a:latin typeface="微软雅黑"/>
                    <a:ea typeface="微软雅黑"/>
                    <a:sym typeface="微软雅黑"/>
                  </a:rPr>
                  <a:t>反例路径集合：给定一个系统的控制流图模型</a:t>
                </a:r>
                <a:r>
                  <a:rPr lang="en-US" altLang="zh-CN" sz="2000" dirty="0">
                    <a:solidFill>
                      <a:schemeClr val="tx1">
                        <a:lumMod val="75000"/>
                        <a:lumOff val="25000"/>
                      </a:schemeClr>
                    </a:solidFill>
                    <a:latin typeface="微软雅黑"/>
                    <a:ea typeface="微软雅黑"/>
                    <a:sym typeface="微软雅黑"/>
                  </a:rPr>
                  <a:t>M</a:t>
                </a:r>
                <a:r>
                  <a:rPr lang="en-US" altLang="zh-CN" sz="2000" baseline="-25000" dirty="0">
                    <a:solidFill>
                      <a:schemeClr val="tx1">
                        <a:lumMod val="75000"/>
                        <a:lumOff val="25000"/>
                      </a:schemeClr>
                    </a:solidFill>
                    <a:latin typeface="微软雅黑"/>
                    <a:ea typeface="微软雅黑"/>
                    <a:sym typeface="微软雅黑"/>
                  </a:rPr>
                  <a:t>CFG</a:t>
                </a:r>
                <a:r>
                  <a:rPr lang="zh-CN" altLang="en-US" sz="2000" dirty="0">
                    <a:solidFill>
                      <a:schemeClr val="tx1">
                        <a:lumMod val="75000"/>
                        <a:lumOff val="25000"/>
                      </a:schemeClr>
                    </a:solidFill>
                    <a:latin typeface="微软雅黑"/>
                    <a:ea typeface="微软雅黑"/>
                    <a:sym typeface="微软雅黑"/>
                  </a:rPr>
                  <a:t>，一个系统的任务执行时间上界</a:t>
                </a:r>
                <a:r>
                  <a:rPr lang="en-US" altLang="zh-CN" sz="2000" dirty="0">
                    <a:solidFill>
                      <a:schemeClr val="tx1">
                        <a:lumMod val="75000"/>
                        <a:lumOff val="25000"/>
                      </a:schemeClr>
                    </a:solidFill>
                    <a:latin typeface="微软雅黑"/>
                    <a:ea typeface="微软雅黑"/>
                    <a:sym typeface="微软雅黑"/>
                  </a:rPr>
                  <a:t>T</a:t>
                </a:r>
                <a:r>
                  <a:rPr lang="zh-CN" altLang="en-US" sz="2000" dirty="0">
                    <a:solidFill>
                      <a:schemeClr val="tx1">
                        <a:lumMod val="75000"/>
                        <a:lumOff val="25000"/>
                      </a:schemeClr>
                    </a:solidFill>
                    <a:latin typeface="微软雅黑"/>
                    <a:ea typeface="微软雅黑"/>
                    <a:sym typeface="微软雅黑"/>
                  </a:rPr>
                  <a:t>，</a:t>
                </a:r>
                <a:r>
                  <a:rPr lang="en-US" altLang="zh-CN" sz="2000" dirty="0">
                    <a:solidFill>
                      <a:schemeClr val="tx1">
                        <a:lumMod val="75000"/>
                        <a:lumOff val="25000"/>
                      </a:schemeClr>
                    </a:solidFill>
                    <a:latin typeface="微软雅黑"/>
                    <a:ea typeface="微软雅黑"/>
                    <a:sym typeface="微软雅黑"/>
                  </a:rPr>
                  <a:t>Path</a:t>
                </a:r>
                <a:r>
                  <a:rPr lang="zh-CN" altLang="en-US" sz="2000" dirty="0">
                    <a:solidFill>
                      <a:schemeClr val="tx1">
                        <a:lumMod val="75000"/>
                        <a:lumOff val="25000"/>
                      </a:schemeClr>
                    </a:solidFill>
                    <a:latin typeface="微软雅黑"/>
                    <a:ea typeface="微软雅黑"/>
                    <a:sym typeface="微软雅黑"/>
                  </a:rPr>
                  <a:t>存储</a:t>
                </a:r>
                <a:r>
                  <a:rPr lang="en-US" altLang="zh-CN" sz="2000" dirty="0">
                    <a:solidFill>
                      <a:schemeClr val="tx1">
                        <a:lumMod val="75000"/>
                        <a:lumOff val="25000"/>
                      </a:schemeClr>
                    </a:solidFill>
                    <a:latin typeface="微软雅黑"/>
                    <a:ea typeface="微软雅黑"/>
                    <a:sym typeface="微软雅黑"/>
                  </a:rPr>
                  <a:t>M</a:t>
                </a:r>
                <a:r>
                  <a:rPr lang="en-US" altLang="zh-CN" sz="2000" baseline="-25000" dirty="0">
                    <a:solidFill>
                      <a:schemeClr val="tx1">
                        <a:lumMod val="75000"/>
                        <a:lumOff val="25000"/>
                      </a:schemeClr>
                    </a:solidFill>
                    <a:latin typeface="微软雅黑"/>
                    <a:ea typeface="微软雅黑"/>
                    <a:sym typeface="微软雅黑"/>
                  </a:rPr>
                  <a:t>CFG</a:t>
                </a:r>
                <a:r>
                  <a:rPr lang="zh-CN" altLang="en-US" sz="2000" dirty="0">
                    <a:solidFill>
                      <a:schemeClr val="tx1">
                        <a:lumMod val="75000"/>
                        <a:lumOff val="25000"/>
                      </a:schemeClr>
                    </a:solidFill>
                    <a:latin typeface="微软雅黑"/>
                    <a:ea typeface="微软雅黑"/>
                    <a:sym typeface="微软雅黑"/>
                  </a:rPr>
                  <a:t>中所有的路径。反例路径集合</a:t>
                </a:r>
                <a14:m>
                  <m:oMath xmlns:m="http://schemas.openxmlformats.org/officeDocument/2006/math">
                    <m:r>
                      <a:rPr lang="en-US" altLang="zh-CN" sz="2000" i="1" dirty="0" smtClean="0">
                        <a:solidFill>
                          <a:schemeClr val="tx1">
                            <a:lumMod val="75000"/>
                            <a:lumOff val="25000"/>
                          </a:schemeClr>
                        </a:solidFill>
                        <a:latin typeface="Cambria Math" panose="02040503050406030204" pitchFamily="18" charset="0"/>
                        <a:ea typeface="微软雅黑"/>
                        <a:sym typeface="微软雅黑"/>
                      </a:rPr>
                      <m:t>𝑃</m:t>
                    </m:r>
                    <m:r>
                      <a:rPr lang="en-US" altLang="zh-CN" sz="2000" i="1" baseline="-25000" dirty="0" err="1" smtClean="0">
                        <a:solidFill>
                          <a:schemeClr val="tx1">
                            <a:lumMod val="75000"/>
                            <a:lumOff val="25000"/>
                          </a:schemeClr>
                        </a:solidFill>
                        <a:latin typeface="Cambria Math" panose="02040503050406030204" pitchFamily="18" charset="0"/>
                        <a:ea typeface="微软雅黑"/>
                        <a:sym typeface="微软雅黑"/>
                      </a:rPr>
                      <m:t>𝐶𝑜𝑢𝑛𝑡𝑒𝑟𝐸𝑥𝑎𝑚𝑝𝑙𝑒</m:t>
                    </m:r>
                  </m:oMath>
                </a14:m>
                <a:r>
                  <a:rPr lang="zh-CN" altLang="en-US" sz="2000" dirty="0">
                    <a:solidFill>
                      <a:schemeClr val="tx1">
                        <a:lumMod val="75000"/>
                        <a:lumOff val="25000"/>
                      </a:schemeClr>
                    </a:solidFill>
                    <a:latin typeface="微软雅黑"/>
                    <a:ea typeface="微软雅黑"/>
                    <a:sym typeface="微软雅黑"/>
                  </a:rPr>
                  <a:t>为所有的路径</a:t>
                </a:r>
                <a14:m>
                  <m:oMath xmlns:m="http://schemas.openxmlformats.org/officeDocument/2006/math">
                    <m:r>
                      <a:rPr lang="en-US" altLang="zh-CN" sz="2000" i="1" dirty="0" smtClean="0">
                        <a:solidFill>
                          <a:schemeClr val="tx1">
                            <a:lumMod val="75000"/>
                            <a:lumOff val="25000"/>
                          </a:schemeClr>
                        </a:solidFill>
                        <a:latin typeface="Cambria Math" panose="02040503050406030204" pitchFamily="18" charset="0"/>
                        <a:ea typeface="微软雅黑"/>
                        <a:sym typeface="微软雅黑"/>
                      </a:rPr>
                      <m:t>(</m:t>
                    </m:r>
                    <m:r>
                      <a:rPr lang="en-US" altLang="zh-CN" sz="2000" i="1" dirty="0" smtClean="0">
                        <a:solidFill>
                          <a:schemeClr val="tx1">
                            <a:lumMod val="75000"/>
                            <a:lumOff val="25000"/>
                          </a:schemeClr>
                        </a:solidFill>
                        <a:latin typeface="Cambria Math" panose="02040503050406030204" pitchFamily="18" charset="0"/>
                        <a:ea typeface="微软雅黑"/>
                        <a:sym typeface="微软雅黑"/>
                      </a:rPr>
                      <m:t>𝑝</m:t>
                    </m:r>
                    <m:r>
                      <a:rPr lang="zh-CN" altLang="en-US" sz="2000" i="1" dirty="0" smtClean="0">
                        <a:solidFill>
                          <a:schemeClr val="tx1">
                            <a:lumMod val="75000"/>
                            <a:lumOff val="25000"/>
                          </a:schemeClr>
                        </a:solidFill>
                        <a:latin typeface="Cambria Math" panose="02040503050406030204" pitchFamily="18" charset="0"/>
                        <a:ea typeface="微软雅黑"/>
                        <a:sym typeface="微软雅黑"/>
                      </a:rPr>
                      <m:t>，</m:t>
                    </m:r>
                    <m:r>
                      <a:rPr lang="en-US" altLang="zh-CN" sz="2000" i="1" dirty="0" smtClean="0">
                        <a:solidFill>
                          <a:schemeClr val="tx1">
                            <a:lumMod val="75000"/>
                            <a:lumOff val="25000"/>
                          </a:schemeClr>
                        </a:solidFill>
                        <a:latin typeface="Cambria Math" panose="02040503050406030204" pitchFamily="18" charset="0"/>
                        <a:ea typeface="微软雅黑"/>
                        <a:sym typeface="微软雅黑"/>
                      </a:rPr>
                      <m:t>{</m:t>
                    </m:r>
                    <m:r>
                      <a:rPr lang="en-US" altLang="zh-CN" sz="2000" i="1" dirty="0" smtClean="0">
                        <a:solidFill>
                          <a:schemeClr val="tx1">
                            <a:lumMod val="75000"/>
                            <a:lumOff val="25000"/>
                          </a:schemeClr>
                        </a:solidFill>
                        <a:latin typeface="Cambria Math" panose="02040503050406030204" pitchFamily="18" charset="0"/>
                        <a:ea typeface="微软雅黑"/>
                        <a:sym typeface="微软雅黑"/>
                      </a:rPr>
                      <m:t>𝑝</m:t>
                    </m:r>
                    <m:r>
                      <a:rPr lang="en-US" altLang="zh-CN" sz="2000" i="1" dirty="0" smtClean="0">
                        <a:solidFill>
                          <a:schemeClr val="tx1">
                            <a:lumMod val="75000"/>
                            <a:lumOff val="25000"/>
                          </a:schemeClr>
                        </a:solidFill>
                        <a:latin typeface="Cambria Math" panose="02040503050406030204" pitchFamily="18" charset="0"/>
                        <a:ea typeface="微软雅黑"/>
                        <a:sym typeface="微软雅黑"/>
                      </a:rPr>
                      <m:t> | </m:t>
                    </m:r>
                    <m:r>
                      <a:rPr lang="en-US" altLang="zh-CN" sz="2000" i="1" dirty="0" smtClean="0">
                        <a:solidFill>
                          <a:schemeClr val="tx1">
                            <a:lumMod val="75000"/>
                            <a:lumOff val="25000"/>
                          </a:schemeClr>
                        </a:solidFill>
                        <a:latin typeface="Cambria Math" panose="02040503050406030204" pitchFamily="18" charset="0"/>
                        <a:ea typeface="微软雅黑"/>
                        <a:sym typeface="微软雅黑"/>
                      </a:rPr>
                      <m:t>𝑝</m:t>
                    </m:r>
                    <m:r>
                      <a:rPr lang="en-US" altLang="zh-CN" sz="2000" i="1" dirty="0" smtClean="0">
                        <a:solidFill>
                          <a:schemeClr val="tx1">
                            <a:lumMod val="75000"/>
                            <a:lumOff val="25000"/>
                          </a:schemeClr>
                        </a:solidFill>
                        <a:latin typeface="Cambria Math" panose="02040503050406030204" pitchFamily="18" charset="0"/>
                        <a:ea typeface="Cambria Math" panose="02040503050406030204" pitchFamily="18" charset="0"/>
                        <a:sym typeface="微软雅黑"/>
                      </a:rPr>
                      <m:t>∈</m:t>
                    </m:r>
                    <m:r>
                      <a:rPr lang="en-US" altLang="zh-CN" sz="2000" i="1" dirty="0" smtClean="0">
                        <a:solidFill>
                          <a:schemeClr val="tx1">
                            <a:lumMod val="75000"/>
                            <a:lumOff val="25000"/>
                          </a:schemeClr>
                        </a:solidFill>
                        <a:latin typeface="Cambria Math" panose="02040503050406030204" pitchFamily="18" charset="0"/>
                        <a:ea typeface="微软雅黑"/>
                        <a:sym typeface="微软雅黑"/>
                      </a:rPr>
                      <m:t>𝑃𝑎𝑡h</m:t>
                    </m:r>
                    <m:r>
                      <a:rPr lang="en-US" altLang="zh-CN" sz="2000" i="1" dirty="0" smtClean="0">
                        <a:solidFill>
                          <a:schemeClr val="tx1">
                            <a:lumMod val="75000"/>
                            <a:lumOff val="25000"/>
                          </a:schemeClr>
                        </a:solidFill>
                        <a:latin typeface="Cambria Math" panose="02040503050406030204" pitchFamily="18" charset="0"/>
                        <a:ea typeface="微软雅黑"/>
                        <a:sym typeface="微软雅黑"/>
                      </a:rPr>
                      <m:t> &amp; </m:t>
                    </m:r>
                    <m:nary>
                      <m:naryPr>
                        <m:chr m:val="∑"/>
                        <m:limLoc m:val="subSup"/>
                        <m:supHide m:val="on"/>
                        <m:ctrlPr>
                          <a:rPr lang="en-US" altLang="zh-CN" sz="2000" i="1" dirty="0" smtClean="0">
                            <a:solidFill>
                              <a:schemeClr val="tx1">
                                <a:lumMod val="75000"/>
                                <a:lumOff val="25000"/>
                              </a:schemeClr>
                            </a:solidFill>
                            <a:latin typeface="Cambria Math" panose="02040503050406030204" pitchFamily="18" charset="0"/>
                            <a:ea typeface="微软雅黑"/>
                            <a:sym typeface="微软雅黑"/>
                          </a:rPr>
                        </m:ctrlPr>
                      </m:naryPr>
                      <m:sub>
                        <m:r>
                          <m:rPr>
                            <m:brk m:alnAt="9"/>
                          </m:rPr>
                          <a:rPr lang="en-US" altLang="zh-CN" sz="2000" b="0" i="1" dirty="0" smtClean="0">
                            <a:solidFill>
                              <a:schemeClr val="tx1">
                                <a:lumMod val="75000"/>
                                <a:lumOff val="25000"/>
                              </a:schemeClr>
                            </a:solidFill>
                            <a:latin typeface="Cambria Math" panose="02040503050406030204" pitchFamily="18" charset="0"/>
                            <a:ea typeface="微软雅黑"/>
                            <a:sym typeface="微软雅黑"/>
                          </a:rPr>
                          <m:t>𝑛</m:t>
                        </m:r>
                        <m:r>
                          <a:rPr lang="en-US" altLang="zh-CN" sz="2000" b="0" i="1" dirty="0" smtClean="0">
                            <a:solidFill>
                              <a:schemeClr val="tx1">
                                <a:lumMod val="75000"/>
                                <a:lumOff val="25000"/>
                              </a:schemeClr>
                            </a:solidFill>
                            <a:latin typeface="Cambria Math" panose="02040503050406030204" pitchFamily="18" charset="0"/>
                            <a:ea typeface="微软雅黑"/>
                            <a:sym typeface="微软雅黑"/>
                          </a:rPr>
                          <m:t> ∈ </m:t>
                        </m:r>
                        <m:r>
                          <a:rPr lang="en-US" altLang="zh-CN" sz="2000" b="0" i="1" dirty="0" smtClean="0">
                            <a:solidFill>
                              <a:schemeClr val="tx1">
                                <a:lumMod val="75000"/>
                                <a:lumOff val="25000"/>
                              </a:schemeClr>
                            </a:solidFill>
                            <a:latin typeface="Cambria Math" panose="02040503050406030204" pitchFamily="18" charset="0"/>
                            <a:ea typeface="Cambria Math" panose="02040503050406030204" pitchFamily="18" charset="0"/>
                            <a:sym typeface="微软雅黑"/>
                          </a:rPr>
                          <m:t>𝑝</m:t>
                        </m:r>
                      </m:sub>
                      <m:sup/>
                      <m:e>
                        <m:sSub>
                          <m:sSubPr>
                            <m:ctrlPr>
                              <a:rPr lang="en-US" altLang="zh-CN" sz="2000" i="1" dirty="0" smtClean="0">
                                <a:solidFill>
                                  <a:schemeClr val="tx1">
                                    <a:lumMod val="75000"/>
                                    <a:lumOff val="25000"/>
                                  </a:schemeClr>
                                </a:solidFill>
                                <a:latin typeface="Cambria Math" panose="02040503050406030204" pitchFamily="18" charset="0"/>
                                <a:ea typeface="微软雅黑"/>
                                <a:sym typeface="微软雅黑"/>
                              </a:rPr>
                            </m:ctrlPr>
                          </m:sSubPr>
                          <m:e>
                            <m:r>
                              <a:rPr lang="en-US" altLang="zh-CN" sz="2000" b="0" i="1" dirty="0" smtClean="0">
                                <a:solidFill>
                                  <a:schemeClr val="tx1">
                                    <a:lumMod val="75000"/>
                                    <a:lumOff val="25000"/>
                                  </a:schemeClr>
                                </a:solidFill>
                                <a:latin typeface="Cambria Math" panose="02040503050406030204" pitchFamily="18" charset="0"/>
                                <a:ea typeface="微软雅黑"/>
                                <a:sym typeface="微软雅黑"/>
                              </a:rPr>
                              <m:t>𝑡</m:t>
                            </m:r>
                          </m:e>
                          <m:sub>
                            <m:r>
                              <a:rPr lang="en-US" altLang="zh-CN" sz="2000" b="0" i="1" dirty="0" smtClean="0">
                                <a:solidFill>
                                  <a:schemeClr val="tx1">
                                    <a:lumMod val="75000"/>
                                    <a:lumOff val="25000"/>
                                  </a:schemeClr>
                                </a:solidFill>
                                <a:latin typeface="Cambria Math" panose="02040503050406030204" pitchFamily="18" charset="0"/>
                                <a:ea typeface="微软雅黑"/>
                                <a:sym typeface="微软雅黑"/>
                              </a:rPr>
                              <m:t>𝑛</m:t>
                            </m:r>
                          </m:sub>
                        </m:sSub>
                        <m:r>
                          <a:rPr lang="en-US" altLang="zh-CN" sz="2000" b="0" i="1" dirty="0" smtClean="0">
                            <a:solidFill>
                              <a:schemeClr val="tx1">
                                <a:lumMod val="75000"/>
                                <a:lumOff val="25000"/>
                              </a:schemeClr>
                            </a:solidFill>
                            <a:latin typeface="Cambria Math" panose="02040503050406030204" pitchFamily="18" charset="0"/>
                            <a:ea typeface="微软雅黑"/>
                            <a:sym typeface="微软雅黑"/>
                          </a:rPr>
                          <m:t>&gt;</m:t>
                        </m:r>
                        <m:r>
                          <a:rPr lang="en-US" altLang="zh-CN" sz="2000" b="0" i="1" dirty="0" smtClean="0">
                            <a:solidFill>
                              <a:schemeClr val="tx1">
                                <a:lumMod val="75000"/>
                                <a:lumOff val="25000"/>
                              </a:schemeClr>
                            </a:solidFill>
                            <a:latin typeface="Cambria Math" panose="02040503050406030204" pitchFamily="18" charset="0"/>
                            <a:ea typeface="微软雅黑"/>
                            <a:sym typeface="微软雅黑"/>
                          </a:rPr>
                          <m:t>𝑇</m:t>
                        </m:r>
                      </m:e>
                    </m:nary>
                    <m:r>
                      <m:rPr>
                        <m:lit/>
                      </m:rPr>
                      <a:rPr lang="en-US" altLang="zh-CN" sz="2000" i="1" dirty="0" smtClean="0">
                        <a:solidFill>
                          <a:schemeClr val="tx1">
                            <a:lumMod val="75000"/>
                            <a:lumOff val="25000"/>
                          </a:schemeClr>
                        </a:solidFill>
                        <a:latin typeface="Cambria Math" panose="02040503050406030204" pitchFamily="18" charset="0"/>
                        <a:ea typeface="微软雅黑"/>
                        <a:sym typeface="微软雅黑"/>
                      </a:rPr>
                      <m:t>}</m:t>
                    </m:r>
                    <m:r>
                      <a:rPr lang="en-US" altLang="zh-CN" sz="2000" i="1" dirty="0" smtClean="0">
                        <a:solidFill>
                          <a:schemeClr val="tx1">
                            <a:lumMod val="75000"/>
                            <a:lumOff val="25000"/>
                          </a:schemeClr>
                        </a:solidFill>
                        <a:latin typeface="Cambria Math" panose="02040503050406030204" pitchFamily="18" charset="0"/>
                        <a:ea typeface="微软雅黑"/>
                        <a:sym typeface="微软雅黑"/>
                      </a:rPr>
                      <m:t> )</m:t>
                    </m:r>
                  </m:oMath>
                </a14:m>
                <a:r>
                  <a:rPr lang="zh-CN" altLang="en-US" sz="2000" dirty="0">
                    <a:solidFill>
                      <a:schemeClr val="tx1">
                        <a:lumMod val="75000"/>
                        <a:lumOff val="25000"/>
                      </a:schemeClr>
                    </a:solidFill>
                    <a:latin typeface="微软雅黑"/>
                    <a:ea typeface="微软雅黑"/>
                    <a:sym typeface="微软雅黑"/>
                  </a:rPr>
                  <a:t>的集合。</a:t>
                </a:r>
              </a:p>
            </p:txBody>
          </p:sp>
        </mc:Choice>
        <mc:Fallback xmlns="">
          <p:sp>
            <p:nvSpPr>
              <p:cNvPr id="9" name="原创设计师QQ598969553      _3">
                <a:extLst>
                  <a:ext uri="{FF2B5EF4-FFF2-40B4-BE49-F238E27FC236}">
                    <a16:creationId xmlns:a16="http://schemas.microsoft.com/office/drawing/2014/main" id="{0C4E839F-EE6C-0978-B2EE-06F4F36FB13E}"/>
                  </a:ext>
                </a:extLst>
              </p:cNvPr>
              <p:cNvSpPr>
                <a:spLocks noRot="1" noChangeAspect="1" noMove="1" noResize="1" noEditPoints="1" noAdjustHandles="1" noChangeArrowheads="1" noChangeShapeType="1" noTextEdit="1"/>
              </p:cNvSpPr>
              <p:nvPr/>
            </p:nvSpPr>
            <p:spPr>
              <a:xfrm>
                <a:off x="783132" y="2564206"/>
                <a:ext cx="5932567" cy="1581523"/>
              </a:xfrm>
              <a:prstGeom prst="rect">
                <a:avLst/>
              </a:prstGeom>
              <a:blipFill>
                <a:blip r:embed="rId4"/>
                <a:stretch>
                  <a:fillRect l="-1027" t="-386" r="-3799" b="-4478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72004298"/>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2" name="组合 191"/>
          <p:cNvGrpSpPr/>
          <p:nvPr/>
        </p:nvGrpSpPr>
        <p:grpSpPr>
          <a:xfrm>
            <a:off x="0" y="6342185"/>
            <a:ext cx="12192000" cy="515815"/>
            <a:chOff x="0" y="6342185"/>
            <a:chExt cx="12192000" cy="515815"/>
          </a:xfrm>
        </p:grpSpPr>
        <p:sp>
          <p:nvSpPr>
            <p:cNvPr id="193" name="矩形 192"/>
            <p:cNvSpPr/>
            <p:nvPr/>
          </p:nvSpPr>
          <p:spPr>
            <a:xfrm>
              <a:off x="0" y="6342185"/>
              <a:ext cx="12192000" cy="515815"/>
            </a:xfrm>
            <a:prstGeom prst="rect">
              <a:avLst/>
            </a:prstGeom>
            <a:solidFill>
              <a:srgbClr val="9305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a:ea typeface="微软雅黑"/>
                <a:sym typeface="微软雅黑"/>
              </a:endParaRPr>
            </a:p>
          </p:txBody>
        </p:sp>
        <p:grpSp>
          <p:nvGrpSpPr>
            <p:cNvPr id="194" name="组合 193"/>
            <p:cNvGrpSpPr/>
            <p:nvPr/>
          </p:nvGrpSpPr>
          <p:grpSpPr>
            <a:xfrm>
              <a:off x="11610554" y="6351515"/>
              <a:ext cx="565461" cy="466258"/>
              <a:chOff x="0" y="6338455"/>
              <a:chExt cx="574766" cy="519545"/>
            </a:xfrm>
          </p:grpSpPr>
          <p:sp>
            <p:nvSpPr>
              <p:cNvPr id="198" name="矩形 197"/>
              <p:cNvSpPr/>
              <p:nvPr userDrawn="1"/>
            </p:nvSpPr>
            <p:spPr>
              <a:xfrm>
                <a:off x="0" y="6338455"/>
                <a:ext cx="574766" cy="519545"/>
              </a:xfrm>
              <a:prstGeom prst="rect">
                <a:avLst/>
              </a:prstGeom>
              <a:solidFill>
                <a:schemeClr val="bg1"/>
              </a:solidFill>
              <a:ln w="38100">
                <a:solidFill>
                  <a:srgbClr val="93050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微软雅黑"/>
                  <a:ea typeface="微软雅黑"/>
                  <a:sym typeface="微软雅黑"/>
                </a:endParaRPr>
              </a:p>
            </p:txBody>
          </p:sp>
          <p:sp>
            <p:nvSpPr>
              <p:cNvPr id="199" name="燕尾形 198"/>
              <p:cNvSpPr/>
              <p:nvPr userDrawn="1"/>
            </p:nvSpPr>
            <p:spPr>
              <a:xfrm>
                <a:off x="193599" y="6475132"/>
                <a:ext cx="187569" cy="246185"/>
              </a:xfrm>
              <a:prstGeom prst="chevron">
                <a:avLst/>
              </a:prstGeom>
              <a:solidFill>
                <a:srgbClr val="93050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a:ea typeface="微软雅黑"/>
                  <a:sym typeface="微软雅黑"/>
                </a:endParaRPr>
              </a:p>
            </p:txBody>
          </p:sp>
        </p:grpSp>
        <p:grpSp>
          <p:nvGrpSpPr>
            <p:cNvPr id="195" name="组合 194"/>
            <p:cNvGrpSpPr/>
            <p:nvPr/>
          </p:nvGrpSpPr>
          <p:grpSpPr>
            <a:xfrm flipH="1">
              <a:off x="15270" y="6351515"/>
              <a:ext cx="565461" cy="466258"/>
              <a:chOff x="0" y="6338455"/>
              <a:chExt cx="574766" cy="519545"/>
            </a:xfrm>
          </p:grpSpPr>
          <p:sp>
            <p:nvSpPr>
              <p:cNvPr id="196" name="矩形 195"/>
              <p:cNvSpPr/>
              <p:nvPr userDrawn="1"/>
            </p:nvSpPr>
            <p:spPr>
              <a:xfrm>
                <a:off x="0" y="6338455"/>
                <a:ext cx="574766" cy="519545"/>
              </a:xfrm>
              <a:prstGeom prst="rect">
                <a:avLst/>
              </a:prstGeom>
              <a:solidFill>
                <a:schemeClr val="bg1"/>
              </a:solidFill>
              <a:ln w="38100">
                <a:solidFill>
                  <a:srgbClr val="93050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微软雅黑"/>
                  <a:ea typeface="微软雅黑"/>
                  <a:sym typeface="微软雅黑"/>
                </a:endParaRPr>
              </a:p>
            </p:txBody>
          </p:sp>
          <p:sp>
            <p:nvSpPr>
              <p:cNvPr id="197" name="燕尾形 196"/>
              <p:cNvSpPr/>
              <p:nvPr userDrawn="1"/>
            </p:nvSpPr>
            <p:spPr>
              <a:xfrm>
                <a:off x="193599" y="6475132"/>
                <a:ext cx="187569" cy="246185"/>
              </a:xfrm>
              <a:prstGeom prst="chevron">
                <a:avLst/>
              </a:prstGeom>
              <a:solidFill>
                <a:srgbClr val="93050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a:ea typeface="微软雅黑"/>
                  <a:sym typeface="微软雅黑"/>
                </a:endParaRPr>
              </a:p>
            </p:txBody>
          </p:sp>
        </p:grpSp>
      </p:grpSp>
      <p:sp>
        <p:nvSpPr>
          <p:cNvPr id="2" name="原创设计师QQ598969553      _1">
            <a:extLst>
              <a:ext uri="{FF2B5EF4-FFF2-40B4-BE49-F238E27FC236}">
                <a16:creationId xmlns:a16="http://schemas.microsoft.com/office/drawing/2014/main" id="{C7BE11A5-DAFC-24D7-CD32-E4F3F0A7E209}"/>
              </a:ext>
            </a:extLst>
          </p:cNvPr>
          <p:cNvSpPr>
            <a:spLocks noChangeArrowheads="1"/>
          </p:cNvSpPr>
          <p:nvPr/>
        </p:nvSpPr>
        <p:spPr bwMode="auto">
          <a:xfrm>
            <a:off x="-1" y="318138"/>
            <a:ext cx="331115" cy="644152"/>
          </a:xfrm>
          <a:prstGeom prst="rect">
            <a:avLst/>
          </a:prstGeom>
          <a:solidFill>
            <a:srgbClr val="930502"/>
          </a:solidFill>
          <a:ln>
            <a:noFill/>
          </a:ln>
        </p:spPr>
        <p:txBody>
          <a:bodyPr anchor="ctr"/>
          <a:lstStyle/>
          <a:p>
            <a:pPr algn="ctr" eaLnBrk="1" hangingPunct="1">
              <a:buFont typeface="Arial" pitchFamily="34" charset="0"/>
              <a:buNone/>
            </a:pPr>
            <a:endParaRPr lang="zh-CN" altLang="zh-CN" sz="2400">
              <a:gradFill>
                <a:gsLst>
                  <a:gs pos="0">
                    <a:schemeClr val="accent2"/>
                  </a:gs>
                  <a:gs pos="100000">
                    <a:schemeClr val="accent1"/>
                  </a:gs>
                </a:gsLst>
                <a:lin ang="10800000" scaled="0"/>
              </a:gradFill>
              <a:latin typeface="微软雅黑"/>
              <a:ea typeface="微软雅黑"/>
              <a:sym typeface="微软雅黑"/>
            </a:endParaRPr>
          </a:p>
        </p:txBody>
      </p:sp>
      <p:sp>
        <p:nvSpPr>
          <p:cNvPr id="3" name="文本框 2">
            <a:extLst>
              <a:ext uri="{FF2B5EF4-FFF2-40B4-BE49-F238E27FC236}">
                <a16:creationId xmlns:a16="http://schemas.microsoft.com/office/drawing/2014/main" id="{870458F1-8552-5147-1E22-BF66BEE6BBA0}"/>
              </a:ext>
            </a:extLst>
          </p:cNvPr>
          <p:cNvSpPr txBox="1"/>
          <p:nvPr/>
        </p:nvSpPr>
        <p:spPr>
          <a:xfrm>
            <a:off x="457118" y="282673"/>
            <a:ext cx="9040843" cy="707886"/>
          </a:xfrm>
          <a:prstGeom prst="rect">
            <a:avLst/>
          </a:prstGeom>
          <a:noFill/>
        </p:spPr>
        <p:txBody>
          <a:bodyPr wrap="square" rtlCol="0">
            <a:spAutoFit/>
          </a:bodyPr>
          <a:lstStyle/>
          <a:p>
            <a:r>
              <a:rPr kumimoji="1" lang="zh-CN" altLang="en-US" sz="4000" b="1" dirty="0">
                <a:solidFill>
                  <a:srgbClr val="777671"/>
                </a:solidFill>
                <a:latin typeface="微软雅黑"/>
                <a:ea typeface="微软雅黑"/>
                <a:cs typeface="Microsoft YaHei" charset="0"/>
                <a:sym typeface="微软雅黑"/>
              </a:rPr>
              <a:t>反例路径集合查找及生成</a:t>
            </a:r>
          </a:p>
        </p:txBody>
      </p:sp>
      <p:sp>
        <p:nvSpPr>
          <p:cNvPr id="5" name="文本框 4">
            <a:extLst>
              <a:ext uri="{FF2B5EF4-FFF2-40B4-BE49-F238E27FC236}">
                <a16:creationId xmlns:a16="http://schemas.microsoft.com/office/drawing/2014/main" id="{6835641D-DA9D-7CC0-A28D-C60389089DA8}"/>
              </a:ext>
            </a:extLst>
          </p:cNvPr>
          <p:cNvSpPr txBox="1"/>
          <p:nvPr/>
        </p:nvSpPr>
        <p:spPr>
          <a:xfrm>
            <a:off x="457118" y="1579941"/>
            <a:ext cx="120252" cy="369332"/>
          </a:xfrm>
          <a:prstGeom prst="rect">
            <a:avLst/>
          </a:prstGeom>
          <a:noFill/>
        </p:spPr>
        <p:txBody>
          <a:bodyPr wrap="square" rtlCol="0">
            <a:spAutoFit/>
          </a:bodyPr>
          <a:lstStyle/>
          <a:p>
            <a:r>
              <a:rPr lang="zh-CN" altLang="en-US" dirty="0">
                <a:sym typeface="Symbol" panose="05050102010706020507" pitchFamily="18" charset="2"/>
              </a:rPr>
              <a:t></a:t>
            </a:r>
            <a:endParaRPr lang="zh-CN" altLang="en-US" dirty="0"/>
          </a:p>
        </p:txBody>
      </p:sp>
      <p:sp>
        <p:nvSpPr>
          <p:cNvPr id="6" name="原创设计师QQ598969553      _3">
            <a:extLst>
              <a:ext uri="{FF2B5EF4-FFF2-40B4-BE49-F238E27FC236}">
                <a16:creationId xmlns:a16="http://schemas.microsoft.com/office/drawing/2014/main" id="{E233067E-DEE7-261A-755F-0E8807FC7C58}"/>
              </a:ext>
            </a:extLst>
          </p:cNvPr>
          <p:cNvSpPr/>
          <p:nvPr/>
        </p:nvSpPr>
        <p:spPr>
          <a:xfrm>
            <a:off x="783132" y="1448014"/>
            <a:ext cx="1700672" cy="633187"/>
          </a:xfrm>
          <a:prstGeom prst="rect">
            <a:avLst/>
          </a:prstGeom>
        </p:spPr>
        <p:txBody>
          <a:bodyPr wrap="square">
            <a:spAutoFit/>
          </a:bodyPr>
          <a:lstStyle/>
          <a:p>
            <a:pPr>
              <a:lnSpc>
                <a:spcPct val="120000"/>
              </a:lnSpc>
            </a:pPr>
            <a:r>
              <a:rPr lang="zh-CN" altLang="en-US" sz="3200" dirty="0">
                <a:solidFill>
                  <a:schemeClr val="tx1">
                    <a:lumMod val="75000"/>
                    <a:lumOff val="25000"/>
                  </a:schemeClr>
                </a:solidFill>
                <a:latin typeface="微软雅黑"/>
                <a:ea typeface="微软雅黑"/>
                <a:sym typeface="微软雅黑"/>
              </a:rPr>
              <a:t>示例</a:t>
            </a:r>
          </a:p>
        </p:txBody>
      </p:sp>
      <p:pic>
        <p:nvPicPr>
          <p:cNvPr id="7" name="图片 6">
            <a:extLst>
              <a:ext uri="{FF2B5EF4-FFF2-40B4-BE49-F238E27FC236}">
                <a16:creationId xmlns:a16="http://schemas.microsoft.com/office/drawing/2014/main" id="{105928A4-1342-8314-DB9B-0282F37ACBF2}"/>
              </a:ext>
            </a:extLst>
          </p:cNvPr>
          <p:cNvPicPr>
            <a:picLocks noChangeAspect="1"/>
          </p:cNvPicPr>
          <p:nvPr/>
        </p:nvPicPr>
        <p:blipFill>
          <a:blip r:embed="rId3"/>
          <a:stretch>
            <a:fillRect/>
          </a:stretch>
        </p:blipFill>
        <p:spPr>
          <a:xfrm>
            <a:off x="1905000" y="1884290"/>
            <a:ext cx="8382000" cy="4467225"/>
          </a:xfrm>
          <a:prstGeom prst="rect">
            <a:avLst/>
          </a:prstGeom>
        </p:spPr>
      </p:pic>
    </p:spTree>
    <p:extLst>
      <p:ext uri="{BB962C8B-B14F-4D97-AF65-F5344CB8AC3E}">
        <p14:creationId xmlns:p14="http://schemas.microsoft.com/office/powerpoint/2010/main" val="877789539"/>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2" name="组合 191"/>
          <p:cNvGrpSpPr/>
          <p:nvPr/>
        </p:nvGrpSpPr>
        <p:grpSpPr>
          <a:xfrm>
            <a:off x="0" y="6342185"/>
            <a:ext cx="12192000" cy="515815"/>
            <a:chOff x="0" y="6342185"/>
            <a:chExt cx="12192000" cy="515815"/>
          </a:xfrm>
        </p:grpSpPr>
        <p:sp>
          <p:nvSpPr>
            <p:cNvPr id="193" name="矩形 192"/>
            <p:cNvSpPr/>
            <p:nvPr/>
          </p:nvSpPr>
          <p:spPr>
            <a:xfrm>
              <a:off x="0" y="6342185"/>
              <a:ext cx="12192000" cy="515815"/>
            </a:xfrm>
            <a:prstGeom prst="rect">
              <a:avLst/>
            </a:prstGeom>
            <a:solidFill>
              <a:srgbClr val="9305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a:ea typeface="微软雅黑"/>
                <a:sym typeface="微软雅黑"/>
              </a:endParaRPr>
            </a:p>
          </p:txBody>
        </p:sp>
        <p:grpSp>
          <p:nvGrpSpPr>
            <p:cNvPr id="194" name="组合 193"/>
            <p:cNvGrpSpPr/>
            <p:nvPr/>
          </p:nvGrpSpPr>
          <p:grpSpPr>
            <a:xfrm>
              <a:off x="11610554" y="6351515"/>
              <a:ext cx="565461" cy="466258"/>
              <a:chOff x="0" y="6338455"/>
              <a:chExt cx="574766" cy="519545"/>
            </a:xfrm>
          </p:grpSpPr>
          <p:sp>
            <p:nvSpPr>
              <p:cNvPr id="198" name="矩形 197"/>
              <p:cNvSpPr/>
              <p:nvPr userDrawn="1"/>
            </p:nvSpPr>
            <p:spPr>
              <a:xfrm>
                <a:off x="0" y="6338455"/>
                <a:ext cx="574766" cy="519545"/>
              </a:xfrm>
              <a:prstGeom prst="rect">
                <a:avLst/>
              </a:prstGeom>
              <a:solidFill>
                <a:schemeClr val="bg1"/>
              </a:solidFill>
              <a:ln w="38100">
                <a:solidFill>
                  <a:srgbClr val="93050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微软雅黑"/>
                  <a:ea typeface="微软雅黑"/>
                  <a:sym typeface="微软雅黑"/>
                </a:endParaRPr>
              </a:p>
            </p:txBody>
          </p:sp>
          <p:sp>
            <p:nvSpPr>
              <p:cNvPr id="199" name="燕尾形 198"/>
              <p:cNvSpPr/>
              <p:nvPr userDrawn="1"/>
            </p:nvSpPr>
            <p:spPr>
              <a:xfrm>
                <a:off x="193599" y="6475132"/>
                <a:ext cx="187569" cy="246185"/>
              </a:xfrm>
              <a:prstGeom prst="chevron">
                <a:avLst/>
              </a:prstGeom>
              <a:solidFill>
                <a:srgbClr val="93050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a:ea typeface="微软雅黑"/>
                  <a:sym typeface="微软雅黑"/>
                </a:endParaRPr>
              </a:p>
            </p:txBody>
          </p:sp>
        </p:grpSp>
        <p:grpSp>
          <p:nvGrpSpPr>
            <p:cNvPr id="195" name="组合 194"/>
            <p:cNvGrpSpPr/>
            <p:nvPr/>
          </p:nvGrpSpPr>
          <p:grpSpPr>
            <a:xfrm flipH="1">
              <a:off x="15270" y="6351515"/>
              <a:ext cx="565461" cy="466258"/>
              <a:chOff x="0" y="6338455"/>
              <a:chExt cx="574766" cy="519545"/>
            </a:xfrm>
          </p:grpSpPr>
          <p:sp>
            <p:nvSpPr>
              <p:cNvPr id="196" name="矩形 195"/>
              <p:cNvSpPr/>
              <p:nvPr userDrawn="1"/>
            </p:nvSpPr>
            <p:spPr>
              <a:xfrm>
                <a:off x="0" y="6338455"/>
                <a:ext cx="574766" cy="519545"/>
              </a:xfrm>
              <a:prstGeom prst="rect">
                <a:avLst/>
              </a:prstGeom>
              <a:solidFill>
                <a:schemeClr val="bg1"/>
              </a:solidFill>
              <a:ln w="38100">
                <a:solidFill>
                  <a:srgbClr val="93050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微软雅黑"/>
                  <a:ea typeface="微软雅黑"/>
                  <a:sym typeface="微软雅黑"/>
                </a:endParaRPr>
              </a:p>
            </p:txBody>
          </p:sp>
          <p:sp>
            <p:nvSpPr>
              <p:cNvPr id="197" name="燕尾形 196"/>
              <p:cNvSpPr/>
              <p:nvPr userDrawn="1"/>
            </p:nvSpPr>
            <p:spPr>
              <a:xfrm>
                <a:off x="193599" y="6475132"/>
                <a:ext cx="187569" cy="246185"/>
              </a:xfrm>
              <a:prstGeom prst="chevron">
                <a:avLst/>
              </a:prstGeom>
              <a:solidFill>
                <a:srgbClr val="93050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a:ea typeface="微软雅黑"/>
                  <a:sym typeface="微软雅黑"/>
                </a:endParaRPr>
              </a:p>
            </p:txBody>
          </p:sp>
        </p:grpSp>
      </p:grpSp>
      <p:sp>
        <p:nvSpPr>
          <p:cNvPr id="2" name="原创设计师QQ598969553      _1">
            <a:extLst>
              <a:ext uri="{FF2B5EF4-FFF2-40B4-BE49-F238E27FC236}">
                <a16:creationId xmlns:a16="http://schemas.microsoft.com/office/drawing/2014/main" id="{C7BE11A5-DAFC-24D7-CD32-E4F3F0A7E209}"/>
              </a:ext>
            </a:extLst>
          </p:cNvPr>
          <p:cNvSpPr>
            <a:spLocks noChangeArrowheads="1"/>
          </p:cNvSpPr>
          <p:nvPr/>
        </p:nvSpPr>
        <p:spPr bwMode="auto">
          <a:xfrm>
            <a:off x="-1" y="318138"/>
            <a:ext cx="331115" cy="644152"/>
          </a:xfrm>
          <a:prstGeom prst="rect">
            <a:avLst/>
          </a:prstGeom>
          <a:solidFill>
            <a:srgbClr val="930502"/>
          </a:solidFill>
          <a:ln>
            <a:noFill/>
          </a:ln>
        </p:spPr>
        <p:txBody>
          <a:bodyPr anchor="ctr"/>
          <a:lstStyle/>
          <a:p>
            <a:pPr algn="ctr" eaLnBrk="1" hangingPunct="1">
              <a:buFont typeface="Arial" pitchFamily="34" charset="0"/>
              <a:buNone/>
            </a:pPr>
            <a:endParaRPr lang="zh-CN" altLang="zh-CN" sz="2400">
              <a:gradFill>
                <a:gsLst>
                  <a:gs pos="0">
                    <a:schemeClr val="accent2"/>
                  </a:gs>
                  <a:gs pos="100000">
                    <a:schemeClr val="accent1"/>
                  </a:gs>
                </a:gsLst>
                <a:lin ang="10800000" scaled="0"/>
              </a:gradFill>
              <a:latin typeface="微软雅黑"/>
              <a:ea typeface="微软雅黑"/>
              <a:sym typeface="微软雅黑"/>
            </a:endParaRPr>
          </a:p>
        </p:txBody>
      </p:sp>
      <p:sp>
        <p:nvSpPr>
          <p:cNvPr id="3" name="文本框 2">
            <a:extLst>
              <a:ext uri="{FF2B5EF4-FFF2-40B4-BE49-F238E27FC236}">
                <a16:creationId xmlns:a16="http://schemas.microsoft.com/office/drawing/2014/main" id="{870458F1-8552-5147-1E22-BF66BEE6BBA0}"/>
              </a:ext>
            </a:extLst>
          </p:cNvPr>
          <p:cNvSpPr txBox="1"/>
          <p:nvPr/>
        </p:nvSpPr>
        <p:spPr>
          <a:xfrm>
            <a:off x="457118" y="282673"/>
            <a:ext cx="9040843" cy="707886"/>
          </a:xfrm>
          <a:prstGeom prst="rect">
            <a:avLst/>
          </a:prstGeom>
          <a:noFill/>
        </p:spPr>
        <p:txBody>
          <a:bodyPr wrap="square" rtlCol="0">
            <a:spAutoFit/>
          </a:bodyPr>
          <a:lstStyle/>
          <a:p>
            <a:r>
              <a:rPr kumimoji="1" lang="zh-CN" altLang="en-US" sz="4000" b="1" dirty="0">
                <a:solidFill>
                  <a:srgbClr val="777671"/>
                </a:solidFill>
                <a:latin typeface="微软雅黑"/>
                <a:ea typeface="微软雅黑"/>
                <a:cs typeface="Microsoft YaHei" charset="0"/>
                <a:sym typeface="微软雅黑"/>
              </a:rPr>
              <a:t>反例路径集合查找及生成</a:t>
            </a:r>
          </a:p>
        </p:txBody>
      </p:sp>
      <p:sp>
        <p:nvSpPr>
          <p:cNvPr id="5" name="文本框 4">
            <a:extLst>
              <a:ext uri="{FF2B5EF4-FFF2-40B4-BE49-F238E27FC236}">
                <a16:creationId xmlns:a16="http://schemas.microsoft.com/office/drawing/2014/main" id="{6835641D-DA9D-7CC0-A28D-C60389089DA8}"/>
              </a:ext>
            </a:extLst>
          </p:cNvPr>
          <p:cNvSpPr txBox="1"/>
          <p:nvPr/>
        </p:nvSpPr>
        <p:spPr>
          <a:xfrm>
            <a:off x="457118" y="1579941"/>
            <a:ext cx="120252" cy="369332"/>
          </a:xfrm>
          <a:prstGeom prst="rect">
            <a:avLst/>
          </a:prstGeom>
          <a:noFill/>
        </p:spPr>
        <p:txBody>
          <a:bodyPr wrap="square" rtlCol="0">
            <a:spAutoFit/>
          </a:bodyPr>
          <a:lstStyle/>
          <a:p>
            <a:r>
              <a:rPr lang="zh-CN" altLang="en-US" dirty="0">
                <a:sym typeface="Symbol" panose="05050102010706020507" pitchFamily="18" charset="2"/>
              </a:rPr>
              <a:t></a:t>
            </a:r>
            <a:endParaRPr lang="zh-CN" altLang="en-US" dirty="0"/>
          </a:p>
        </p:txBody>
      </p:sp>
      <p:sp>
        <p:nvSpPr>
          <p:cNvPr id="6" name="原创设计师QQ598969553      _3">
            <a:extLst>
              <a:ext uri="{FF2B5EF4-FFF2-40B4-BE49-F238E27FC236}">
                <a16:creationId xmlns:a16="http://schemas.microsoft.com/office/drawing/2014/main" id="{E233067E-DEE7-261A-755F-0E8807FC7C58}"/>
              </a:ext>
            </a:extLst>
          </p:cNvPr>
          <p:cNvSpPr/>
          <p:nvPr/>
        </p:nvSpPr>
        <p:spPr>
          <a:xfrm>
            <a:off x="783132" y="1448015"/>
            <a:ext cx="4614778" cy="633187"/>
          </a:xfrm>
          <a:prstGeom prst="rect">
            <a:avLst/>
          </a:prstGeom>
        </p:spPr>
        <p:txBody>
          <a:bodyPr wrap="square">
            <a:spAutoFit/>
          </a:bodyPr>
          <a:lstStyle/>
          <a:p>
            <a:pPr>
              <a:lnSpc>
                <a:spcPct val="120000"/>
              </a:lnSpc>
            </a:pPr>
            <a:r>
              <a:rPr lang="zh-CN" altLang="en-US" sz="3200" dirty="0">
                <a:solidFill>
                  <a:schemeClr val="tx1">
                    <a:lumMod val="75000"/>
                    <a:lumOff val="25000"/>
                  </a:schemeClr>
                </a:solidFill>
                <a:latin typeface="微软雅黑"/>
                <a:ea typeface="微软雅黑"/>
                <a:sym typeface="微软雅黑"/>
              </a:rPr>
              <a:t>循环信息收集及更新</a:t>
            </a:r>
          </a:p>
        </p:txBody>
      </p:sp>
      <mc:AlternateContent xmlns:mc="http://schemas.openxmlformats.org/markup-compatibility/2006" xmlns:a14="http://schemas.microsoft.com/office/drawing/2010/main">
        <mc:Choice Requires="a14">
          <p:sp>
            <p:nvSpPr>
              <p:cNvPr id="9" name="原创设计师QQ598969553      _3">
                <a:extLst>
                  <a:ext uri="{FF2B5EF4-FFF2-40B4-BE49-F238E27FC236}">
                    <a16:creationId xmlns:a16="http://schemas.microsoft.com/office/drawing/2014/main" id="{0C4E839F-EE6C-0978-B2EE-06F4F36FB13E}"/>
                  </a:ext>
                </a:extLst>
              </p:cNvPr>
              <p:cNvSpPr/>
              <p:nvPr/>
            </p:nvSpPr>
            <p:spPr>
              <a:xfrm>
                <a:off x="457119" y="2584467"/>
                <a:ext cx="5638882" cy="2277034"/>
              </a:xfrm>
              <a:prstGeom prst="rect">
                <a:avLst/>
              </a:prstGeom>
            </p:spPr>
            <p:txBody>
              <a:bodyPr wrap="square">
                <a:spAutoFit/>
              </a:bodyPr>
              <a:lstStyle/>
              <a:p>
                <a:pPr>
                  <a:lnSpc>
                    <a:spcPct val="120000"/>
                  </a:lnSpc>
                </a:pPr>
                <a:r>
                  <a:rPr lang="zh-CN" altLang="en-US" sz="2000" dirty="0">
                    <a:solidFill>
                      <a:schemeClr val="tx1">
                        <a:lumMod val="75000"/>
                        <a:lumOff val="25000"/>
                      </a:schemeClr>
                    </a:solidFill>
                    <a:latin typeface="微软雅黑"/>
                    <a:ea typeface="微软雅黑"/>
                    <a:sym typeface="微软雅黑"/>
                  </a:rPr>
                  <a:t>循环信息：循环信息：给定一个系统的控制流图模型</a:t>
                </a:r>
                <a:r>
                  <a:rPr lang="en-US" altLang="zh-CN" sz="2000" dirty="0">
                    <a:solidFill>
                      <a:schemeClr val="tx1">
                        <a:lumMod val="75000"/>
                        <a:lumOff val="25000"/>
                      </a:schemeClr>
                    </a:solidFill>
                    <a:latin typeface="微软雅黑"/>
                    <a:ea typeface="微软雅黑"/>
                    <a:sym typeface="微软雅黑"/>
                  </a:rPr>
                  <a:t>M</a:t>
                </a:r>
                <a:r>
                  <a:rPr lang="en-US" altLang="zh-CN" sz="2000" baseline="-25000" dirty="0">
                    <a:solidFill>
                      <a:schemeClr val="tx1">
                        <a:lumMod val="75000"/>
                        <a:lumOff val="25000"/>
                      </a:schemeClr>
                    </a:solidFill>
                    <a:latin typeface="微软雅黑"/>
                    <a:ea typeface="微软雅黑"/>
                    <a:sym typeface="微软雅黑"/>
                  </a:rPr>
                  <a:t>CFG</a:t>
                </a:r>
                <a:r>
                  <a:rPr lang="zh-CN" altLang="en-US" sz="2000" dirty="0">
                    <a:solidFill>
                      <a:schemeClr val="tx1">
                        <a:lumMod val="75000"/>
                        <a:lumOff val="25000"/>
                      </a:schemeClr>
                    </a:solidFill>
                    <a:latin typeface="微软雅黑"/>
                    <a:ea typeface="微软雅黑"/>
                    <a:sym typeface="微软雅黑"/>
                  </a:rPr>
                  <a:t>，</a:t>
                </a:r>
                <a:r>
                  <a:rPr lang="en-US" altLang="zh-CN" sz="2000" dirty="0">
                    <a:solidFill>
                      <a:schemeClr val="tx1">
                        <a:lumMod val="75000"/>
                        <a:lumOff val="25000"/>
                      </a:schemeClr>
                    </a:solidFill>
                    <a:latin typeface="微软雅黑"/>
                    <a:ea typeface="微软雅黑"/>
                    <a:sym typeface="微软雅黑"/>
                  </a:rPr>
                  <a:t>P</a:t>
                </a:r>
                <a:r>
                  <a:rPr lang="zh-CN" altLang="en-US" sz="2000" dirty="0">
                    <a:solidFill>
                      <a:schemeClr val="tx1">
                        <a:lumMod val="75000"/>
                        <a:lumOff val="25000"/>
                      </a:schemeClr>
                    </a:solidFill>
                    <a:latin typeface="微软雅黑"/>
                    <a:ea typeface="微软雅黑"/>
                    <a:sym typeface="微软雅黑"/>
                  </a:rPr>
                  <a:t>为该模型中所有程序块的集合，</a:t>
                </a:r>
                <a:r>
                  <a:rPr lang="en-US" altLang="zh-CN" sz="2000" dirty="0">
                    <a:solidFill>
                      <a:schemeClr val="tx1">
                        <a:lumMod val="75000"/>
                        <a:lumOff val="25000"/>
                      </a:schemeClr>
                    </a:solidFill>
                    <a:latin typeface="微软雅黑"/>
                    <a:ea typeface="微软雅黑"/>
                    <a:sym typeface="微软雅黑"/>
                  </a:rPr>
                  <a:t>BB</a:t>
                </a:r>
                <a:r>
                  <a:rPr lang="zh-CN" altLang="en-US" sz="2000" dirty="0">
                    <a:solidFill>
                      <a:schemeClr val="tx1">
                        <a:lumMod val="75000"/>
                        <a:lumOff val="25000"/>
                      </a:schemeClr>
                    </a:solidFill>
                    <a:latin typeface="微软雅黑"/>
                    <a:ea typeface="微软雅黑"/>
                    <a:sym typeface="微软雅黑"/>
                  </a:rPr>
                  <a:t>为该模型中所有基本块的集合，用</a:t>
                </a:r>
                <a:r>
                  <a:rPr lang="en-US" altLang="zh-CN" sz="2000" dirty="0">
                    <a:solidFill>
                      <a:schemeClr val="tx1">
                        <a:lumMod val="75000"/>
                        <a:lumOff val="25000"/>
                      </a:schemeClr>
                    </a:solidFill>
                    <a:latin typeface="微软雅黑"/>
                    <a:ea typeface="微软雅黑"/>
                    <a:sym typeface="微软雅黑"/>
                  </a:rPr>
                  <a:t>Cycle</a:t>
                </a:r>
                <a:r>
                  <a:rPr lang="zh-CN" altLang="en-US" sz="2000" dirty="0">
                    <a:solidFill>
                      <a:schemeClr val="tx1">
                        <a:lumMod val="75000"/>
                        <a:lumOff val="25000"/>
                      </a:schemeClr>
                    </a:solidFill>
                    <a:latin typeface="微软雅黑"/>
                    <a:ea typeface="微软雅黑"/>
                    <a:sym typeface="微软雅黑"/>
                  </a:rPr>
                  <a:t>保存所有循环信息。对于一个循环</a:t>
                </a:r>
                <a14:m>
                  <m:oMath xmlns:m="http://schemas.openxmlformats.org/officeDocument/2006/math">
                    <m:r>
                      <a:rPr lang="en-US" altLang="zh-CN" sz="2000" i="1" dirty="0" smtClean="0">
                        <a:solidFill>
                          <a:schemeClr val="tx1">
                            <a:lumMod val="75000"/>
                            <a:lumOff val="25000"/>
                          </a:schemeClr>
                        </a:solidFill>
                        <a:latin typeface="Cambria Math" panose="02040503050406030204" pitchFamily="18" charset="0"/>
                        <a:ea typeface="微软雅黑"/>
                        <a:sym typeface="微软雅黑"/>
                      </a:rPr>
                      <m:t>{</m:t>
                    </m:r>
                    <m:r>
                      <a:rPr lang="en-US" altLang="zh-CN" sz="2000" i="1" dirty="0">
                        <a:solidFill>
                          <a:schemeClr val="tx1">
                            <a:lumMod val="75000"/>
                            <a:lumOff val="25000"/>
                          </a:schemeClr>
                        </a:solidFill>
                        <a:latin typeface="Cambria Math" panose="02040503050406030204" pitchFamily="18" charset="0"/>
                        <a:ea typeface="微软雅黑"/>
                        <a:sym typeface="微软雅黑"/>
                      </a:rPr>
                      <m:t>𝑐</m:t>
                    </m:r>
                    <m:r>
                      <a:rPr lang="en-US" altLang="zh-CN" sz="2000" i="1" dirty="0" smtClean="0">
                        <a:solidFill>
                          <a:schemeClr val="tx1">
                            <a:lumMod val="75000"/>
                            <a:lumOff val="25000"/>
                          </a:schemeClr>
                        </a:solidFill>
                        <a:latin typeface="Cambria Math" panose="02040503050406030204" pitchFamily="18" charset="0"/>
                        <a:ea typeface="微软雅黑"/>
                        <a:sym typeface="微软雅黑"/>
                      </a:rPr>
                      <m:t>| </m:t>
                    </m:r>
                    <m:r>
                      <a:rPr lang="en-US" altLang="zh-CN" sz="2000" i="1" dirty="0" smtClean="0">
                        <a:solidFill>
                          <a:schemeClr val="tx1">
                            <a:lumMod val="75000"/>
                            <a:lumOff val="25000"/>
                          </a:schemeClr>
                        </a:solidFill>
                        <a:latin typeface="Cambria Math" panose="02040503050406030204" pitchFamily="18" charset="0"/>
                        <a:ea typeface="微软雅黑"/>
                        <a:sym typeface="微软雅黑"/>
                      </a:rPr>
                      <m:t>𝑐</m:t>
                    </m:r>
                    <m:r>
                      <a:rPr lang="en-US" altLang="zh-CN" sz="2000" i="1" dirty="0" smtClean="0">
                        <a:solidFill>
                          <a:schemeClr val="tx1">
                            <a:lumMod val="75000"/>
                            <a:lumOff val="25000"/>
                          </a:schemeClr>
                        </a:solidFill>
                        <a:latin typeface="Cambria Math" panose="02040503050406030204" pitchFamily="18" charset="0"/>
                        <a:ea typeface="微软雅黑"/>
                        <a:sym typeface="微软雅黑"/>
                      </a:rPr>
                      <m:t> ∈</m:t>
                    </m:r>
                    <m:r>
                      <a:rPr lang="en-US" altLang="zh-CN" sz="2000" i="1" dirty="0" smtClean="0">
                        <a:solidFill>
                          <a:schemeClr val="tx1">
                            <a:lumMod val="75000"/>
                            <a:lumOff val="25000"/>
                          </a:schemeClr>
                        </a:solidFill>
                        <a:latin typeface="Cambria Math" panose="02040503050406030204" pitchFamily="18" charset="0"/>
                        <a:ea typeface="微软雅黑"/>
                        <a:sym typeface="微软雅黑"/>
                      </a:rPr>
                      <m:t>𝐶𝑦𝑐𝑙𝑒</m:t>
                    </m:r>
                    <m:r>
                      <a:rPr lang="en-US" altLang="zh-CN" sz="2000" i="1" dirty="0" smtClean="0">
                        <a:solidFill>
                          <a:schemeClr val="tx1">
                            <a:lumMod val="75000"/>
                            <a:lumOff val="25000"/>
                          </a:schemeClr>
                        </a:solidFill>
                        <a:latin typeface="Cambria Math" panose="02040503050406030204" pitchFamily="18" charset="0"/>
                        <a:ea typeface="微软雅黑"/>
                        <a:sym typeface="微软雅黑"/>
                      </a:rPr>
                      <m:t>}</m:t>
                    </m:r>
                  </m:oMath>
                </a14:m>
                <a:r>
                  <a:rPr lang="zh-CN" altLang="en-US" sz="2000" dirty="0">
                    <a:solidFill>
                      <a:schemeClr val="tx1">
                        <a:lumMod val="75000"/>
                        <a:lumOff val="25000"/>
                      </a:schemeClr>
                    </a:solidFill>
                    <a:latin typeface="微软雅黑"/>
                    <a:ea typeface="微软雅黑"/>
                    <a:sym typeface="微软雅黑"/>
                  </a:rPr>
                  <a:t>来说，</a:t>
                </a:r>
                <a14:m>
                  <m:oMath xmlns:m="http://schemas.openxmlformats.org/officeDocument/2006/math">
                    <m:r>
                      <a:rPr lang="en-US" altLang="zh-CN" sz="2000" i="1" dirty="0" smtClean="0">
                        <a:solidFill>
                          <a:schemeClr val="tx1">
                            <a:lumMod val="75000"/>
                            <a:lumOff val="25000"/>
                          </a:schemeClr>
                        </a:solidFill>
                        <a:latin typeface="Cambria Math" panose="02040503050406030204" pitchFamily="18" charset="0"/>
                        <a:ea typeface="微软雅黑"/>
                        <a:sym typeface="微软雅黑"/>
                      </a:rPr>
                      <m:t>𝑐</m:t>
                    </m:r>
                    <m:r>
                      <a:rPr lang="en-US" altLang="zh-CN" sz="2000" i="1" dirty="0" smtClean="0">
                        <a:solidFill>
                          <a:schemeClr val="tx1">
                            <a:lumMod val="75000"/>
                            <a:lumOff val="25000"/>
                          </a:schemeClr>
                        </a:solidFill>
                        <a:latin typeface="Cambria Math" panose="02040503050406030204" pitchFamily="18" charset="0"/>
                        <a:ea typeface="微软雅黑"/>
                        <a:sym typeface="微软雅黑"/>
                      </a:rPr>
                      <m:t>:={(</m:t>
                    </m:r>
                    <m:r>
                      <a:rPr lang="en-US" altLang="zh-CN" sz="2000" i="1" dirty="0">
                        <a:solidFill>
                          <a:schemeClr val="tx1">
                            <a:lumMod val="75000"/>
                            <a:lumOff val="25000"/>
                          </a:schemeClr>
                        </a:solidFill>
                        <a:latin typeface="Cambria Math" panose="02040503050406030204" pitchFamily="18" charset="0"/>
                        <a:ea typeface="微软雅黑"/>
                        <a:sym typeface="微软雅黑"/>
                      </a:rPr>
                      <m:t>𝑝</m:t>
                    </m:r>
                    <m:r>
                      <a:rPr lang="en-US" altLang="zh-CN" sz="2000" i="1" dirty="0" smtClean="0">
                        <a:solidFill>
                          <a:schemeClr val="tx1">
                            <a:lumMod val="75000"/>
                            <a:lumOff val="25000"/>
                          </a:schemeClr>
                        </a:solidFill>
                        <a:latin typeface="Cambria Math" panose="02040503050406030204" pitchFamily="18" charset="0"/>
                        <a:ea typeface="微软雅黑"/>
                        <a:sym typeface="微软雅黑"/>
                      </a:rPr>
                      <m:t>, </m:t>
                    </m:r>
                    <m:r>
                      <a:rPr lang="en-US" altLang="zh-CN" sz="2000" i="1" dirty="0" smtClean="0">
                        <a:solidFill>
                          <a:schemeClr val="tx1">
                            <a:lumMod val="75000"/>
                            <a:lumOff val="25000"/>
                          </a:schemeClr>
                        </a:solidFill>
                        <a:latin typeface="Cambria Math" panose="02040503050406030204" pitchFamily="18" charset="0"/>
                        <a:ea typeface="微软雅黑"/>
                        <a:sym typeface="微软雅黑"/>
                      </a:rPr>
                      <m:t>𝑏</m:t>
                    </m:r>
                    <m:r>
                      <a:rPr lang="en-US" altLang="zh-CN" sz="2000" i="1" dirty="0" smtClean="0">
                        <a:solidFill>
                          <a:schemeClr val="tx1">
                            <a:lumMod val="75000"/>
                            <a:lumOff val="25000"/>
                          </a:schemeClr>
                        </a:solidFill>
                        <a:latin typeface="Cambria Math" panose="02040503050406030204" pitchFamily="18" charset="0"/>
                        <a:ea typeface="微软雅黑"/>
                        <a:sym typeface="微软雅黑"/>
                      </a:rPr>
                      <m:t>, </m:t>
                    </m:r>
                    <m:r>
                      <a:rPr lang="en-US" altLang="zh-CN" sz="2000" i="1" dirty="0" err="1" smtClean="0">
                        <a:solidFill>
                          <a:schemeClr val="tx1">
                            <a:lumMod val="75000"/>
                            <a:lumOff val="25000"/>
                          </a:schemeClr>
                        </a:solidFill>
                        <a:latin typeface="Cambria Math" panose="02040503050406030204" pitchFamily="18" charset="0"/>
                        <a:ea typeface="微软雅黑"/>
                        <a:sym typeface="微软雅黑"/>
                      </a:rPr>
                      <m:t>𝑢𝑏</m:t>
                    </m:r>
                    <m:r>
                      <a:rPr lang="en-US" altLang="zh-CN" sz="2000" i="1" dirty="0">
                        <a:solidFill>
                          <a:schemeClr val="tx1">
                            <a:lumMod val="75000"/>
                            <a:lumOff val="25000"/>
                          </a:schemeClr>
                        </a:solidFill>
                        <a:latin typeface="Cambria Math" panose="02040503050406030204" pitchFamily="18" charset="0"/>
                        <a:ea typeface="微软雅黑"/>
                        <a:sym typeface="微软雅黑"/>
                      </a:rPr>
                      <m:t>)|</m:t>
                    </m:r>
                    <m:r>
                      <a:rPr lang="en-US" altLang="zh-CN" sz="2000" i="1" dirty="0" smtClean="0">
                        <a:solidFill>
                          <a:schemeClr val="tx1">
                            <a:lumMod val="75000"/>
                            <a:lumOff val="25000"/>
                          </a:schemeClr>
                        </a:solidFill>
                        <a:latin typeface="Cambria Math" panose="02040503050406030204" pitchFamily="18" charset="0"/>
                        <a:ea typeface="微软雅黑"/>
                        <a:sym typeface="微软雅黑"/>
                      </a:rPr>
                      <m:t>𝑝</m:t>
                    </m:r>
                    <m:r>
                      <a:rPr lang="en-US" altLang="zh-CN" sz="2000" i="1" dirty="0" smtClean="0">
                        <a:solidFill>
                          <a:schemeClr val="tx1">
                            <a:lumMod val="75000"/>
                            <a:lumOff val="25000"/>
                          </a:schemeClr>
                        </a:solidFill>
                        <a:latin typeface="Cambria Math" panose="02040503050406030204" pitchFamily="18" charset="0"/>
                        <a:ea typeface="微软雅黑"/>
                        <a:sym typeface="微软雅黑"/>
                      </a:rPr>
                      <m:t> ∈</m:t>
                    </m:r>
                    <m:r>
                      <a:rPr lang="en-US" altLang="zh-CN" sz="2000" i="1" dirty="0" smtClean="0">
                        <a:solidFill>
                          <a:schemeClr val="tx1">
                            <a:lumMod val="75000"/>
                            <a:lumOff val="25000"/>
                          </a:schemeClr>
                        </a:solidFill>
                        <a:latin typeface="Cambria Math" panose="02040503050406030204" pitchFamily="18" charset="0"/>
                        <a:ea typeface="微软雅黑"/>
                        <a:sym typeface="微软雅黑"/>
                      </a:rPr>
                      <m:t>𝑃</m:t>
                    </m:r>
                    <m:r>
                      <a:rPr lang="en-US" altLang="zh-CN" sz="2000" i="1" dirty="0" smtClean="0">
                        <a:solidFill>
                          <a:schemeClr val="tx1">
                            <a:lumMod val="75000"/>
                            <a:lumOff val="25000"/>
                          </a:schemeClr>
                        </a:solidFill>
                        <a:latin typeface="Cambria Math" panose="02040503050406030204" pitchFamily="18" charset="0"/>
                        <a:ea typeface="微软雅黑"/>
                        <a:sym typeface="微软雅黑"/>
                      </a:rPr>
                      <m:t> </m:t>
                    </m:r>
                    <m:r>
                      <a:rPr lang="en-US" altLang="zh-CN" sz="2000" i="1" dirty="0" smtClean="0">
                        <a:solidFill>
                          <a:schemeClr val="tx1">
                            <a:lumMod val="75000"/>
                            <a:lumOff val="25000"/>
                          </a:schemeClr>
                        </a:solidFill>
                        <a:latin typeface="Cambria Math" panose="02040503050406030204" pitchFamily="18" charset="0"/>
                        <a:ea typeface="微软雅黑"/>
                        <a:sym typeface="微软雅黑"/>
                      </a:rPr>
                      <m:t>𝑎𝑛𝑑</m:t>
                    </m:r>
                    <m:r>
                      <a:rPr lang="en-US" altLang="zh-CN" sz="2000" i="1" dirty="0" smtClean="0">
                        <a:solidFill>
                          <a:schemeClr val="tx1">
                            <a:lumMod val="75000"/>
                            <a:lumOff val="25000"/>
                          </a:schemeClr>
                        </a:solidFill>
                        <a:latin typeface="Cambria Math" panose="02040503050406030204" pitchFamily="18" charset="0"/>
                        <a:ea typeface="微软雅黑"/>
                        <a:sym typeface="微软雅黑"/>
                      </a:rPr>
                      <m:t> </m:t>
                    </m:r>
                    <m:r>
                      <a:rPr lang="en-US" altLang="zh-CN" sz="2000" i="1" dirty="0" smtClean="0">
                        <a:solidFill>
                          <a:schemeClr val="tx1">
                            <a:lumMod val="75000"/>
                            <a:lumOff val="25000"/>
                          </a:schemeClr>
                        </a:solidFill>
                        <a:latin typeface="Cambria Math" panose="02040503050406030204" pitchFamily="18" charset="0"/>
                        <a:ea typeface="微软雅黑"/>
                        <a:sym typeface="微软雅黑"/>
                      </a:rPr>
                      <m:t>𝑏</m:t>
                    </m:r>
                    <m:r>
                      <a:rPr lang="en-US" altLang="zh-CN" sz="2000" i="1" dirty="0" smtClean="0">
                        <a:solidFill>
                          <a:schemeClr val="tx1">
                            <a:lumMod val="75000"/>
                            <a:lumOff val="25000"/>
                          </a:schemeClr>
                        </a:solidFill>
                        <a:latin typeface="Cambria Math" panose="02040503050406030204" pitchFamily="18" charset="0"/>
                        <a:ea typeface="微软雅黑"/>
                        <a:sym typeface="微软雅黑"/>
                      </a:rPr>
                      <m:t> ∈</m:t>
                    </m:r>
                    <m:r>
                      <a:rPr lang="en-US" altLang="zh-CN" sz="2000" i="1" dirty="0" smtClean="0">
                        <a:solidFill>
                          <a:schemeClr val="tx1">
                            <a:lumMod val="75000"/>
                            <a:lumOff val="25000"/>
                          </a:schemeClr>
                        </a:solidFill>
                        <a:latin typeface="Cambria Math" panose="02040503050406030204" pitchFamily="18" charset="0"/>
                        <a:ea typeface="微软雅黑"/>
                        <a:sym typeface="微软雅黑"/>
                      </a:rPr>
                      <m:t>𝐵𝐵</m:t>
                    </m:r>
                    <m:r>
                      <m:rPr>
                        <m:lit/>
                      </m:rPr>
                      <a:rPr lang="en-US" altLang="zh-CN" sz="2000" i="1" dirty="0" smtClean="0">
                        <a:solidFill>
                          <a:schemeClr val="tx1">
                            <a:lumMod val="75000"/>
                            <a:lumOff val="25000"/>
                          </a:schemeClr>
                        </a:solidFill>
                        <a:latin typeface="Cambria Math" panose="02040503050406030204" pitchFamily="18" charset="0"/>
                        <a:ea typeface="微软雅黑"/>
                        <a:sym typeface="微软雅黑"/>
                      </a:rPr>
                      <m:t>}</m:t>
                    </m:r>
                  </m:oMath>
                </a14:m>
                <a:r>
                  <a:rPr lang="zh-CN" altLang="en-US" sz="2000" dirty="0">
                    <a:solidFill>
                      <a:schemeClr val="tx1">
                        <a:lumMod val="75000"/>
                        <a:lumOff val="25000"/>
                      </a:schemeClr>
                    </a:solidFill>
                    <a:latin typeface="微软雅黑"/>
                    <a:ea typeface="微软雅黑"/>
                    <a:sym typeface="微软雅黑"/>
                  </a:rPr>
                  <a:t>，其中</a:t>
                </a:r>
                <a:r>
                  <a:rPr lang="en-US" altLang="zh-CN" sz="2000" dirty="0" err="1">
                    <a:solidFill>
                      <a:schemeClr val="tx1">
                        <a:lumMod val="75000"/>
                        <a:lumOff val="25000"/>
                      </a:schemeClr>
                    </a:solidFill>
                    <a:latin typeface="微软雅黑"/>
                    <a:ea typeface="微软雅黑"/>
                    <a:sym typeface="微软雅黑"/>
                  </a:rPr>
                  <a:t>ub</a:t>
                </a:r>
                <a:r>
                  <a:rPr lang="zh-CN" altLang="en-US" sz="2000" dirty="0">
                    <a:solidFill>
                      <a:schemeClr val="tx1">
                        <a:lumMod val="75000"/>
                        <a:lumOff val="25000"/>
                      </a:schemeClr>
                    </a:solidFill>
                    <a:latin typeface="微软雅黑"/>
                    <a:ea typeface="微软雅黑"/>
                    <a:sym typeface="微软雅黑"/>
                  </a:rPr>
                  <a:t>为该循环的循环上界。</a:t>
                </a:r>
              </a:p>
            </p:txBody>
          </p:sp>
        </mc:Choice>
        <mc:Fallback xmlns="">
          <p:sp>
            <p:nvSpPr>
              <p:cNvPr id="9" name="原创设计师QQ598969553      _3">
                <a:extLst>
                  <a:ext uri="{FF2B5EF4-FFF2-40B4-BE49-F238E27FC236}">
                    <a16:creationId xmlns:a16="http://schemas.microsoft.com/office/drawing/2014/main" id="{0C4E839F-EE6C-0978-B2EE-06F4F36FB13E}"/>
                  </a:ext>
                </a:extLst>
              </p:cNvPr>
              <p:cNvSpPr>
                <a:spLocks noRot="1" noChangeAspect="1" noMove="1" noResize="1" noEditPoints="1" noAdjustHandles="1" noChangeArrowheads="1" noChangeShapeType="1" noTextEdit="1"/>
              </p:cNvSpPr>
              <p:nvPr/>
            </p:nvSpPr>
            <p:spPr>
              <a:xfrm>
                <a:off x="457119" y="2584467"/>
                <a:ext cx="5638882" cy="2277034"/>
              </a:xfrm>
              <a:prstGeom prst="rect">
                <a:avLst/>
              </a:prstGeom>
              <a:blipFill>
                <a:blip r:embed="rId3"/>
                <a:stretch>
                  <a:fillRect l="-1189" t="-268" r="-216" b="-4021"/>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2EDABEF2-9AA0-DE8C-0AEC-277B506D58E1}"/>
              </a:ext>
            </a:extLst>
          </p:cNvPr>
          <p:cNvPicPr>
            <a:picLocks noChangeAspect="1"/>
          </p:cNvPicPr>
          <p:nvPr/>
        </p:nvPicPr>
        <p:blipFill>
          <a:blip r:embed="rId4"/>
          <a:stretch>
            <a:fillRect/>
          </a:stretch>
        </p:blipFill>
        <p:spPr>
          <a:xfrm>
            <a:off x="6007511" y="1949273"/>
            <a:ext cx="6070182" cy="3984571"/>
          </a:xfrm>
          <a:prstGeom prst="rect">
            <a:avLst/>
          </a:prstGeom>
        </p:spPr>
      </p:pic>
    </p:spTree>
    <p:extLst>
      <p:ext uri="{BB962C8B-B14F-4D97-AF65-F5344CB8AC3E}">
        <p14:creationId xmlns:p14="http://schemas.microsoft.com/office/powerpoint/2010/main" val="4281415563"/>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2" name="组合 191"/>
          <p:cNvGrpSpPr/>
          <p:nvPr/>
        </p:nvGrpSpPr>
        <p:grpSpPr>
          <a:xfrm>
            <a:off x="0" y="6342185"/>
            <a:ext cx="12192000" cy="515815"/>
            <a:chOff x="0" y="6342185"/>
            <a:chExt cx="12192000" cy="515815"/>
          </a:xfrm>
        </p:grpSpPr>
        <p:sp>
          <p:nvSpPr>
            <p:cNvPr id="193" name="矩形 192"/>
            <p:cNvSpPr/>
            <p:nvPr/>
          </p:nvSpPr>
          <p:spPr>
            <a:xfrm>
              <a:off x="0" y="6342185"/>
              <a:ext cx="12192000" cy="515815"/>
            </a:xfrm>
            <a:prstGeom prst="rect">
              <a:avLst/>
            </a:prstGeom>
            <a:solidFill>
              <a:srgbClr val="9305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a:ea typeface="微软雅黑"/>
                <a:sym typeface="微软雅黑"/>
              </a:endParaRPr>
            </a:p>
          </p:txBody>
        </p:sp>
        <p:grpSp>
          <p:nvGrpSpPr>
            <p:cNvPr id="194" name="组合 193"/>
            <p:cNvGrpSpPr/>
            <p:nvPr/>
          </p:nvGrpSpPr>
          <p:grpSpPr>
            <a:xfrm>
              <a:off x="11610554" y="6351515"/>
              <a:ext cx="565461" cy="466258"/>
              <a:chOff x="0" y="6338455"/>
              <a:chExt cx="574766" cy="519545"/>
            </a:xfrm>
          </p:grpSpPr>
          <p:sp>
            <p:nvSpPr>
              <p:cNvPr id="198" name="矩形 197"/>
              <p:cNvSpPr/>
              <p:nvPr userDrawn="1"/>
            </p:nvSpPr>
            <p:spPr>
              <a:xfrm>
                <a:off x="0" y="6338455"/>
                <a:ext cx="574766" cy="519545"/>
              </a:xfrm>
              <a:prstGeom prst="rect">
                <a:avLst/>
              </a:prstGeom>
              <a:solidFill>
                <a:schemeClr val="bg1"/>
              </a:solidFill>
              <a:ln w="38100">
                <a:solidFill>
                  <a:srgbClr val="93050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微软雅黑"/>
                  <a:ea typeface="微软雅黑"/>
                  <a:sym typeface="微软雅黑"/>
                </a:endParaRPr>
              </a:p>
            </p:txBody>
          </p:sp>
          <p:sp>
            <p:nvSpPr>
              <p:cNvPr id="199" name="燕尾形 198"/>
              <p:cNvSpPr/>
              <p:nvPr userDrawn="1"/>
            </p:nvSpPr>
            <p:spPr>
              <a:xfrm>
                <a:off x="193599" y="6475132"/>
                <a:ext cx="187569" cy="246185"/>
              </a:xfrm>
              <a:prstGeom prst="chevron">
                <a:avLst/>
              </a:prstGeom>
              <a:solidFill>
                <a:srgbClr val="93050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a:ea typeface="微软雅黑"/>
                  <a:sym typeface="微软雅黑"/>
                </a:endParaRPr>
              </a:p>
            </p:txBody>
          </p:sp>
        </p:grpSp>
        <p:grpSp>
          <p:nvGrpSpPr>
            <p:cNvPr id="195" name="组合 194"/>
            <p:cNvGrpSpPr/>
            <p:nvPr/>
          </p:nvGrpSpPr>
          <p:grpSpPr>
            <a:xfrm flipH="1">
              <a:off x="15270" y="6351515"/>
              <a:ext cx="565461" cy="466258"/>
              <a:chOff x="0" y="6338455"/>
              <a:chExt cx="574766" cy="519545"/>
            </a:xfrm>
          </p:grpSpPr>
          <p:sp>
            <p:nvSpPr>
              <p:cNvPr id="196" name="矩形 195"/>
              <p:cNvSpPr/>
              <p:nvPr userDrawn="1"/>
            </p:nvSpPr>
            <p:spPr>
              <a:xfrm>
                <a:off x="0" y="6338455"/>
                <a:ext cx="574766" cy="519545"/>
              </a:xfrm>
              <a:prstGeom prst="rect">
                <a:avLst/>
              </a:prstGeom>
              <a:solidFill>
                <a:schemeClr val="bg1"/>
              </a:solidFill>
              <a:ln w="38100">
                <a:solidFill>
                  <a:srgbClr val="93050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微软雅黑"/>
                  <a:ea typeface="微软雅黑"/>
                  <a:sym typeface="微软雅黑"/>
                </a:endParaRPr>
              </a:p>
            </p:txBody>
          </p:sp>
          <p:sp>
            <p:nvSpPr>
              <p:cNvPr id="197" name="燕尾形 196"/>
              <p:cNvSpPr/>
              <p:nvPr userDrawn="1"/>
            </p:nvSpPr>
            <p:spPr>
              <a:xfrm>
                <a:off x="193599" y="6475132"/>
                <a:ext cx="187569" cy="246185"/>
              </a:xfrm>
              <a:prstGeom prst="chevron">
                <a:avLst/>
              </a:prstGeom>
              <a:solidFill>
                <a:srgbClr val="93050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a:ea typeface="微软雅黑"/>
                  <a:sym typeface="微软雅黑"/>
                </a:endParaRPr>
              </a:p>
            </p:txBody>
          </p:sp>
        </p:grpSp>
      </p:grpSp>
      <p:sp>
        <p:nvSpPr>
          <p:cNvPr id="2" name="原创设计师QQ598969553      _1">
            <a:extLst>
              <a:ext uri="{FF2B5EF4-FFF2-40B4-BE49-F238E27FC236}">
                <a16:creationId xmlns:a16="http://schemas.microsoft.com/office/drawing/2014/main" id="{C7BE11A5-DAFC-24D7-CD32-E4F3F0A7E209}"/>
              </a:ext>
            </a:extLst>
          </p:cNvPr>
          <p:cNvSpPr>
            <a:spLocks noChangeArrowheads="1"/>
          </p:cNvSpPr>
          <p:nvPr/>
        </p:nvSpPr>
        <p:spPr bwMode="auto">
          <a:xfrm>
            <a:off x="-1" y="318138"/>
            <a:ext cx="331115" cy="644152"/>
          </a:xfrm>
          <a:prstGeom prst="rect">
            <a:avLst/>
          </a:prstGeom>
          <a:solidFill>
            <a:srgbClr val="930502"/>
          </a:solidFill>
          <a:ln>
            <a:noFill/>
          </a:ln>
        </p:spPr>
        <p:txBody>
          <a:bodyPr anchor="ctr"/>
          <a:lstStyle/>
          <a:p>
            <a:pPr algn="ctr" eaLnBrk="1" hangingPunct="1">
              <a:buFont typeface="Arial" pitchFamily="34" charset="0"/>
              <a:buNone/>
            </a:pPr>
            <a:endParaRPr lang="zh-CN" altLang="zh-CN" sz="2400">
              <a:gradFill>
                <a:gsLst>
                  <a:gs pos="0">
                    <a:schemeClr val="accent2"/>
                  </a:gs>
                  <a:gs pos="100000">
                    <a:schemeClr val="accent1"/>
                  </a:gs>
                </a:gsLst>
                <a:lin ang="10800000" scaled="0"/>
              </a:gradFill>
              <a:latin typeface="微软雅黑"/>
              <a:ea typeface="微软雅黑"/>
              <a:sym typeface="微软雅黑"/>
            </a:endParaRPr>
          </a:p>
        </p:txBody>
      </p:sp>
      <p:sp>
        <p:nvSpPr>
          <p:cNvPr id="3" name="文本框 2">
            <a:extLst>
              <a:ext uri="{FF2B5EF4-FFF2-40B4-BE49-F238E27FC236}">
                <a16:creationId xmlns:a16="http://schemas.microsoft.com/office/drawing/2014/main" id="{870458F1-8552-5147-1E22-BF66BEE6BBA0}"/>
              </a:ext>
            </a:extLst>
          </p:cNvPr>
          <p:cNvSpPr txBox="1"/>
          <p:nvPr/>
        </p:nvSpPr>
        <p:spPr>
          <a:xfrm>
            <a:off x="457118" y="282673"/>
            <a:ext cx="9040843" cy="707886"/>
          </a:xfrm>
          <a:prstGeom prst="rect">
            <a:avLst/>
          </a:prstGeom>
          <a:noFill/>
        </p:spPr>
        <p:txBody>
          <a:bodyPr wrap="square" rtlCol="0">
            <a:spAutoFit/>
          </a:bodyPr>
          <a:lstStyle/>
          <a:p>
            <a:r>
              <a:rPr kumimoji="1" lang="zh-CN" altLang="en-US" sz="4000" b="1" dirty="0">
                <a:solidFill>
                  <a:srgbClr val="777671"/>
                </a:solidFill>
                <a:latin typeface="微软雅黑"/>
                <a:ea typeface="微软雅黑"/>
                <a:cs typeface="Microsoft YaHei" charset="0"/>
                <a:sym typeface="微软雅黑"/>
              </a:rPr>
              <a:t>反例路径集合查找及生成</a:t>
            </a:r>
          </a:p>
        </p:txBody>
      </p:sp>
      <p:sp>
        <p:nvSpPr>
          <p:cNvPr id="5" name="文本框 4">
            <a:extLst>
              <a:ext uri="{FF2B5EF4-FFF2-40B4-BE49-F238E27FC236}">
                <a16:creationId xmlns:a16="http://schemas.microsoft.com/office/drawing/2014/main" id="{6835641D-DA9D-7CC0-A28D-C60389089DA8}"/>
              </a:ext>
            </a:extLst>
          </p:cNvPr>
          <p:cNvSpPr txBox="1"/>
          <p:nvPr/>
        </p:nvSpPr>
        <p:spPr>
          <a:xfrm>
            <a:off x="457118" y="1579941"/>
            <a:ext cx="120252" cy="369332"/>
          </a:xfrm>
          <a:prstGeom prst="rect">
            <a:avLst/>
          </a:prstGeom>
          <a:noFill/>
        </p:spPr>
        <p:txBody>
          <a:bodyPr wrap="square" rtlCol="0">
            <a:spAutoFit/>
          </a:bodyPr>
          <a:lstStyle/>
          <a:p>
            <a:r>
              <a:rPr lang="zh-CN" altLang="en-US" dirty="0">
                <a:sym typeface="Symbol" panose="05050102010706020507" pitchFamily="18" charset="2"/>
              </a:rPr>
              <a:t></a:t>
            </a:r>
            <a:endParaRPr lang="zh-CN" altLang="en-US" dirty="0"/>
          </a:p>
        </p:txBody>
      </p:sp>
      <p:sp>
        <p:nvSpPr>
          <p:cNvPr id="6" name="原创设计师QQ598969553      _3">
            <a:extLst>
              <a:ext uri="{FF2B5EF4-FFF2-40B4-BE49-F238E27FC236}">
                <a16:creationId xmlns:a16="http://schemas.microsoft.com/office/drawing/2014/main" id="{E233067E-DEE7-261A-755F-0E8807FC7C58}"/>
              </a:ext>
            </a:extLst>
          </p:cNvPr>
          <p:cNvSpPr/>
          <p:nvPr/>
        </p:nvSpPr>
        <p:spPr>
          <a:xfrm>
            <a:off x="783132" y="1448015"/>
            <a:ext cx="4614778" cy="633187"/>
          </a:xfrm>
          <a:prstGeom prst="rect">
            <a:avLst/>
          </a:prstGeom>
        </p:spPr>
        <p:txBody>
          <a:bodyPr wrap="square">
            <a:spAutoFit/>
          </a:bodyPr>
          <a:lstStyle/>
          <a:p>
            <a:pPr>
              <a:lnSpc>
                <a:spcPct val="120000"/>
              </a:lnSpc>
            </a:pPr>
            <a:r>
              <a:rPr lang="zh-CN" altLang="en-US" sz="3200" dirty="0">
                <a:solidFill>
                  <a:schemeClr val="tx1">
                    <a:lumMod val="75000"/>
                    <a:lumOff val="25000"/>
                  </a:schemeClr>
                </a:solidFill>
                <a:latin typeface="微软雅黑"/>
                <a:ea typeface="微软雅黑"/>
                <a:sym typeface="微软雅黑"/>
              </a:rPr>
              <a:t>循环信息收集及更新</a:t>
            </a:r>
          </a:p>
        </p:txBody>
      </p:sp>
      <p:pic>
        <p:nvPicPr>
          <p:cNvPr id="7" name="图片 6">
            <a:extLst>
              <a:ext uri="{FF2B5EF4-FFF2-40B4-BE49-F238E27FC236}">
                <a16:creationId xmlns:a16="http://schemas.microsoft.com/office/drawing/2014/main" id="{F40F2D5B-1FD9-FACF-DFFC-B6F147FB1DDF}"/>
              </a:ext>
            </a:extLst>
          </p:cNvPr>
          <p:cNvPicPr>
            <a:picLocks noChangeAspect="1"/>
          </p:cNvPicPr>
          <p:nvPr/>
        </p:nvPicPr>
        <p:blipFill>
          <a:blip r:embed="rId3"/>
          <a:stretch>
            <a:fillRect/>
          </a:stretch>
        </p:blipFill>
        <p:spPr>
          <a:xfrm>
            <a:off x="390266" y="2538655"/>
            <a:ext cx="6456774" cy="3441167"/>
          </a:xfrm>
          <a:prstGeom prst="rect">
            <a:avLst/>
          </a:prstGeom>
        </p:spPr>
      </p:pic>
      <p:sp>
        <p:nvSpPr>
          <p:cNvPr id="8" name="原创设计师QQ598969553      _3">
            <a:extLst>
              <a:ext uri="{FF2B5EF4-FFF2-40B4-BE49-F238E27FC236}">
                <a16:creationId xmlns:a16="http://schemas.microsoft.com/office/drawing/2014/main" id="{CED5B673-2F96-8CEC-A9C7-9E5B9551B76B}"/>
              </a:ext>
            </a:extLst>
          </p:cNvPr>
          <p:cNvSpPr/>
          <p:nvPr/>
        </p:nvSpPr>
        <p:spPr>
          <a:xfrm>
            <a:off x="6720295" y="2914910"/>
            <a:ext cx="4606466" cy="1937735"/>
          </a:xfrm>
          <a:prstGeom prst="rect">
            <a:avLst/>
          </a:prstGeom>
        </p:spPr>
        <p:txBody>
          <a:bodyPr wrap="square">
            <a:spAutoFit/>
          </a:bodyPr>
          <a:lstStyle/>
          <a:p>
            <a:pPr>
              <a:lnSpc>
                <a:spcPct val="120000"/>
              </a:lnSpc>
            </a:pPr>
            <a:r>
              <a:rPr lang="zh-CN" altLang="en-US" sz="2000" dirty="0">
                <a:solidFill>
                  <a:schemeClr val="tx1">
                    <a:lumMod val="75000"/>
                    <a:lumOff val="25000"/>
                  </a:schemeClr>
                </a:solidFill>
                <a:latin typeface="微软雅黑"/>
                <a:ea typeface="微软雅黑"/>
                <a:sym typeface="微软雅黑"/>
              </a:rPr>
              <a:t>循环路径：</a:t>
            </a:r>
            <a:endParaRPr lang="en-US" altLang="zh-CN" sz="2000" dirty="0">
              <a:solidFill>
                <a:schemeClr val="tx1">
                  <a:lumMod val="75000"/>
                  <a:lumOff val="25000"/>
                </a:schemeClr>
              </a:solidFill>
              <a:latin typeface="微软雅黑"/>
              <a:ea typeface="微软雅黑"/>
              <a:sym typeface="微软雅黑"/>
            </a:endParaRPr>
          </a:p>
          <a:p>
            <a:pPr>
              <a:lnSpc>
                <a:spcPct val="120000"/>
              </a:lnSpc>
            </a:pPr>
            <a:r>
              <a:rPr lang="zh-CN" altLang="en-US" sz="2000" dirty="0">
                <a:solidFill>
                  <a:schemeClr val="tx1">
                    <a:lumMod val="75000"/>
                    <a:lumOff val="25000"/>
                  </a:schemeClr>
                </a:solidFill>
                <a:latin typeface="微软雅黑"/>
                <a:ea typeface="微软雅黑"/>
                <a:sym typeface="微软雅黑"/>
              </a:rPr>
              <a:t>（</a:t>
            </a:r>
            <a:r>
              <a:rPr lang="en-US" altLang="zh-CN" sz="2000" dirty="0">
                <a:solidFill>
                  <a:schemeClr val="tx1">
                    <a:lumMod val="75000"/>
                    <a:lumOff val="25000"/>
                  </a:schemeClr>
                </a:solidFill>
                <a:latin typeface="微软雅黑"/>
                <a:ea typeface="微软雅黑"/>
                <a:sym typeface="微软雅黑"/>
              </a:rPr>
              <a:t>1</a:t>
            </a:r>
            <a:r>
              <a:rPr lang="zh-CN" altLang="en-US" sz="2000" dirty="0">
                <a:solidFill>
                  <a:schemeClr val="tx1">
                    <a:lumMod val="75000"/>
                    <a:lumOff val="25000"/>
                  </a:schemeClr>
                </a:solidFill>
                <a:latin typeface="微软雅黑"/>
                <a:ea typeface="微软雅黑"/>
                <a:sym typeface="微软雅黑"/>
              </a:rPr>
              <a:t>）</a:t>
            </a:r>
            <a:r>
              <a:rPr lang="pt-BR" altLang="zh-CN" sz="2000" dirty="0"/>
              <a:t>n0_2-&gt;n0_4-&gt;n0_5-&gt;n0_7-&gt;n0_2 </a:t>
            </a:r>
            <a:endParaRPr lang="en-US" altLang="zh-CN" sz="2000" dirty="0"/>
          </a:p>
          <a:p>
            <a:pPr>
              <a:lnSpc>
                <a:spcPct val="120000"/>
              </a:lnSpc>
            </a:pPr>
            <a:r>
              <a:rPr lang="en-US" altLang="zh-CN" sz="2000" dirty="0"/>
              <a:t>-&gt; c1(0, 2, 10) </a:t>
            </a:r>
          </a:p>
          <a:p>
            <a:pPr>
              <a:lnSpc>
                <a:spcPct val="120000"/>
              </a:lnSpc>
            </a:pPr>
            <a:r>
              <a:rPr lang="zh-CN" altLang="en-US" sz="2000" dirty="0">
                <a:solidFill>
                  <a:schemeClr val="tx1">
                    <a:lumMod val="75000"/>
                    <a:lumOff val="25000"/>
                  </a:schemeClr>
                </a:solidFill>
                <a:latin typeface="微软雅黑"/>
                <a:ea typeface="微软雅黑"/>
              </a:rPr>
              <a:t>（</a:t>
            </a:r>
            <a:r>
              <a:rPr lang="en-US" altLang="zh-CN" sz="2000" dirty="0">
                <a:solidFill>
                  <a:schemeClr val="tx1">
                    <a:lumMod val="75000"/>
                    <a:lumOff val="25000"/>
                  </a:schemeClr>
                </a:solidFill>
                <a:latin typeface="微软雅黑"/>
                <a:ea typeface="微软雅黑"/>
              </a:rPr>
              <a:t>2</a:t>
            </a:r>
            <a:r>
              <a:rPr lang="zh-CN" altLang="en-US" sz="2000" dirty="0">
                <a:solidFill>
                  <a:schemeClr val="tx1">
                    <a:lumMod val="75000"/>
                    <a:lumOff val="25000"/>
                  </a:schemeClr>
                </a:solidFill>
                <a:latin typeface="微软雅黑"/>
                <a:ea typeface="微软雅黑"/>
              </a:rPr>
              <a:t>）</a:t>
            </a:r>
            <a:r>
              <a:rPr lang="pt-BR" altLang="zh-CN" sz="2000" dirty="0"/>
              <a:t>n0_2- &gt;n0_4-&gt;n0_6-&gt;n0_7-&gt;n0_2</a:t>
            </a:r>
            <a:endParaRPr lang="en-US" altLang="zh-CN" sz="2000" dirty="0"/>
          </a:p>
          <a:p>
            <a:pPr>
              <a:lnSpc>
                <a:spcPct val="120000"/>
              </a:lnSpc>
            </a:pPr>
            <a:r>
              <a:rPr lang="en-US" altLang="zh-CN" sz="2000" dirty="0"/>
              <a:t>-&gt; c2(0, 2, 10) </a:t>
            </a:r>
            <a:endParaRPr lang="zh-CN" altLang="en-US" sz="2000" dirty="0">
              <a:solidFill>
                <a:schemeClr val="tx1">
                  <a:lumMod val="75000"/>
                  <a:lumOff val="25000"/>
                </a:schemeClr>
              </a:solidFill>
              <a:latin typeface="微软雅黑"/>
              <a:ea typeface="微软雅黑"/>
              <a:sym typeface="微软雅黑"/>
            </a:endParaRPr>
          </a:p>
        </p:txBody>
      </p:sp>
    </p:spTree>
    <p:extLst>
      <p:ext uri="{BB962C8B-B14F-4D97-AF65-F5344CB8AC3E}">
        <p14:creationId xmlns:p14="http://schemas.microsoft.com/office/powerpoint/2010/main" val="137481055"/>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2" name="组合 191"/>
          <p:cNvGrpSpPr/>
          <p:nvPr/>
        </p:nvGrpSpPr>
        <p:grpSpPr>
          <a:xfrm>
            <a:off x="0" y="6342185"/>
            <a:ext cx="12192000" cy="515815"/>
            <a:chOff x="0" y="6342185"/>
            <a:chExt cx="12192000" cy="515815"/>
          </a:xfrm>
        </p:grpSpPr>
        <p:sp>
          <p:nvSpPr>
            <p:cNvPr id="193" name="矩形 192"/>
            <p:cNvSpPr/>
            <p:nvPr/>
          </p:nvSpPr>
          <p:spPr>
            <a:xfrm>
              <a:off x="0" y="6342185"/>
              <a:ext cx="12192000" cy="515815"/>
            </a:xfrm>
            <a:prstGeom prst="rect">
              <a:avLst/>
            </a:prstGeom>
            <a:solidFill>
              <a:srgbClr val="9305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a:ea typeface="微软雅黑"/>
                <a:sym typeface="微软雅黑"/>
              </a:endParaRPr>
            </a:p>
          </p:txBody>
        </p:sp>
        <p:grpSp>
          <p:nvGrpSpPr>
            <p:cNvPr id="194" name="组合 193"/>
            <p:cNvGrpSpPr/>
            <p:nvPr/>
          </p:nvGrpSpPr>
          <p:grpSpPr>
            <a:xfrm>
              <a:off x="11610554" y="6351515"/>
              <a:ext cx="565461" cy="466258"/>
              <a:chOff x="0" y="6338455"/>
              <a:chExt cx="574766" cy="519545"/>
            </a:xfrm>
          </p:grpSpPr>
          <p:sp>
            <p:nvSpPr>
              <p:cNvPr id="198" name="矩形 197"/>
              <p:cNvSpPr/>
              <p:nvPr userDrawn="1"/>
            </p:nvSpPr>
            <p:spPr>
              <a:xfrm>
                <a:off x="0" y="6338455"/>
                <a:ext cx="574766" cy="519545"/>
              </a:xfrm>
              <a:prstGeom prst="rect">
                <a:avLst/>
              </a:prstGeom>
              <a:solidFill>
                <a:schemeClr val="bg1"/>
              </a:solidFill>
              <a:ln w="38100">
                <a:solidFill>
                  <a:srgbClr val="93050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微软雅黑"/>
                  <a:ea typeface="微软雅黑"/>
                  <a:sym typeface="微软雅黑"/>
                </a:endParaRPr>
              </a:p>
            </p:txBody>
          </p:sp>
          <p:sp>
            <p:nvSpPr>
              <p:cNvPr id="199" name="燕尾形 198"/>
              <p:cNvSpPr/>
              <p:nvPr userDrawn="1"/>
            </p:nvSpPr>
            <p:spPr>
              <a:xfrm>
                <a:off x="193599" y="6475132"/>
                <a:ext cx="187569" cy="246185"/>
              </a:xfrm>
              <a:prstGeom prst="chevron">
                <a:avLst/>
              </a:prstGeom>
              <a:solidFill>
                <a:srgbClr val="93050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a:ea typeface="微软雅黑"/>
                  <a:sym typeface="微软雅黑"/>
                </a:endParaRPr>
              </a:p>
            </p:txBody>
          </p:sp>
        </p:grpSp>
        <p:grpSp>
          <p:nvGrpSpPr>
            <p:cNvPr id="195" name="组合 194"/>
            <p:cNvGrpSpPr/>
            <p:nvPr/>
          </p:nvGrpSpPr>
          <p:grpSpPr>
            <a:xfrm flipH="1">
              <a:off x="15270" y="6351515"/>
              <a:ext cx="565461" cy="466258"/>
              <a:chOff x="0" y="6338455"/>
              <a:chExt cx="574766" cy="519545"/>
            </a:xfrm>
          </p:grpSpPr>
          <p:sp>
            <p:nvSpPr>
              <p:cNvPr id="196" name="矩形 195"/>
              <p:cNvSpPr/>
              <p:nvPr userDrawn="1"/>
            </p:nvSpPr>
            <p:spPr>
              <a:xfrm>
                <a:off x="0" y="6338455"/>
                <a:ext cx="574766" cy="519545"/>
              </a:xfrm>
              <a:prstGeom prst="rect">
                <a:avLst/>
              </a:prstGeom>
              <a:solidFill>
                <a:schemeClr val="bg1"/>
              </a:solidFill>
              <a:ln w="38100">
                <a:solidFill>
                  <a:srgbClr val="93050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微软雅黑"/>
                  <a:ea typeface="微软雅黑"/>
                  <a:sym typeface="微软雅黑"/>
                </a:endParaRPr>
              </a:p>
            </p:txBody>
          </p:sp>
          <p:sp>
            <p:nvSpPr>
              <p:cNvPr id="197" name="燕尾形 196"/>
              <p:cNvSpPr/>
              <p:nvPr userDrawn="1"/>
            </p:nvSpPr>
            <p:spPr>
              <a:xfrm>
                <a:off x="193599" y="6475132"/>
                <a:ext cx="187569" cy="246185"/>
              </a:xfrm>
              <a:prstGeom prst="chevron">
                <a:avLst/>
              </a:prstGeom>
              <a:solidFill>
                <a:srgbClr val="93050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a:ea typeface="微软雅黑"/>
                  <a:sym typeface="微软雅黑"/>
                </a:endParaRPr>
              </a:p>
            </p:txBody>
          </p:sp>
        </p:grpSp>
      </p:grpSp>
      <p:sp>
        <p:nvSpPr>
          <p:cNvPr id="2" name="原创设计师QQ598969553      _1">
            <a:extLst>
              <a:ext uri="{FF2B5EF4-FFF2-40B4-BE49-F238E27FC236}">
                <a16:creationId xmlns:a16="http://schemas.microsoft.com/office/drawing/2014/main" id="{C7BE11A5-DAFC-24D7-CD32-E4F3F0A7E209}"/>
              </a:ext>
            </a:extLst>
          </p:cNvPr>
          <p:cNvSpPr>
            <a:spLocks noChangeArrowheads="1"/>
          </p:cNvSpPr>
          <p:nvPr/>
        </p:nvSpPr>
        <p:spPr bwMode="auto">
          <a:xfrm>
            <a:off x="-1" y="318138"/>
            <a:ext cx="331115" cy="644152"/>
          </a:xfrm>
          <a:prstGeom prst="rect">
            <a:avLst/>
          </a:prstGeom>
          <a:solidFill>
            <a:srgbClr val="930502"/>
          </a:solidFill>
          <a:ln>
            <a:noFill/>
          </a:ln>
        </p:spPr>
        <p:txBody>
          <a:bodyPr anchor="ctr"/>
          <a:lstStyle/>
          <a:p>
            <a:pPr algn="ctr" eaLnBrk="1" hangingPunct="1">
              <a:buFont typeface="Arial" pitchFamily="34" charset="0"/>
              <a:buNone/>
            </a:pPr>
            <a:endParaRPr lang="zh-CN" altLang="zh-CN" sz="2400">
              <a:gradFill>
                <a:gsLst>
                  <a:gs pos="0">
                    <a:schemeClr val="accent2"/>
                  </a:gs>
                  <a:gs pos="100000">
                    <a:schemeClr val="accent1"/>
                  </a:gs>
                </a:gsLst>
                <a:lin ang="10800000" scaled="0"/>
              </a:gradFill>
              <a:latin typeface="微软雅黑"/>
              <a:ea typeface="微软雅黑"/>
              <a:sym typeface="微软雅黑"/>
            </a:endParaRPr>
          </a:p>
        </p:txBody>
      </p:sp>
      <p:sp>
        <p:nvSpPr>
          <p:cNvPr id="3" name="文本框 2">
            <a:extLst>
              <a:ext uri="{FF2B5EF4-FFF2-40B4-BE49-F238E27FC236}">
                <a16:creationId xmlns:a16="http://schemas.microsoft.com/office/drawing/2014/main" id="{870458F1-8552-5147-1E22-BF66BEE6BBA0}"/>
              </a:ext>
            </a:extLst>
          </p:cNvPr>
          <p:cNvSpPr txBox="1"/>
          <p:nvPr/>
        </p:nvSpPr>
        <p:spPr>
          <a:xfrm>
            <a:off x="457118" y="282673"/>
            <a:ext cx="9040843" cy="707886"/>
          </a:xfrm>
          <a:prstGeom prst="rect">
            <a:avLst/>
          </a:prstGeom>
          <a:noFill/>
        </p:spPr>
        <p:txBody>
          <a:bodyPr wrap="square" rtlCol="0">
            <a:spAutoFit/>
          </a:bodyPr>
          <a:lstStyle/>
          <a:p>
            <a:r>
              <a:rPr kumimoji="1" lang="zh-CN" altLang="en-US" sz="4000" b="1" dirty="0">
                <a:solidFill>
                  <a:srgbClr val="777671"/>
                </a:solidFill>
                <a:latin typeface="微软雅黑"/>
                <a:ea typeface="微软雅黑"/>
                <a:cs typeface="Microsoft YaHei" charset="0"/>
                <a:sym typeface="微软雅黑"/>
              </a:rPr>
              <a:t>反例路径集合查找及生成</a:t>
            </a:r>
          </a:p>
        </p:txBody>
      </p:sp>
      <p:sp>
        <p:nvSpPr>
          <p:cNvPr id="5" name="文本框 4">
            <a:extLst>
              <a:ext uri="{FF2B5EF4-FFF2-40B4-BE49-F238E27FC236}">
                <a16:creationId xmlns:a16="http://schemas.microsoft.com/office/drawing/2014/main" id="{6835641D-DA9D-7CC0-A28D-C60389089DA8}"/>
              </a:ext>
            </a:extLst>
          </p:cNvPr>
          <p:cNvSpPr txBox="1"/>
          <p:nvPr/>
        </p:nvSpPr>
        <p:spPr>
          <a:xfrm>
            <a:off x="457118" y="1579941"/>
            <a:ext cx="120252" cy="369332"/>
          </a:xfrm>
          <a:prstGeom prst="rect">
            <a:avLst/>
          </a:prstGeom>
          <a:noFill/>
        </p:spPr>
        <p:txBody>
          <a:bodyPr wrap="square" rtlCol="0">
            <a:spAutoFit/>
          </a:bodyPr>
          <a:lstStyle/>
          <a:p>
            <a:r>
              <a:rPr lang="zh-CN" altLang="en-US" dirty="0">
                <a:sym typeface="Symbol" panose="05050102010706020507" pitchFamily="18" charset="2"/>
              </a:rPr>
              <a:t></a:t>
            </a:r>
            <a:endParaRPr lang="zh-CN" altLang="en-US" dirty="0"/>
          </a:p>
        </p:txBody>
      </p:sp>
      <p:sp>
        <p:nvSpPr>
          <p:cNvPr id="6" name="原创设计师QQ598969553      _3">
            <a:extLst>
              <a:ext uri="{FF2B5EF4-FFF2-40B4-BE49-F238E27FC236}">
                <a16:creationId xmlns:a16="http://schemas.microsoft.com/office/drawing/2014/main" id="{E233067E-DEE7-261A-755F-0E8807FC7C58}"/>
              </a:ext>
            </a:extLst>
          </p:cNvPr>
          <p:cNvSpPr/>
          <p:nvPr/>
        </p:nvSpPr>
        <p:spPr>
          <a:xfrm>
            <a:off x="783132" y="1448015"/>
            <a:ext cx="4614778" cy="633187"/>
          </a:xfrm>
          <a:prstGeom prst="rect">
            <a:avLst/>
          </a:prstGeom>
        </p:spPr>
        <p:txBody>
          <a:bodyPr wrap="square">
            <a:spAutoFit/>
          </a:bodyPr>
          <a:lstStyle/>
          <a:p>
            <a:pPr>
              <a:lnSpc>
                <a:spcPct val="120000"/>
              </a:lnSpc>
            </a:pPr>
            <a:r>
              <a:rPr lang="zh-CN" altLang="en-US" sz="3200" dirty="0">
                <a:solidFill>
                  <a:schemeClr val="tx1">
                    <a:lumMod val="75000"/>
                    <a:lumOff val="25000"/>
                  </a:schemeClr>
                </a:solidFill>
                <a:latin typeface="微软雅黑"/>
                <a:ea typeface="微软雅黑"/>
                <a:sym typeface="微软雅黑"/>
              </a:rPr>
              <a:t>反例路径集合查找</a:t>
            </a:r>
          </a:p>
        </p:txBody>
      </p:sp>
      <p:pic>
        <p:nvPicPr>
          <p:cNvPr id="4" name="图片 3">
            <a:extLst>
              <a:ext uri="{FF2B5EF4-FFF2-40B4-BE49-F238E27FC236}">
                <a16:creationId xmlns:a16="http://schemas.microsoft.com/office/drawing/2014/main" id="{BE29CE4E-0920-0B56-7F8D-9388A458391D}"/>
              </a:ext>
            </a:extLst>
          </p:cNvPr>
          <p:cNvPicPr>
            <a:picLocks noChangeAspect="1"/>
          </p:cNvPicPr>
          <p:nvPr/>
        </p:nvPicPr>
        <p:blipFill>
          <a:blip r:embed="rId3"/>
          <a:stretch>
            <a:fillRect/>
          </a:stretch>
        </p:blipFill>
        <p:spPr>
          <a:xfrm>
            <a:off x="5118329" y="2090532"/>
            <a:ext cx="6867222" cy="4163253"/>
          </a:xfrm>
          <a:prstGeom prst="rect">
            <a:avLst/>
          </a:prstGeom>
        </p:spPr>
      </p:pic>
      <p:pic>
        <p:nvPicPr>
          <p:cNvPr id="9" name="图片 8">
            <a:extLst>
              <a:ext uri="{FF2B5EF4-FFF2-40B4-BE49-F238E27FC236}">
                <a16:creationId xmlns:a16="http://schemas.microsoft.com/office/drawing/2014/main" id="{AF8947A4-73C4-AD8A-8F7D-C57419FC2E5A}"/>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164386" y="2651586"/>
            <a:ext cx="5611766" cy="2990816"/>
          </a:xfrm>
          <a:prstGeom prst="rect">
            <a:avLst/>
          </a:prstGeom>
        </p:spPr>
      </p:pic>
      <p:sp>
        <p:nvSpPr>
          <p:cNvPr id="10" name="原创设计师QQ598969553      _3">
            <a:extLst>
              <a:ext uri="{FF2B5EF4-FFF2-40B4-BE49-F238E27FC236}">
                <a16:creationId xmlns:a16="http://schemas.microsoft.com/office/drawing/2014/main" id="{B14D9EB0-54D9-1DA0-5A13-B97590AD2EF5}"/>
              </a:ext>
            </a:extLst>
          </p:cNvPr>
          <p:cNvSpPr/>
          <p:nvPr/>
        </p:nvSpPr>
        <p:spPr>
          <a:xfrm>
            <a:off x="5118329" y="1518899"/>
            <a:ext cx="4606466" cy="430374"/>
          </a:xfrm>
          <a:prstGeom prst="rect">
            <a:avLst/>
          </a:prstGeom>
        </p:spPr>
        <p:txBody>
          <a:bodyPr wrap="square">
            <a:spAutoFit/>
          </a:bodyPr>
          <a:lstStyle/>
          <a:p>
            <a:pPr>
              <a:lnSpc>
                <a:spcPct val="120000"/>
              </a:lnSpc>
            </a:pPr>
            <a:r>
              <a:rPr lang="zh-CN" altLang="en-US" sz="2000" dirty="0">
                <a:solidFill>
                  <a:schemeClr val="tx1">
                    <a:lumMod val="75000"/>
                    <a:lumOff val="25000"/>
                  </a:schemeClr>
                </a:solidFill>
                <a:latin typeface="微软雅黑"/>
                <a:ea typeface="微软雅黑"/>
                <a:sym typeface="微软雅黑"/>
              </a:rPr>
              <a:t>上界设置为</a:t>
            </a:r>
            <a:r>
              <a:rPr lang="en-US" altLang="zh-CN" sz="2000" dirty="0">
                <a:solidFill>
                  <a:schemeClr val="tx1">
                    <a:lumMod val="75000"/>
                    <a:lumOff val="25000"/>
                  </a:schemeClr>
                </a:solidFill>
                <a:latin typeface="微软雅黑"/>
                <a:ea typeface="微软雅黑"/>
                <a:sym typeface="微软雅黑"/>
              </a:rPr>
              <a:t>20</a:t>
            </a:r>
            <a:r>
              <a:rPr lang="zh-CN" altLang="en-US" sz="2000" dirty="0">
                <a:solidFill>
                  <a:schemeClr val="tx1">
                    <a:lumMod val="75000"/>
                    <a:lumOff val="25000"/>
                  </a:schemeClr>
                </a:solidFill>
                <a:latin typeface="微软雅黑"/>
                <a:ea typeface="微软雅黑"/>
                <a:sym typeface="微软雅黑"/>
              </a:rPr>
              <a:t>的结果：</a:t>
            </a:r>
          </a:p>
        </p:txBody>
      </p:sp>
    </p:spTree>
    <p:extLst>
      <p:ext uri="{BB962C8B-B14F-4D97-AF65-F5344CB8AC3E}">
        <p14:creationId xmlns:p14="http://schemas.microsoft.com/office/powerpoint/2010/main" val="2732337840"/>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2" name="组合 191"/>
          <p:cNvGrpSpPr/>
          <p:nvPr/>
        </p:nvGrpSpPr>
        <p:grpSpPr>
          <a:xfrm>
            <a:off x="0" y="6342185"/>
            <a:ext cx="12192000" cy="515815"/>
            <a:chOff x="0" y="6342185"/>
            <a:chExt cx="12192000" cy="515815"/>
          </a:xfrm>
        </p:grpSpPr>
        <p:sp>
          <p:nvSpPr>
            <p:cNvPr id="193" name="矩形 192"/>
            <p:cNvSpPr/>
            <p:nvPr/>
          </p:nvSpPr>
          <p:spPr>
            <a:xfrm>
              <a:off x="0" y="6342185"/>
              <a:ext cx="12192000" cy="515815"/>
            </a:xfrm>
            <a:prstGeom prst="rect">
              <a:avLst/>
            </a:prstGeom>
            <a:solidFill>
              <a:srgbClr val="9305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a:ea typeface="微软雅黑"/>
                <a:sym typeface="微软雅黑"/>
              </a:endParaRPr>
            </a:p>
          </p:txBody>
        </p:sp>
        <p:grpSp>
          <p:nvGrpSpPr>
            <p:cNvPr id="194" name="组合 193"/>
            <p:cNvGrpSpPr/>
            <p:nvPr/>
          </p:nvGrpSpPr>
          <p:grpSpPr>
            <a:xfrm>
              <a:off x="11610554" y="6351515"/>
              <a:ext cx="565461" cy="466258"/>
              <a:chOff x="0" y="6338455"/>
              <a:chExt cx="574766" cy="519545"/>
            </a:xfrm>
          </p:grpSpPr>
          <p:sp>
            <p:nvSpPr>
              <p:cNvPr id="198" name="矩形 197"/>
              <p:cNvSpPr/>
              <p:nvPr userDrawn="1"/>
            </p:nvSpPr>
            <p:spPr>
              <a:xfrm>
                <a:off x="0" y="6338455"/>
                <a:ext cx="574766" cy="519545"/>
              </a:xfrm>
              <a:prstGeom prst="rect">
                <a:avLst/>
              </a:prstGeom>
              <a:solidFill>
                <a:schemeClr val="bg1"/>
              </a:solidFill>
              <a:ln w="38100">
                <a:solidFill>
                  <a:srgbClr val="93050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微软雅黑"/>
                  <a:ea typeface="微软雅黑"/>
                  <a:sym typeface="微软雅黑"/>
                </a:endParaRPr>
              </a:p>
            </p:txBody>
          </p:sp>
          <p:sp>
            <p:nvSpPr>
              <p:cNvPr id="199" name="燕尾形 198"/>
              <p:cNvSpPr/>
              <p:nvPr userDrawn="1"/>
            </p:nvSpPr>
            <p:spPr>
              <a:xfrm>
                <a:off x="193599" y="6475132"/>
                <a:ext cx="187569" cy="246185"/>
              </a:xfrm>
              <a:prstGeom prst="chevron">
                <a:avLst/>
              </a:prstGeom>
              <a:solidFill>
                <a:srgbClr val="93050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a:ea typeface="微软雅黑"/>
                  <a:sym typeface="微软雅黑"/>
                </a:endParaRPr>
              </a:p>
            </p:txBody>
          </p:sp>
        </p:grpSp>
        <p:grpSp>
          <p:nvGrpSpPr>
            <p:cNvPr id="195" name="组合 194"/>
            <p:cNvGrpSpPr/>
            <p:nvPr/>
          </p:nvGrpSpPr>
          <p:grpSpPr>
            <a:xfrm flipH="1">
              <a:off x="15270" y="6351515"/>
              <a:ext cx="565461" cy="466258"/>
              <a:chOff x="0" y="6338455"/>
              <a:chExt cx="574766" cy="519545"/>
            </a:xfrm>
          </p:grpSpPr>
          <p:sp>
            <p:nvSpPr>
              <p:cNvPr id="196" name="矩形 195"/>
              <p:cNvSpPr/>
              <p:nvPr userDrawn="1"/>
            </p:nvSpPr>
            <p:spPr>
              <a:xfrm>
                <a:off x="0" y="6338455"/>
                <a:ext cx="574766" cy="519545"/>
              </a:xfrm>
              <a:prstGeom prst="rect">
                <a:avLst/>
              </a:prstGeom>
              <a:solidFill>
                <a:schemeClr val="bg1"/>
              </a:solidFill>
              <a:ln w="38100">
                <a:solidFill>
                  <a:srgbClr val="93050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微软雅黑"/>
                  <a:ea typeface="微软雅黑"/>
                  <a:sym typeface="微软雅黑"/>
                </a:endParaRPr>
              </a:p>
            </p:txBody>
          </p:sp>
          <p:sp>
            <p:nvSpPr>
              <p:cNvPr id="197" name="燕尾形 196"/>
              <p:cNvSpPr/>
              <p:nvPr userDrawn="1"/>
            </p:nvSpPr>
            <p:spPr>
              <a:xfrm>
                <a:off x="193599" y="6475132"/>
                <a:ext cx="187569" cy="246185"/>
              </a:xfrm>
              <a:prstGeom prst="chevron">
                <a:avLst/>
              </a:prstGeom>
              <a:solidFill>
                <a:srgbClr val="93050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a:ea typeface="微软雅黑"/>
                  <a:sym typeface="微软雅黑"/>
                </a:endParaRPr>
              </a:p>
            </p:txBody>
          </p:sp>
        </p:grpSp>
      </p:grpSp>
      <p:sp>
        <p:nvSpPr>
          <p:cNvPr id="2" name="原创设计师QQ598969553      _1">
            <a:extLst>
              <a:ext uri="{FF2B5EF4-FFF2-40B4-BE49-F238E27FC236}">
                <a16:creationId xmlns:a16="http://schemas.microsoft.com/office/drawing/2014/main" id="{C7BE11A5-DAFC-24D7-CD32-E4F3F0A7E209}"/>
              </a:ext>
            </a:extLst>
          </p:cNvPr>
          <p:cNvSpPr>
            <a:spLocks noChangeArrowheads="1"/>
          </p:cNvSpPr>
          <p:nvPr/>
        </p:nvSpPr>
        <p:spPr bwMode="auto">
          <a:xfrm>
            <a:off x="-1" y="318138"/>
            <a:ext cx="331115" cy="644152"/>
          </a:xfrm>
          <a:prstGeom prst="rect">
            <a:avLst/>
          </a:prstGeom>
          <a:solidFill>
            <a:srgbClr val="930502"/>
          </a:solidFill>
          <a:ln>
            <a:noFill/>
          </a:ln>
        </p:spPr>
        <p:txBody>
          <a:bodyPr anchor="ctr"/>
          <a:lstStyle/>
          <a:p>
            <a:pPr algn="ctr" eaLnBrk="1" hangingPunct="1">
              <a:buFont typeface="Arial" pitchFamily="34" charset="0"/>
              <a:buNone/>
            </a:pPr>
            <a:endParaRPr lang="zh-CN" altLang="zh-CN" sz="2400">
              <a:gradFill>
                <a:gsLst>
                  <a:gs pos="0">
                    <a:schemeClr val="accent2"/>
                  </a:gs>
                  <a:gs pos="100000">
                    <a:schemeClr val="accent1"/>
                  </a:gs>
                </a:gsLst>
                <a:lin ang="10800000" scaled="0"/>
              </a:gradFill>
              <a:latin typeface="微软雅黑"/>
              <a:ea typeface="微软雅黑"/>
              <a:sym typeface="微软雅黑"/>
            </a:endParaRPr>
          </a:p>
        </p:txBody>
      </p:sp>
      <p:sp>
        <p:nvSpPr>
          <p:cNvPr id="3" name="文本框 2">
            <a:extLst>
              <a:ext uri="{FF2B5EF4-FFF2-40B4-BE49-F238E27FC236}">
                <a16:creationId xmlns:a16="http://schemas.microsoft.com/office/drawing/2014/main" id="{870458F1-8552-5147-1E22-BF66BEE6BBA0}"/>
              </a:ext>
            </a:extLst>
          </p:cNvPr>
          <p:cNvSpPr txBox="1"/>
          <p:nvPr/>
        </p:nvSpPr>
        <p:spPr>
          <a:xfrm>
            <a:off x="457118" y="282673"/>
            <a:ext cx="9040843" cy="707886"/>
          </a:xfrm>
          <a:prstGeom prst="rect">
            <a:avLst/>
          </a:prstGeom>
          <a:noFill/>
        </p:spPr>
        <p:txBody>
          <a:bodyPr wrap="square" rtlCol="0">
            <a:spAutoFit/>
          </a:bodyPr>
          <a:lstStyle/>
          <a:p>
            <a:r>
              <a:rPr kumimoji="1" lang="zh-CN" altLang="en-US" sz="4000" b="1" dirty="0">
                <a:solidFill>
                  <a:srgbClr val="777671"/>
                </a:solidFill>
                <a:latin typeface="微软雅黑"/>
                <a:ea typeface="微软雅黑"/>
                <a:cs typeface="Microsoft YaHei" charset="0"/>
                <a:sym typeface="微软雅黑"/>
              </a:rPr>
              <a:t>实测与分析</a:t>
            </a:r>
          </a:p>
        </p:txBody>
      </p:sp>
      <p:sp>
        <p:nvSpPr>
          <p:cNvPr id="8" name="AutoShape 4">
            <a:extLst>
              <a:ext uri="{FF2B5EF4-FFF2-40B4-BE49-F238E27FC236}">
                <a16:creationId xmlns:a16="http://schemas.microsoft.com/office/drawing/2014/main" id="{57068FFA-625D-F4FC-7EF7-7743B5CEB10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1" name="文本框 10">
            <a:extLst>
              <a:ext uri="{FF2B5EF4-FFF2-40B4-BE49-F238E27FC236}">
                <a16:creationId xmlns:a16="http://schemas.microsoft.com/office/drawing/2014/main" id="{70713B8A-0E76-C914-5B67-92327CF3E4F2}"/>
              </a:ext>
            </a:extLst>
          </p:cNvPr>
          <p:cNvSpPr txBox="1"/>
          <p:nvPr/>
        </p:nvSpPr>
        <p:spPr>
          <a:xfrm>
            <a:off x="457118" y="1579941"/>
            <a:ext cx="120252" cy="369332"/>
          </a:xfrm>
          <a:prstGeom prst="rect">
            <a:avLst/>
          </a:prstGeom>
          <a:noFill/>
        </p:spPr>
        <p:txBody>
          <a:bodyPr wrap="square" rtlCol="0">
            <a:spAutoFit/>
          </a:bodyPr>
          <a:lstStyle/>
          <a:p>
            <a:r>
              <a:rPr lang="zh-CN" altLang="en-US" dirty="0">
                <a:sym typeface="Symbol" panose="05050102010706020507" pitchFamily="18" charset="2"/>
              </a:rPr>
              <a:t></a:t>
            </a:r>
            <a:endParaRPr lang="zh-CN" altLang="en-US" dirty="0"/>
          </a:p>
        </p:txBody>
      </p:sp>
      <p:sp>
        <p:nvSpPr>
          <p:cNvPr id="12" name="原创设计师QQ598969553      _3">
            <a:extLst>
              <a:ext uri="{FF2B5EF4-FFF2-40B4-BE49-F238E27FC236}">
                <a16:creationId xmlns:a16="http://schemas.microsoft.com/office/drawing/2014/main" id="{F3CF6889-5D58-2865-0466-F13DE763CE54}"/>
              </a:ext>
            </a:extLst>
          </p:cNvPr>
          <p:cNvSpPr/>
          <p:nvPr/>
        </p:nvSpPr>
        <p:spPr>
          <a:xfrm>
            <a:off x="783131" y="1448014"/>
            <a:ext cx="3906856" cy="633187"/>
          </a:xfrm>
          <a:prstGeom prst="rect">
            <a:avLst/>
          </a:prstGeom>
        </p:spPr>
        <p:txBody>
          <a:bodyPr wrap="square">
            <a:spAutoFit/>
          </a:bodyPr>
          <a:lstStyle/>
          <a:p>
            <a:pPr>
              <a:lnSpc>
                <a:spcPct val="120000"/>
              </a:lnSpc>
            </a:pPr>
            <a:r>
              <a:rPr lang="en-US" altLang="zh-CN" sz="3200" dirty="0">
                <a:solidFill>
                  <a:schemeClr val="tx1">
                    <a:lumMod val="75000"/>
                    <a:lumOff val="25000"/>
                  </a:schemeClr>
                </a:solidFill>
                <a:latin typeface="微软雅黑"/>
                <a:ea typeface="微软雅黑"/>
                <a:sym typeface="微软雅黑"/>
              </a:rPr>
              <a:t>Benchmarks</a:t>
            </a:r>
            <a:r>
              <a:rPr lang="zh-CN" altLang="en-US" sz="3200" dirty="0">
                <a:solidFill>
                  <a:schemeClr val="tx1">
                    <a:lumMod val="75000"/>
                    <a:lumOff val="25000"/>
                  </a:schemeClr>
                </a:solidFill>
                <a:latin typeface="微软雅黑"/>
                <a:ea typeface="微软雅黑"/>
                <a:sym typeface="微软雅黑"/>
              </a:rPr>
              <a:t>实验。</a:t>
            </a:r>
            <a:endParaRPr lang="en-US" altLang="zh-CN" sz="3200" dirty="0">
              <a:solidFill>
                <a:schemeClr val="tx1">
                  <a:lumMod val="75000"/>
                  <a:lumOff val="25000"/>
                </a:schemeClr>
              </a:solidFill>
              <a:latin typeface="微软雅黑"/>
              <a:ea typeface="微软雅黑"/>
              <a:sym typeface="微软雅黑"/>
            </a:endParaRPr>
          </a:p>
        </p:txBody>
      </p:sp>
      <p:sp>
        <p:nvSpPr>
          <p:cNvPr id="4" name="文本框 3">
            <a:extLst>
              <a:ext uri="{FF2B5EF4-FFF2-40B4-BE49-F238E27FC236}">
                <a16:creationId xmlns:a16="http://schemas.microsoft.com/office/drawing/2014/main" id="{A460CE5E-CCB3-389D-E15F-FED4F573D237}"/>
              </a:ext>
            </a:extLst>
          </p:cNvPr>
          <p:cNvSpPr txBox="1"/>
          <p:nvPr/>
        </p:nvSpPr>
        <p:spPr>
          <a:xfrm>
            <a:off x="457118" y="2904605"/>
            <a:ext cx="120252" cy="369332"/>
          </a:xfrm>
          <a:prstGeom prst="rect">
            <a:avLst/>
          </a:prstGeom>
          <a:noFill/>
        </p:spPr>
        <p:txBody>
          <a:bodyPr wrap="square" rtlCol="0">
            <a:spAutoFit/>
          </a:bodyPr>
          <a:lstStyle/>
          <a:p>
            <a:r>
              <a:rPr lang="zh-CN" altLang="en-US" dirty="0">
                <a:sym typeface="Symbol" panose="05050102010706020507" pitchFamily="18" charset="2"/>
              </a:rPr>
              <a:t></a:t>
            </a:r>
            <a:endParaRPr lang="zh-CN" altLang="en-US" dirty="0"/>
          </a:p>
        </p:txBody>
      </p:sp>
      <p:sp>
        <p:nvSpPr>
          <p:cNvPr id="5" name="原创设计师QQ598969553      _3">
            <a:extLst>
              <a:ext uri="{FF2B5EF4-FFF2-40B4-BE49-F238E27FC236}">
                <a16:creationId xmlns:a16="http://schemas.microsoft.com/office/drawing/2014/main" id="{BFF7CF0C-E01A-04F7-7784-489144246D70}"/>
              </a:ext>
            </a:extLst>
          </p:cNvPr>
          <p:cNvSpPr/>
          <p:nvPr/>
        </p:nvSpPr>
        <p:spPr>
          <a:xfrm>
            <a:off x="783131" y="2772678"/>
            <a:ext cx="9383424" cy="633187"/>
          </a:xfrm>
          <a:prstGeom prst="rect">
            <a:avLst/>
          </a:prstGeom>
        </p:spPr>
        <p:txBody>
          <a:bodyPr wrap="square">
            <a:spAutoFit/>
          </a:bodyPr>
          <a:lstStyle/>
          <a:p>
            <a:pPr>
              <a:lnSpc>
                <a:spcPct val="120000"/>
              </a:lnSpc>
            </a:pPr>
            <a:r>
              <a:rPr lang="en-US" altLang="zh-CN" sz="3200" dirty="0">
                <a:solidFill>
                  <a:schemeClr val="tx1">
                    <a:lumMod val="75000"/>
                    <a:lumOff val="25000"/>
                  </a:schemeClr>
                </a:solidFill>
                <a:latin typeface="微软雅黑"/>
                <a:ea typeface="微软雅黑"/>
              </a:rPr>
              <a:t>µC/OS-iii </a:t>
            </a:r>
            <a:r>
              <a:rPr lang="zh-CN" altLang="en-US" sz="3200" dirty="0">
                <a:solidFill>
                  <a:schemeClr val="tx1">
                    <a:lumMod val="75000"/>
                    <a:lumOff val="25000"/>
                  </a:schemeClr>
                </a:solidFill>
                <a:latin typeface="微软雅黑"/>
                <a:ea typeface="微软雅黑"/>
              </a:rPr>
              <a:t>实时操作系统的系统调用执行时间分析。</a:t>
            </a:r>
            <a:endParaRPr lang="en-US" altLang="zh-CN" sz="3200" dirty="0">
              <a:solidFill>
                <a:schemeClr val="tx1">
                  <a:lumMod val="75000"/>
                  <a:lumOff val="25000"/>
                </a:schemeClr>
              </a:solidFill>
              <a:latin typeface="微软雅黑"/>
              <a:ea typeface="微软雅黑"/>
              <a:sym typeface="微软雅黑"/>
            </a:endParaRPr>
          </a:p>
        </p:txBody>
      </p:sp>
      <p:sp>
        <p:nvSpPr>
          <p:cNvPr id="6" name="文本框 5">
            <a:extLst>
              <a:ext uri="{FF2B5EF4-FFF2-40B4-BE49-F238E27FC236}">
                <a16:creationId xmlns:a16="http://schemas.microsoft.com/office/drawing/2014/main" id="{0A39010E-06BF-3D49-640C-A61720CD9E9D}"/>
              </a:ext>
            </a:extLst>
          </p:cNvPr>
          <p:cNvSpPr txBox="1"/>
          <p:nvPr/>
        </p:nvSpPr>
        <p:spPr>
          <a:xfrm>
            <a:off x="457118" y="4158955"/>
            <a:ext cx="120252" cy="369332"/>
          </a:xfrm>
          <a:prstGeom prst="rect">
            <a:avLst/>
          </a:prstGeom>
          <a:noFill/>
        </p:spPr>
        <p:txBody>
          <a:bodyPr wrap="square" rtlCol="0">
            <a:spAutoFit/>
          </a:bodyPr>
          <a:lstStyle/>
          <a:p>
            <a:r>
              <a:rPr lang="zh-CN" altLang="en-US" dirty="0">
                <a:sym typeface="Symbol" panose="05050102010706020507" pitchFamily="18" charset="2"/>
              </a:rPr>
              <a:t></a:t>
            </a:r>
            <a:endParaRPr lang="zh-CN" altLang="en-US" dirty="0"/>
          </a:p>
        </p:txBody>
      </p:sp>
      <p:sp>
        <p:nvSpPr>
          <p:cNvPr id="7" name="原创设计师QQ598969553      _3">
            <a:extLst>
              <a:ext uri="{FF2B5EF4-FFF2-40B4-BE49-F238E27FC236}">
                <a16:creationId xmlns:a16="http://schemas.microsoft.com/office/drawing/2014/main" id="{C1F8C1F3-0BA2-5CFC-FB1D-6CA54A516587}"/>
              </a:ext>
            </a:extLst>
          </p:cNvPr>
          <p:cNvSpPr/>
          <p:nvPr/>
        </p:nvSpPr>
        <p:spPr>
          <a:xfrm>
            <a:off x="783131" y="4027029"/>
            <a:ext cx="9196612" cy="1815049"/>
          </a:xfrm>
          <a:prstGeom prst="rect">
            <a:avLst/>
          </a:prstGeom>
        </p:spPr>
        <p:txBody>
          <a:bodyPr wrap="square">
            <a:spAutoFit/>
          </a:bodyPr>
          <a:lstStyle/>
          <a:p>
            <a:pPr>
              <a:lnSpc>
                <a:spcPct val="120000"/>
              </a:lnSpc>
            </a:pPr>
            <a:r>
              <a:rPr lang="zh-CN" altLang="en-US" sz="3200" dirty="0">
                <a:solidFill>
                  <a:schemeClr val="tx1">
                    <a:lumMod val="75000"/>
                    <a:lumOff val="25000"/>
                  </a:schemeClr>
                </a:solidFill>
                <a:latin typeface="微软雅黑"/>
                <a:ea typeface="微软雅黑"/>
              </a:rPr>
              <a:t>轻量级嵌入式操作系统飞蜻 </a:t>
            </a:r>
            <a:r>
              <a:rPr lang="en-US" altLang="zh-CN" sz="3200" dirty="0" err="1">
                <a:solidFill>
                  <a:schemeClr val="tx1">
                    <a:lumMod val="75000"/>
                    <a:lumOff val="25000"/>
                  </a:schemeClr>
                </a:solidFill>
                <a:latin typeface="微软雅黑"/>
                <a:ea typeface="微软雅黑"/>
              </a:rPr>
              <a:t>FlyLite</a:t>
            </a:r>
            <a:r>
              <a:rPr lang="zh-CN" altLang="en-US" sz="3200" dirty="0">
                <a:solidFill>
                  <a:schemeClr val="tx1">
                    <a:lumMod val="75000"/>
                    <a:lumOff val="25000"/>
                  </a:schemeClr>
                </a:solidFill>
                <a:latin typeface="微软雅黑"/>
                <a:ea typeface="微软雅黑"/>
              </a:rPr>
              <a:t>的启动时间分析及</a:t>
            </a:r>
            <a:r>
              <a:rPr lang="en-US" altLang="zh-CN" sz="3200" dirty="0">
                <a:solidFill>
                  <a:schemeClr val="tx1">
                    <a:lumMod val="75000"/>
                    <a:lumOff val="25000"/>
                  </a:schemeClr>
                </a:solidFill>
                <a:latin typeface="微软雅黑"/>
                <a:ea typeface="微软雅黑"/>
                <a:sym typeface="微软雅黑"/>
              </a:rPr>
              <a:t>Benchmarks</a:t>
            </a:r>
            <a:r>
              <a:rPr lang="zh-CN" altLang="en-US" sz="3200" dirty="0">
                <a:solidFill>
                  <a:schemeClr val="tx1">
                    <a:lumMod val="75000"/>
                    <a:lumOff val="25000"/>
                  </a:schemeClr>
                </a:solidFill>
                <a:latin typeface="微软雅黑"/>
                <a:ea typeface="微软雅黑"/>
                <a:sym typeface="微软雅黑"/>
              </a:rPr>
              <a:t>实验分析。</a:t>
            </a:r>
            <a:endParaRPr lang="en-US" altLang="zh-CN" sz="3200" dirty="0">
              <a:solidFill>
                <a:schemeClr val="tx1">
                  <a:lumMod val="75000"/>
                  <a:lumOff val="25000"/>
                </a:schemeClr>
              </a:solidFill>
              <a:latin typeface="微软雅黑"/>
              <a:ea typeface="微软雅黑"/>
              <a:sym typeface="微软雅黑"/>
            </a:endParaRPr>
          </a:p>
          <a:p>
            <a:pPr>
              <a:lnSpc>
                <a:spcPct val="120000"/>
              </a:lnSpc>
            </a:pPr>
            <a:endParaRPr lang="en-US" altLang="zh-CN" sz="3200" dirty="0">
              <a:solidFill>
                <a:schemeClr val="tx1">
                  <a:lumMod val="75000"/>
                  <a:lumOff val="25000"/>
                </a:schemeClr>
              </a:solidFill>
              <a:latin typeface="微软雅黑"/>
              <a:ea typeface="微软雅黑"/>
              <a:sym typeface="微软雅黑"/>
            </a:endParaRPr>
          </a:p>
        </p:txBody>
      </p:sp>
    </p:spTree>
    <p:extLst>
      <p:ext uri="{BB962C8B-B14F-4D97-AF65-F5344CB8AC3E}">
        <p14:creationId xmlns:p14="http://schemas.microsoft.com/office/powerpoint/2010/main" val="3716497447"/>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2" name="组合 191"/>
          <p:cNvGrpSpPr/>
          <p:nvPr/>
        </p:nvGrpSpPr>
        <p:grpSpPr>
          <a:xfrm>
            <a:off x="0" y="6342185"/>
            <a:ext cx="12192000" cy="515815"/>
            <a:chOff x="0" y="6342185"/>
            <a:chExt cx="12192000" cy="515815"/>
          </a:xfrm>
        </p:grpSpPr>
        <p:sp>
          <p:nvSpPr>
            <p:cNvPr id="193" name="矩形 192"/>
            <p:cNvSpPr/>
            <p:nvPr/>
          </p:nvSpPr>
          <p:spPr>
            <a:xfrm>
              <a:off x="0" y="6342185"/>
              <a:ext cx="12192000" cy="515815"/>
            </a:xfrm>
            <a:prstGeom prst="rect">
              <a:avLst/>
            </a:prstGeom>
            <a:solidFill>
              <a:srgbClr val="9305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a:ea typeface="微软雅黑"/>
                <a:sym typeface="微软雅黑"/>
              </a:endParaRPr>
            </a:p>
          </p:txBody>
        </p:sp>
        <p:grpSp>
          <p:nvGrpSpPr>
            <p:cNvPr id="194" name="组合 193"/>
            <p:cNvGrpSpPr/>
            <p:nvPr/>
          </p:nvGrpSpPr>
          <p:grpSpPr>
            <a:xfrm>
              <a:off x="11610554" y="6351515"/>
              <a:ext cx="565461" cy="466258"/>
              <a:chOff x="0" y="6338455"/>
              <a:chExt cx="574766" cy="519545"/>
            </a:xfrm>
          </p:grpSpPr>
          <p:sp>
            <p:nvSpPr>
              <p:cNvPr id="198" name="矩形 197"/>
              <p:cNvSpPr/>
              <p:nvPr userDrawn="1"/>
            </p:nvSpPr>
            <p:spPr>
              <a:xfrm>
                <a:off x="0" y="6338455"/>
                <a:ext cx="574766" cy="519545"/>
              </a:xfrm>
              <a:prstGeom prst="rect">
                <a:avLst/>
              </a:prstGeom>
              <a:solidFill>
                <a:schemeClr val="bg1"/>
              </a:solidFill>
              <a:ln w="38100">
                <a:solidFill>
                  <a:srgbClr val="93050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微软雅黑"/>
                  <a:ea typeface="微软雅黑"/>
                  <a:sym typeface="微软雅黑"/>
                </a:endParaRPr>
              </a:p>
            </p:txBody>
          </p:sp>
          <p:sp>
            <p:nvSpPr>
              <p:cNvPr id="199" name="燕尾形 198"/>
              <p:cNvSpPr/>
              <p:nvPr userDrawn="1"/>
            </p:nvSpPr>
            <p:spPr>
              <a:xfrm>
                <a:off x="193599" y="6475132"/>
                <a:ext cx="187569" cy="246185"/>
              </a:xfrm>
              <a:prstGeom prst="chevron">
                <a:avLst/>
              </a:prstGeom>
              <a:solidFill>
                <a:srgbClr val="93050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a:ea typeface="微软雅黑"/>
                  <a:sym typeface="微软雅黑"/>
                </a:endParaRPr>
              </a:p>
            </p:txBody>
          </p:sp>
        </p:grpSp>
        <p:grpSp>
          <p:nvGrpSpPr>
            <p:cNvPr id="195" name="组合 194"/>
            <p:cNvGrpSpPr/>
            <p:nvPr/>
          </p:nvGrpSpPr>
          <p:grpSpPr>
            <a:xfrm flipH="1">
              <a:off x="15270" y="6351515"/>
              <a:ext cx="565461" cy="466258"/>
              <a:chOff x="0" y="6338455"/>
              <a:chExt cx="574766" cy="519545"/>
            </a:xfrm>
          </p:grpSpPr>
          <p:sp>
            <p:nvSpPr>
              <p:cNvPr id="196" name="矩形 195"/>
              <p:cNvSpPr/>
              <p:nvPr userDrawn="1"/>
            </p:nvSpPr>
            <p:spPr>
              <a:xfrm>
                <a:off x="0" y="6338455"/>
                <a:ext cx="574766" cy="519545"/>
              </a:xfrm>
              <a:prstGeom prst="rect">
                <a:avLst/>
              </a:prstGeom>
              <a:solidFill>
                <a:schemeClr val="bg1"/>
              </a:solidFill>
              <a:ln w="38100">
                <a:solidFill>
                  <a:srgbClr val="93050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微软雅黑"/>
                  <a:ea typeface="微软雅黑"/>
                  <a:sym typeface="微软雅黑"/>
                </a:endParaRPr>
              </a:p>
            </p:txBody>
          </p:sp>
          <p:sp>
            <p:nvSpPr>
              <p:cNvPr id="197" name="燕尾形 196"/>
              <p:cNvSpPr/>
              <p:nvPr userDrawn="1"/>
            </p:nvSpPr>
            <p:spPr>
              <a:xfrm>
                <a:off x="193599" y="6475132"/>
                <a:ext cx="187569" cy="246185"/>
              </a:xfrm>
              <a:prstGeom prst="chevron">
                <a:avLst/>
              </a:prstGeom>
              <a:solidFill>
                <a:srgbClr val="93050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a:ea typeface="微软雅黑"/>
                  <a:sym typeface="微软雅黑"/>
                </a:endParaRPr>
              </a:p>
            </p:txBody>
          </p:sp>
        </p:grpSp>
      </p:grpSp>
      <p:sp>
        <p:nvSpPr>
          <p:cNvPr id="2" name="原创设计师QQ598969553      _1">
            <a:extLst>
              <a:ext uri="{FF2B5EF4-FFF2-40B4-BE49-F238E27FC236}">
                <a16:creationId xmlns:a16="http://schemas.microsoft.com/office/drawing/2014/main" id="{C7BE11A5-DAFC-24D7-CD32-E4F3F0A7E209}"/>
              </a:ext>
            </a:extLst>
          </p:cNvPr>
          <p:cNvSpPr>
            <a:spLocks noChangeArrowheads="1"/>
          </p:cNvSpPr>
          <p:nvPr/>
        </p:nvSpPr>
        <p:spPr bwMode="auto">
          <a:xfrm>
            <a:off x="-1" y="318138"/>
            <a:ext cx="331115" cy="644152"/>
          </a:xfrm>
          <a:prstGeom prst="rect">
            <a:avLst/>
          </a:prstGeom>
          <a:solidFill>
            <a:srgbClr val="930502"/>
          </a:solidFill>
          <a:ln>
            <a:noFill/>
          </a:ln>
        </p:spPr>
        <p:txBody>
          <a:bodyPr anchor="ctr"/>
          <a:lstStyle/>
          <a:p>
            <a:pPr algn="ctr" eaLnBrk="1" hangingPunct="1">
              <a:buFont typeface="Arial" pitchFamily="34" charset="0"/>
              <a:buNone/>
            </a:pPr>
            <a:endParaRPr lang="zh-CN" altLang="zh-CN" sz="2400">
              <a:gradFill>
                <a:gsLst>
                  <a:gs pos="0">
                    <a:schemeClr val="accent2"/>
                  </a:gs>
                  <a:gs pos="100000">
                    <a:schemeClr val="accent1"/>
                  </a:gs>
                </a:gsLst>
                <a:lin ang="10800000" scaled="0"/>
              </a:gradFill>
              <a:latin typeface="微软雅黑"/>
              <a:ea typeface="微软雅黑"/>
              <a:sym typeface="微软雅黑"/>
            </a:endParaRPr>
          </a:p>
        </p:txBody>
      </p:sp>
      <p:sp>
        <p:nvSpPr>
          <p:cNvPr id="3" name="文本框 2">
            <a:extLst>
              <a:ext uri="{FF2B5EF4-FFF2-40B4-BE49-F238E27FC236}">
                <a16:creationId xmlns:a16="http://schemas.microsoft.com/office/drawing/2014/main" id="{870458F1-8552-5147-1E22-BF66BEE6BBA0}"/>
              </a:ext>
            </a:extLst>
          </p:cNvPr>
          <p:cNvSpPr txBox="1"/>
          <p:nvPr/>
        </p:nvSpPr>
        <p:spPr>
          <a:xfrm>
            <a:off x="457118" y="282673"/>
            <a:ext cx="9040843" cy="707886"/>
          </a:xfrm>
          <a:prstGeom prst="rect">
            <a:avLst/>
          </a:prstGeom>
          <a:noFill/>
        </p:spPr>
        <p:txBody>
          <a:bodyPr wrap="square" rtlCol="0">
            <a:spAutoFit/>
          </a:bodyPr>
          <a:lstStyle/>
          <a:p>
            <a:r>
              <a:rPr lang="en-US" altLang="zh-CN" sz="4000" dirty="0">
                <a:solidFill>
                  <a:schemeClr val="tx1">
                    <a:lumMod val="75000"/>
                    <a:lumOff val="25000"/>
                  </a:schemeClr>
                </a:solidFill>
                <a:latin typeface="微软雅黑"/>
                <a:ea typeface="微软雅黑"/>
                <a:sym typeface="微软雅黑"/>
              </a:rPr>
              <a:t>Benchmarks</a:t>
            </a:r>
            <a:r>
              <a:rPr lang="zh-CN" altLang="en-US" sz="4000" dirty="0">
                <a:solidFill>
                  <a:schemeClr val="tx1">
                    <a:lumMod val="75000"/>
                    <a:lumOff val="25000"/>
                  </a:schemeClr>
                </a:solidFill>
                <a:latin typeface="微软雅黑"/>
                <a:ea typeface="微软雅黑"/>
                <a:sym typeface="微软雅黑"/>
              </a:rPr>
              <a:t>实验</a:t>
            </a:r>
            <a:endParaRPr kumimoji="1" lang="zh-CN" altLang="en-US" sz="4000" b="1" dirty="0">
              <a:solidFill>
                <a:srgbClr val="777671"/>
              </a:solidFill>
              <a:latin typeface="微软雅黑"/>
              <a:ea typeface="微软雅黑"/>
              <a:cs typeface="Microsoft YaHei" charset="0"/>
              <a:sym typeface="微软雅黑"/>
            </a:endParaRPr>
          </a:p>
        </p:txBody>
      </p:sp>
      <p:sp>
        <p:nvSpPr>
          <p:cNvPr id="8" name="AutoShape 4">
            <a:extLst>
              <a:ext uri="{FF2B5EF4-FFF2-40B4-BE49-F238E27FC236}">
                <a16:creationId xmlns:a16="http://schemas.microsoft.com/office/drawing/2014/main" id="{57068FFA-625D-F4FC-7EF7-7743B5CEB10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1" name="文本框 10">
            <a:extLst>
              <a:ext uri="{FF2B5EF4-FFF2-40B4-BE49-F238E27FC236}">
                <a16:creationId xmlns:a16="http://schemas.microsoft.com/office/drawing/2014/main" id="{70713B8A-0E76-C914-5B67-92327CF3E4F2}"/>
              </a:ext>
            </a:extLst>
          </p:cNvPr>
          <p:cNvSpPr txBox="1"/>
          <p:nvPr/>
        </p:nvSpPr>
        <p:spPr>
          <a:xfrm>
            <a:off x="742254" y="1593776"/>
            <a:ext cx="120252" cy="369332"/>
          </a:xfrm>
          <a:prstGeom prst="rect">
            <a:avLst/>
          </a:prstGeom>
          <a:noFill/>
        </p:spPr>
        <p:txBody>
          <a:bodyPr wrap="square" rtlCol="0">
            <a:spAutoFit/>
          </a:bodyPr>
          <a:lstStyle/>
          <a:p>
            <a:r>
              <a:rPr lang="zh-CN" altLang="en-US" dirty="0">
                <a:sym typeface="Symbol" panose="05050102010706020507" pitchFamily="18" charset="2"/>
              </a:rPr>
              <a:t></a:t>
            </a:r>
            <a:endParaRPr lang="zh-CN" altLang="en-US" dirty="0"/>
          </a:p>
        </p:txBody>
      </p:sp>
      <p:sp>
        <p:nvSpPr>
          <p:cNvPr id="12" name="原创设计师QQ598969553      _3">
            <a:extLst>
              <a:ext uri="{FF2B5EF4-FFF2-40B4-BE49-F238E27FC236}">
                <a16:creationId xmlns:a16="http://schemas.microsoft.com/office/drawing/2014/main" id="{F3CF6889-5D58-2865-0466-F13DE763CE54}"/>
              </a:ext>
            </a:extLst>
          </p:cNvPr>
          <p:cNvSpPr/>
          <p:nvPr/>
        </p:nvSpPr>
        <p:spPr>
          <a:xfrm>
            <a:off x="1068266" y="1461849"/>
            <a:ext cx="5858683" cy="633187"/>
          </a:xfrm>
          <a:prstGeom prst="rect">
            <a:avLst/>
          </a:prstGeom>
        </p:spPr>
        <p:txBody>
          <a:bodyPr wrap="square">
            <a:spAutoFit/>
          </a:bodyPr>
          <a:lstStyle/>
          <a:p>
            <a:pPr>
              <a:lnSpc>
                <a:spcPct val="120000"/>
              </a:lnSpc>
            </a:pPr>
            <a:r>
              <a:rPr lang="en-US" altLang="zh-CN" sz="3200" dirty="0">
                <a:solidFill>
                  <a:schemeClr val="tx1">
                    <a:lumMod val="75000"/>
                    <a:lumOff val="25000"/>
                  </a:schemeClr>
                </a:solidFill>
                <a:latin typeface="微软雅黑"/>
                <a:ea typeface="微软雅黑"/>
                <a:sym typeface="微软雅黑"/>
              </a:rPr>
              <a:t>Benchmarks</a:t>
            </a:r>
            <a:r>
              <a:rPr lang="zh-CN" altLang="en-US" sz="3200" dirty="0">
                <a:solidFill>
                  <a:schemeClr val="tx1">
                    <a:lumMod val="75000"/>
                    <a:lumOff val="25000"/>
                  </a:schemeClr>
                </a:solidFill>
                <a:latin typeface="微软雅黑"/>
                <a:ea typeface="微软雅黑"/>
                <a:sym typeface="微软雅黑"/>
              </a:rPr>
              <a:t>描述及实验结果。</a:t>
            </a:r>
            <a:endParaRPr lang="en-US" altLang="zh-CN" sz="3200" dirty="0">
              <a:solidFill>
                <a:schemeClr val="tx1">
                  <a:lumMod val="75000"/>
                  <a:lumOff val="25000"/>
                </a:schemeClr>
              </a:solidFill>
              <a:latin typeface="微软雅黑"/>
              <a:ea typeface="微软雅黑"/>
              <a:sym typeface="微软雅黑"/>
            </a:endParaRPr>
          </a:p>
        </p:txBody>
      </p:sp>
      <p:pic>
        <p:nvPicPr>
          <p:cNvPr id="10" name="图片 9">
            <a:extLst>
              <a:ext uri="{FF2B5EF4-FFF2-40B4-BE49-F238E27FC236}">
                <a16:creationId xmlns:a16="http://schemas.microsoft.com/office/drawing/2014/main" id="{415E4B18-C01F-EE5C-CDFA-C09E99D5A93D}"/>
              </a:ext>
            </a:extLst>
          </p:cNvPr>
          <p:cNvPicPr>
            <a:picLocks noChangeAspect="1"/>
          </p:cNvPicPr>
          <p:nvPr/>
        </p:nvPicPr>
        <p:blipFill>
          <a:blip r:embed="rId3"/>
          <a:stretch>
            <a:fillRect/>
          </a:stretch>
        </p:blipFill>
        <p:spPr>
          <a:xfrm>
            <a:off x="130035" y="2632341"/>
            <a:ext cx="5953576" cy="3158703"/>
          </a:xfrm>
          <a:prstGeom prst="rect">
            <a:avLst/>
          </a:prstGeom>
        </p:spPr>
      </p:pic>
      <p:pic>
        <p:nvPicPr>
          <p:cNvPr id="13" name="图片 12">
            <a:extLst>
              <a:ext uri="{FF2B5EF4-FFF2-40B4-BE49-F238E27FC236}">
                <a16:creationId xmlns:a16="http://schemas.microsoft.com/office/drawing/2014/main" id="{6CC59BF9-2F77-CDCE-E827-12FFB68E54B7}"/>
              </a:ext>
            </a:extLst>
          </p:cNvPr>
          <p:cNvPicPr>
            <a:picLocks noChangeAspect="1"/>
          </p:cNvPicPr>
          <p:nvPr/>
        </p:nvPicPr>
        <p:blipFill>
          <a:blip r:embed="rId4"/>
          <a:stretch>
            <a:fillRect/>
          </a:stretch>
        </p:blipFill>
        <p:spPr>
          <a:xfrm>
            <a:off x="6126868" y="2600312"/>
            <a:ext cx="5858683" cy="3031528"/>
          </a:xfrm>
          <a:prstGeom prst="rect">
            <a:avLst/>
          </a:prstGeom>
        </p:spPr>
      </p:pic>
    </p:spTree>
    <p:extLst>
      <p:ext uri="{BB962C8B-B14F-4D97-AF65-F5344CB8AC3E}">
        <p14:creationId xmlns:p14="http://schemas.microsoft.com/office/powerpoint/2010/main" val="1547644237"/>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2" name="组合 191"/>
          <p:cNvGrpSpPr/>
          <p:nvPr/>
        </p:nvGrpSpPr>
        <p:grpSpPr>
          <a:xfrm>
            <a:off x="0" y="6342185"/>
            <a:ext cx="12192000" cy="515815"/>
            <a:chOff x="0" y="6342185"/>
            <a:chExt cx="12192000" cy="515815"/>
          </a:xfrm>
        </p:grpSpPr>
        <p:sp>
          <p:nvSpPr>
            <p:cNvPr id="193" name="矩形 192"/>
            <p:cNvSpPr/>
            <p:nvPr/>
          </p:nvSpPr>
          <p:spPr>
            <a:xfrm>
              <a:off x="0" y="6342185"/>
              <a:ext cx="12192000" cy="515815"/>
            </a:xfrm>
            <a:prstGeom prst="rect">
              <a:avLst/>
            </a:prstGeom>
            <a:solidFill>
              <a:srgbClr val="9305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a:ea typeface="微软雅黑"/>
                <a:sym typeface="微软雅黑"/>
              </a:endParaRPr>
            </a:p>
          </p:txBody>
        </p:sp>
        <p:grpSp>
          <p:nvGrpSpPr>
            <p:cNvPr id="194" name="组合 193"/>
            <p:cNvGrpSpPr/>
            <p:nvPr/>
          </p:nvGrpSpPr>
          <p:grpSpPr>
            <a:xfrm>
              <a:off x="11610554" y="6351515"/>
              <a:ext cx="565461" cy="466258"/>
              <a:chOff x="0" y="6338455"/>
              <a:chExt cx="574766" cy="519545"/>
            </a:xfrm>
          </p:grpSpPr>
          <p:sp>
            <p:nvSpPr>
              <p:cNvPr id="198" name="矩形 197"/>
              <p:cNvSpPr/>
              <p:nvPr userDrawn="1"/>
            </p:nvSpPr>
            <p:spPr>
              <a:xfrm>
                <a:off x="0" y="6338455"/>
                <a:ext cx="574766" cy="519545"/>
              </a:xfrm>
              <a:prstGeom prst="rect">
                <a:avLst/>
              </a:prstGeom>
              <a:solidFill>
                <a:schemeClr val="bg1"/>
              </a:solidFill>
              <a:ln w="38100">
                <a:solidFill>
                  <a:srgbClr val="93050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微软雅黑"/>
                  <a:ea typeface="微软雅黑"/>
                  <a:sym typeface="微软雅黑"/>
                </a:endParaRPr>
              </a:p>
            </p:txBody>
          </p:sp>
          <p:sp>
            <p:nvSpPr>
              <p:cNvPr id="199" name="燕尾形 198"/>
              <p:cNvSpPr/>
              <p:nvPr userDrawn="1"/>
            </p:nvSpPr>
            <p:spPr>
              <a:xfrm>
                <a:off x="193599" y="6475132"/>
                <a:ext cx="187569" cy="246185"/>
              </a:xfrm>
              <a:prstGeom prst="chevron">
                <a:avLst/>
              </a:prstGeom>
              <a:solidFill>
                <a:srgbClr val="93050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a:ea typeface="微软雅黑"/>
                  <a:sym typeface="微软雅黑"/>
                </a:endParaRPr>
              </a:p>
            </p:txBody>
          </p:sp>
        </p:grpSp>
        <p:grpSp>
          <p:nvGrpSpPr>
            <p:cNvPr id="195" name="组合 194"/>
            <p:cNvGrpSpPr/>
            <p:nvPr/>
          </p:nvGrpSpPr>
          <p:grpSpPr>
            <a:xfrm flipH="1">
              <a:off x="15270" y="6351515"/>
              <a:ext cx="565461" cy="466258"/>
              <a:chOff x="0" y="6338455"/>
              <a:chExt cx="574766" cy="519545"/>
            </a:xfrm>
          </p:grpSpPr>
          <p:sp>
            <p:nvSpPr>
              <p:cNvPr id="196" name="矩形 195"/>
              <p:cNvSpPr/>
              <p:nvPr userDrawn="1"/>
            </p:nvSpPr>
            <p:spPr>
              <a:xfrm>
                <a:off x="0" y="6338455"/>
                <a:ext cx="574766" cy="519545"/>
              </a:xfrm>
              <a:prstGeom prst="rect">
                <a:avLst/>
              </a:prstGeom>
              <a:solidFill>
                <a:schemeClr val="bg1"/>
              </a:solidFill>
              <a:ln w="38100">
                <a:solidFill>
                  <a:srgbClr val="93050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微软雅黑"/>
                  <a:ea typeface="微软雅黑"/>
                  <a:sym typeface="微软雅黑"/>
                </a:endParaRPr>
              </a:p>
            </p:txBody>
          </p:sp>
          <p:sp>
            <p:nvSpPr>
              <p:cNvPr id="197" name="燕尾形 196"/>
              <p:cNvSpPr/>
              <p:nvPr userDrawn="1"/>
            </p:nvSpPr>
            <p:spPr>
              <a:xfrm>
                <a:off x="193599" y="6475132"/>
                <a:ext cx="187569" cy="246185"/>
              </a:xfrm>
              <a:prstGeom prst="chevron">
                <a:avLst/>
              </a:prstGeom>
              <a:solidFill>
                <a:srgbClr val="93050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a:ea typeface="微软雅黑"/>
                  <a:sym typeface="微软雅黑"/>
                </a:endParaRPr>
              </a:p>
            </p:txBody>
          </p:sp>
        </p:grpSp>
      </p:grpSp>
      <p:sp>
        <p:nvSpPr>
          <p:cNvPr id="2" name="原创设计师QQ598969553      _1">
            <a:extLst>
              <a:ext uri="{FF2B5EF4-FFF2-40B4-BE49-F238E27FC236}">
                <a16:creationId xmlns:a16="http://schemas.microsoft.com/office/drawing/2014/main" id="{C7BE11A5-DAFC-24D7-CD32-E4F3F0A7E209}"/>
              </a:ext>
            </a:extLst>
          </p:cNvPr>
          <p:cNvSpPr>
            <a:spLocks noChangeArrowheads="1"/>
          </p:cNvSpPr>
          <p:nvPr/>
        </p:nvSpPr>
        <p:spPr bwMode="auto">
          <a:xfrm>
            <a:off x="-1" y="318138"/>
            <a:ext cx="331115" cy="644152"/>
          </a:xfrm>
          <a:prstGeom prst="rect">
            <a:avLst/>
          </a:prstGeom>
          <a:solidFill>
            <a:srgbClr val="930502"/>
          </a:solidFill>
          <a:ln>
            <a:noFill/>
          </a:ln>
        </p:spPr>
        <p:txBody>
          <a:bodyPr anchor="ctr"/>
          <a:lstStyle/>
          <a:p>
            <a:pPr algn="ctr" eaLnBrk="1" hangingPunct="1">
              <a:buFont typeface="Arial" pitchFamily="34" charset="0"/>
              <a:buNone/>
            </a:pPr>
            <a:endParaRPr lang="zh-CN" altLang="zh-CN" sz="2400">
              <a:gradFill>
                <a:gsLst>
                  <a:gs pos="0">
                    <a:schemeClr val="accent2"/>
                  </a:gs>
                  <a:gs pos="100000">
                    <a:schemeClr val="accent1"/>
                  </a:gs>
                </a:gsLst>
                <a:lin ang="10800000" scaled="0"/>
              </a:gradFill>
              <a:latin typeface="微软雅黑"/>
              <a:ea typeface="微软雅黑"/>
              <a:sym typeface="微软雅黑"/>
            </a:endParaRPr>
          </a:p>
        </p:txBody>
      </p:sp>
      <p:sp>
        <p:nvSpPr>
          <p:cNvPr id="3" name="文本框 2">
            <a:extLst>
              <a:ext uri="{FF2B5EF4-FFF2-40B4-BE49-F238E27FC236}">
                <a16:creationId xmlns:a16="http://schemas.microsoft.com/office/drawing/2014/main" id="{870458F1-8552-5147-1E22-BF66BEE6BBA0}"/>
              </a:ext>
            </a:extLst>
          </p:cNvPr>
          <p:cNvSpPr txBox="1"/>
          <p:nvPr/>
        </p:nvSpPr>
        <p:spPr>
          <a:xfrm>
            <a:off x="457118" y="282673"/>
            <a:ext cx="9040843" cy="707886"/>
          </a:xfrm>
          <a:prstGeom prst="rect">
            <a:avLst/>
          </a:prstGeom>
          <a:noFill/>
        </p:spPr>
        <p:txBody>
          <a:bodyPr wrap="square" rtlCol="0">
            <a:spAutoFit/>
          </a:bodyPr>
          <a:lstStyle/>
          <a:p>
            <a:r>
              <a:rPr lang="en-US" altLang="zh-CN" sz="4000" dirty="0">
                <a:solidFill>
                  <a:schemeClr val="tx1">
                    <a:lumMod val="75000"/>
                    <a:lumOff val="25000"/>
                  </a:schemeClr>
                </a:solidFill>
                <a:latin typeface="微软雅黑"/>
                <a:ea typeface="微软雅黑"/>
              </a:rPr>
              <a:t>µC/OS-iii </a:t>
            </a:r>
            <a:r>
              <a:rPr lang="zh-CN" altLang="en-US" sz="4000" dirty="0">
                <a:solidFill>
                  <a:schemeClr val="tx1">
                    <a:lumMod val="75000"/>
                    <a:lumOff val="25000"/>
                  </a:schemeClr>
                </a:solidFill>
                <a:latin typeface="微软雅黑"/>
                <a:ea typeface="微软雅黑"/>
              </a:rPr>
              <a:t>实时操作系统</a:t>
            </a:r>
            <a:endParaRPr kumimoji="1" lang="zh-CN" altLang="en-US" sz="4000" b="1" dirty="0">
              <a:solidFill>
                <a:srgbClr val="777671"/>
              </a:solidFill>
              <a:latin typeface="微软雅黑"/>
              <a:ea typeface="微软雅黑"/>
              <a:cs typeface="Microsoft YaHei" charset="0"/>
              <a:sym typeface="微软雅黑"/>
            </a:endParaRPr>
          </a:p>
        </p:txBody>
      </p:sp>
      <p:sp>
        <p:nvSpPr>
          <p:cNvPr id="8" name="AutoShape 4">
            <a:extLst>
              <a:ext uri="{FF2B5EF4-FFF2-40B4-BE49-F238E27FC236}">
                <a16:creationId xmlns:a16="http://schemas.microsoft.com/office/drawing/2014/main" id="{57068FFA-625D-F4FC-7EF7-7743B5CEB10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1" name="文本框 10">
            <a:extLst>
              <a:ext uri="{FF2B5EF4-FFF2-40B4-BE49-F238E27FC236}">
                <a16:creationId xmlns:a16="http://schemas.microsoft.com/office/drawing/2014/main" id="{70713B8A-0E76-C914-5B67-92327CF3E4F2}"/>
              </a:ext>
            </a:extLst>
          </p:cNvPr>
          <p:cNvSpPr txBox="1"/>
          <p:nvPr/>
        </p:nvSpPr>
        <p:spPr>
          <a:xfrm>
            <a:off x="1117605" y="2434935"/>
            <a:ext cx="120252" cy="369332"/>
          </a:xfrm>
          <a:prstGeom prst="rect">
            <a:avLst/>
          </a:prstGeom>
          <a:noFill/>
        </p:spPr>
        <p:txBody>
          <a:bodyPr wrap="square" rtlCol="0">
            <a:spAutoFit/>
          </a:bodyPr>
          <a:lstStyle/>
          <a:p>
            <a:r>
              <a:rPr lang="zh-CN" altLang="en-US" dirty="0">
                <a:sym typeface="Symbol" panose="05050102010706020507" pitchFamily="18" charset="2"/>
              </a:rPr>
              <a:t></a:t>
            </a:r>
            <a:endParaRPr lang="zh-CN" altLang="en-US" dirty="0"/>
          </a:p>
        </p:txBody>
      </p:sp>
      <p:sp>
        <p:nvSpPr>
          <p:cNvPr id="12" name="原创设计师QQ598969553      _3">
            <a:extLst>
              <a:ext uri="{FF2B5EF4-FFF2-40B4-BE49-F238E27FC236}">
                <a16:creationId xmlns:a16="http://schemas.microsoft.com/office/drawing/2014/main" id="{F3CF6889-5D58-2865-0466-F13DE763CE54}"/>
              </a:ext>
            </a:extLst>
          </p:cNvPr>
          <p:cNvSpPr/>
          <p:nvPr/>
        </p:nvSpPr>
        <p:spPr>
          <a:xfrm>
            <a:off x="1443617" y="2303008"/>
            <a:ext cx="9609566" cy="2713948"/>
          </a:xfrm>
          <a:prstGeom prst="rect">
            <a:avLst/>
          </a:prstGeom>
        </p:spPr>
        <p:txBody>
          <a:bodyPr wrap="square">
            <a:spAutoFit/>
          </a:bodyPr>
          <a:lstStyle/>
          <a:p>
            <a:pPr>
              <a:lnSpc>
                <a:spcPct val="120000"/>
              </a:lnSpc>
            </a:pPr>
            <a:r>
              <a:rPr lang="en-US" altLang="zh-CN" sz="2400" dirty="0">
                <a:solidFill>
                  <a:schemeClr val="tx1">
                    <a:lumMod val="75000"/>
                    <a:lumOff val="25000"/>
                  </a:schemeClr>
                </a:solidFill>
                <a:latin typeface="微软雅黑"/>
                <a:ea typeface="微软雅黑"/>
              </a:rPr>
              <a:t>µC/OS </a:t>
            </a:r>
            <a:r>
              <a:rPr lang="zh-CN" altLang="en-US" sz="2400" dirty="0">
                <a:solidFill>
                  <a:schemeClr val="tx1">
                    <a:lumMod val="75000"/>
                    <a:lumOff val="25000"/>
                  </a:schemeClr>
                </a:solidFill>
                <a:latin typeface="微软雅黑"/>
                <a:ea typeface="微软雅黑"/>
              </a:rPr>
              <a:t>是一款功能齐全的嵌入式实时操作系统，最初由 </a:t>
            </a:r>
            <a:r>
              <a:rPr lang="en-US" altLang="zh-CN" sz="2400" dirty="0" err="1">
                <a:solidFill>
                  <a:schemeClr val="tx1">
                    <a:lumMod val="75000"/>
                    <a:lumOff val="25000"/>
                  </a:schemeClr>
                </a:solidFill>
                <a:latin typeface="微软雅黑"/>
                <a:ea typeface="微软雅黑"/>
              </a:rPr>
              <a:t>Micriµm</a:t>
            </a:r>
            <a:r>
              <a:rPr lang="en-US" altLang="zh-CN" sz="2400" dirty="0">
                <a:solidFill>
                  <a:schemeClr val="tx1">
                    <a:lumMod val="75000"/>
                    <a:lumOff val="25000"/>
                  </a:schemeClr>
                </a:solidFill>
                <a:latin typeface="微软雅黑"/>
                <a:ea typeface="微软雅黑"/>
              </a:rPr>
              <a:t> </a:t>
            </a:r>
            <a:r>
              <a:rPr lang="zh-CN" altLang="en-US" sz="2400" dirty="0">
                <a:solidFill>
                  <a:schemeClr val="tx1">
                    <a:lumMod val="75000"/>
                    <a:lumOff val="25000"/>
                  </a:schemeClr>
                </a:solidFill>
                <a:latin typeface="微软雅黑"/>
                <a:ea typeface="微软雅黑"/>
              </a:rPr>
              <a:t>开发。</a:t>
            </a:r>
            <a:r>
              <a:rPr lang="en-US" altLang="zh-CN" sz="2400" dirty="0">
                <a:solidFill>
                  <a:schemeClr val="tx1">
                    <a:lumMod val="75000"/>
                    <a:lumOff val="25000"/>
                  </a:schemeClr>
                </a:solidFill>
                <a:latin typeface="微软雅黑"/>
                <a:ea typeface="微软雅黑"/>
              </a:rPr>
              <a:t>µC/OS </a:t>
            </a:r>
            <a:r>
              <a:rPr lang="zh-CN" altLang="en-US" sz="2400" dirty="0">
                <a:solidFill>
                  <a:schemeClr val="tx1">
                    <a:lumMod val="75000"/>
                    <a:lumOff val="25000"/>
                  </a:schemeClr>
                </a:solidFill>
                <a:latin typeface="微软雅黑"/>
                <a:ea typeface="微软雅黑"/>
              </a:rPr>
              <a:t>支持 </a:t>
            </a:r>
            <a:r>
              <a:rPr lang="en-US" altLang="zh-CN" sz="2400" dirty="0">
                <a:solidFill>
                  <a:schemeClr val="tx1">
                    <a:lumMod val="75000"/>
                    <a:lumOff val="25000"/>
                  </a:schemeClr>
                </a:solidFill>
                <a:latin typeface="微软雅黑"/>
                <a:ea typeface="微软雅黑"/>
              </a:rPr>
              <a:t>TCP/IP</a:t>
            </a:r>
            <a:r>
              <a:rPr lang="zh-CN" altLang="en-US" sz="2400" dirty="0">
                <a:solidFill>
                  <a:schemeClr val="tx1">
                    <a:lumMod val="75000"/>
                    <a:lumOff val="25000"/>
                  </a:schemeClr>
                </a:solidFill>
                <a:latin typeface="微软雅黑"/>
                <a:ea typeface="微软雅黑"/>
              </a:rPr>
              <a:t>、</a:t>
            </a:r>
            <a:r>
              <a:rPr lang="en-US" altLang="zh-CN" sz="2400" dirty="0">
                <a:solidFill>
                  <a:schemeClr val="tx1">
                    <a:lumMod val="75000"/>
                    <a:lumOff val="25000"/>
                  </a:schemeClr>
                </a:solidFill>
                <a:latin typeface="微软雅黑"/>
                <a:ea typeface="微软雅黑"/>
              </a:rPr>
              <a:t>USB </a:t>
            </a:r>
            <a:r>
              <a:rPr lang="zh-CN" altLang="en-US" sz="2400" dirty="0">
                <a:solidFill>
                  <a:schemeClr val="tx1">
                    <a:lumMod val="75000"/>
                    <a:lumOff val="25000"/>
                  </a:schemeClr>
                </a:solidFill>
                <a:latin typeface="微软雅黑"/>
                <a:ea typeface="微软雅黑"/>
              </a:rPr>
              <a:t>设备、</a:t>
            </a:r>
            <a:r>
              <a:rPr lang="en-US" altLang="zh-CN" sz="2400" dirty="0">
                <a:solidFill>
                  <a:schemeClr val="tx1">
                    <a:lumMod val="75000"/>
                    <a:lumOff val="25000"/>
                  </a:schemeClr>
                </a:solidFill>
                <a:latin typeface="微软雅黑"/>
                <a:ea typeface="微软雅黑"/>
              </a:rPr>
              <a:t>USB </a:t>
            </a:r>
            <a:r>
              <a:rPr lang="zh-CN" altLang="en-US" sz="2400" dirty="0">
                <a:solidFill>
                  <a:schemeClr val="tx1">
                    <a:lumMod val="75000"/>
                    <a:lumOff val="25000"/>
                  </a:schemeClr>
                </a:solidFill>
                <a:latin typeface="微软雅黑"/>
                <a:ea typeface="微软雅黑"/>
              </a:rPr>
              <a:t>主机和 </a:t>
            </a:r>
            <a:r>
              <a:rPr lang="en-US" altLang="zh-CN" sz="2400" dirty="0">
                <a:solidFill>
                  <a:schemeClr val="tx1">
                    <a:lumMod val="75000"/>
                    <a:lumOff val="25000"/>
                  </a:schemeClr>
                </a:solidFill>
                <a:latin typeface="微软雅黑"/>
                <a:ea typeface="微软雅黑"/>
              </a:rPr>
              <a:t>Modbus </a:t>
            </a:r>
            <a:r>
              <a:rPr lang="zh-CN" altLang="en-US" sz="2400" dirty="0">
                <a:solidFill>
                  <a:schemeClr val="tx1">
                    <a:lumMod val="75000"/>
                    <a:lumOff val="25000"/>
                  </a:schemeClr>
                </a:solidFill>
                <a:latin typeface="微软雅黑"/>
                <a:ea typeface="微软雅黑"/>
              </a:rPr>
              <a:t>等驱动，并且拥有强大的文件系统。</a:t>
            </a:r>
            <a:r>
              <a:rPr lang="en-US" altLang="zh-CN" sz="2400" dirty="0">
                <a:solidFill>
                  <a:schemeClr val="tx1">
                    <a:lumMod val="75000"/>
                    <a:lumOff val="25000"/>
                  </a:schemeClr>
                </a:solidFill>
                <a:latin typeface="微软雅黑"/>
                <a:ea typeface="微软雅黑"/>
              </a:rPr>
              <a:t>µC/OS-iii </a:t>
            </a:r>
            <a:r>
              <a:rPr lang="zh-CN" altLang="en-US" sz="2400" dirty="0">
                <a:solidFill>
                  <a:schemeClr val="tx1">
                    <a:lumMod val="75000"/>
                    <a:lumOff val="25000"/>
                  </a:schemeClr>
                </a:solidFill>
                <a:latin typeface="微软雅黑"/>
                <a:ea typeface="微软雅黑"/>
              </a:rPr>
              <a:t>是一个可以基于 </a:t>
            </a:r>
            <a:r>
              <a:rPr lang="en-US" altLang="zh-CN" sz="2400" dirty="0">
                <a:solidFill>
                  <a:schemeClr val="tx1">
                    <a:lumMod val="75000"/>
                    <a:lumOff val="25000"/>
                  </a:schemeClr>
                </a:solidFill>
                <a:latin typeface="微软雅黑"/>
                <a:ea typeface="微软雅黑"/>
              </a:rPr>
              <a:t>ROM </a:t>
            </a:r>
            <a:r>
              <a:rPr lang="zh-CN" altLang="en-US" sz="2400" dirty="0">
                <a:solidFill>
                  <a:schemeClr val="tx1">
                    <a:lumMod val="75000"/>
                    <a:lumOff val="25000"/>
                  </a:schemeClr>
                </a:solidFill>
                <a:latin typeface="微软雅黑"/>
                <a:ea typeface="微软雅黑"/>
              </a:rPr>
              <a:t>运行的、可扩展、抢占式、实时多任务内核，它可以管理无限数量的任务，提供实时内核所需的所有的服务，例如资源管理、同步、任务间的通信等。</a:t>
            </a:r>
            <a:endParaRPr lang="en-US" altLang="zh-CN" sz="2400" dirty="0">
              <a:solidFill>
                <a:schemeClr val="tx1">
                  <a:lumMod val="75000"/>
                  <a:lumOff val="25000"/>
                </a:schemeClr>
              </a:solidFill>
              <a:latin typeface="微软雅黑"/>
              <a:ea typeface="微软雅黑"/>
              <a:sym typeface="微软雅黑"/>
            </a:endParaRPr>
          </a:p>
        </p:txBody>
      </p:sp>
    </p:spTree>
    <p:extLst>
      <p:ext uri="{BB962C8B-B14F-4D97-AF65-F5344CB8AC3E}">
        <p14:creationId xmlns:p14="http://schemas.microsoft.com/office/powerpoint/2010/main" val="3000498127"/>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2" name="组合 191"/>
          <p:cNvGrpSpPr/>
          <p:nvPr/>
        </p:nvGrpSpPr>
        <p:grpSpPr>
          <a:xfrm>
            <a:off x="0" y="6342185"/>
            <a:ext cx="12192000" cy="515815"/>
            <a:chOff x="0" y="6342185"/>
            <a:chExt cx="12192000" cy="515815"/>
          </a:xfrm>
        </p:grpSpPr>
        <p:sp>
          <p:nvSpPr>
            <p:cNvPr id="193" name="矩形 192"/>
            <p:cNvSpPr/>
            <p:nvPr/>
          </p:nvSpPr>
          <p:spPr>
            <a:xfrm>
              <a:off x="0" y="6342185"/>
              <a:ext cx="12192000" cy="515815"/>
            </a:xfrm>
            <a:prstGeom prst="rect">
              <a:avLst/>
            </a:prstGeom>
            <a:solidFill>
              <a:srgbClr val="9305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a:ea typeface="微软雅黑"/>
                <a:sym typeface="微软雅黑"/>
              </a:endParaRPr>
            </a:p>
          </p:txBody>
        </p:sp>
        <p:grpSp>
          <p:nvGrpSpPr>
            <p:cNvPr id="194" name="组合 193"/>
            <p:cNvGrpSpPr/>
            <p:nvPr/>
          </p:nvGrpSpPr>
          <p:grpSpPr>
            <a:xfrm>
              <a:off x="11610554" y="6351515"/>
              <a:ext cx="565461" cy="466258"/>
              <a:chOff x="0" y="6338455"/>
              <a:chExt cx="574766" cy="519545"/>
            </a:xfrm>
          </p:grpSpPr>
          <p:sp>
            <p:nvSpPr>
              <p:cNvPr id="198" name="矩形 197"/>
              <p:cNvSpPr/>
              <p:nvPr userDrawn="1"/>
            </p:nvSpPr>
            <p:spPr>
              <a:xfrm>
                <a:off x="0" y="6338455"/>
                <a:ext cx="574766" cy="519545"/>
              </a:xfrm>
              <a:prstGeom prst="rect">
                <a:avLst/>
              </a:prstGeom>
              <a:solidFill>
                <a:schemeClr val="bg1"/>
              </a:solidFill>
              <a:ln w="38100">
                <a:solidFill>
                  <a:srgbClr val="93050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微软雅黑"/>
                  <a:ea typeface="微软雅黑"/>
                  <a:sym typeface="微软雅黑"/>
                </a:endParaRPr>
              </a:p>
            </p:txBody>
          </p:sp>
          <p:sp>
            <p:nvSpPr>
              <p:cNvPr id="199" name="燕尾形 198"/>
              <p:cNvSpPr/>
              <p:nvPr userDrawn="1"/>
            </p:nvSpPr>
            <p:spPr>
              <a:xfrm>
                <a:off x="193599" y="6475132"/>
                <a:ext cx="187569" cy="246185"/>
              </a:xfrm>
              <a:prstGeom prst="chevron">
                <a:avLst/>
              </a:prstGeom>
              <a:solidFill>
                <a:srgbClr val="93050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a:ea typeface="微软雅黑"/>
                  <a:sym typeface="微软雅黑"/>
                </a:endParaRPr>
              </a:p>
            </p:txBody>
          </p:sp>
        </p:grpSp>
        <p:grpSp>
          <p:nvGrpSpPr>
            <p:cNvPr id="195" name="组合 194"/>
            <p:cNvGrpSpPr/>
            <p:nvPr/>
          </p:nvGrpSpPr>
          <p:grpSpPr>
            <a:xfrm flipH="1">
              <a:off x="15270" y="6351515"/>
              <a:ext cx="565461" cy="466258"/>
              <a:chOff x="0" y="6338455"/>
              <a:chExt cx="574766" cy="519545"/>
            </a:xfrm>
          </p:grpSpPr>
          <p:sp>
            <p:nvSpPr>
              <p:cNvPr id="196" name="矩形 195"/>
              <p:cNvSpPr/>
              <p:nvPr userDrawn="1"/>
            </p:nvSpPr>
            <p:spPr>
              <a:xfrm>
                <a:off x="0" y="6338455"/>
                <a:ext cx="574766" cy="519545"/>
              </a:xfrm>
              <a:prstGeom prst="rect">
                <a:avLst/>
              </a:prstGeom>
              <a:solidFill>
                <a:schemeClr val="bg1"/>
              </a:solidFill>
              <a:ln w="38100">
                <a:solidFill>
                  <a:srgbClr val="93050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微软雅黑"/>
                  <a:ea typeface="微软雅黑"/>
                  <a:sym typeface="微软雅黑"/>
                </a:endParaRPr>
              </a:p>
            </p:txBody>
          </p:sp>
          <p:sp>
            <p:nvSpPr>
              <p:cNvPr id="197" name="燕尾形 196"/>
              <p:cNvSpPr/>
              <p:nvPr userDrawn="1"/>
            </p:nvSpPr>
            <p:spPr>
              <a:xfrm>
                <a:off x="193599" y="6475132"/>
                <a:ext cx="187569" cy="246185"/>
              </a:xfrm>
              <a:prstGeom prst="chevron">
                <a:avLst/>
              </a:prstGeom>
              <a:solidFill>
                <a:srgbClr val="93050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a:ea typeface="微软雅黑"/>
                  <a:sym typeface="微软雅黑"/>
                </a:endParaRPr>
              </a:p>
            </p:txBody>
          </p:sp>
        </p:grpSp>
      </p:grpSp>
      <p:sp>
        <p:nvSpPr>
          <p:cNvPr id="2" name="原创设计师QQ598969553      _1">
            <a:extLst>
              <a:ext uri="{FF2B5EF4-FFF2-40B4-BE49-F238E27FC236}">
                <a16:creationId xmlns:a16="http://schemas.microsoft.com/office/drawing/2014/main" id="{C7BE11A5-DAFC-24D7-CD32-E4F3F0A7E209}"/>
              </a:ext>
            </a:extLst>
          </p:cNvPr>
          <p:cNvSpPr>
            <a:spLocks noChangeArrowheads="1"/>
          </p:cNvSpPr>
          <p:nvPr/>
        </p:nvSpPr>
        <p:spPr bwMode="auto">
          <a:xfrm>
            <a:off x="-1" y="318138"/>
            <a:ext cx="331115" cy="644152"/>
          </a:xfrm>
          <a:prstGeom prst="rect">
            <a:avLst/>
          </a:prstGeom>
          <a:solidFill>
            <a:srgbClr val="930502"/>
          </a:solidFill>
          <a:ln>
            <a:noFill/>
          </a:ln>
        </p:spPr>
        <p:txBody>
          <a:bodyPr anchor="ctr"/>
          <a:lstStyle/>
          <a:p>
            <a:pPr algn="ctr" eaLnBrk="1" hangingPunct="1">
              <a:buFont typeface="Arial" pitchFamily="34" charset="0"/>
              <a:buNone/>
            </a:pPr>
            <a:endParaRPr lang="zh-CN" altLang="zh-CN" sz="2400">
              <a:gradFill>
                <a:gsLst>
                  <a:gs pos="0">
                    <a:schemeClr val="accent2"/>
                  </a:gs>
                  <a:gs pos="100000">
                    <a:schemeClr val="accent1"/>
                  </a:gs>
                </a:gsLst>
                <a:lin ang="10800000" scaled="0"/>
              </a:gradFill>
              <a:latin typeface="微软雅黑"/>
              <a:ea typeface="微软雅黑"/>
              <a:sym typeface="微软雅黑"/>
            </a:endParaRPr>
          </a:p>
        </p:txBody>
      </p:sp>
      <p:sp>
        <p:nvSpPr>
          <p:cNvPr id="3" name="文本框 2">
            <a:extLst>
              <a:ext uri="{FF2B5EF4-FFF2-40B4-BE49-F238E27FC236}">
                <a16:creationId xmlns:a16="http://schemas.microsoft.com/office/drawing/2014/main" id="{870458F1-8552-5147-1E22-BF66BEE6BBA0}"/>
              </a:ext>
            </a:extLst>
          </p:cNvPr>
          <p:cNvSpPr txBox="1"/>
          <p:nvPr/>
        </p:nvSpPr>
        <p:spPr>
          <a:xfrm>
            <a:off x="457118" y="282673"/>
            <a:ext cx="9040843" cy="707886"/>
          </a:xfrm>
          <a:prstGeom prst="rect">
            <a:avLst/>
          </a:prstGeom>
          <a:noFill/>
        </p:spPr>
        <p:txBody>
          <a:bodyPr wrap="square" rtlCol="0">
            <a:spAutoFit/>
          </a:bodyPr>
          <a:lstStyle/>
          <a:p>
            <a:r>
              <a:rPr lang="en-US" altLang="zh-CN" sz="4000" dirty="0">
                <a:solidFill>
                  <a:schemeClr val="tx1">
                    <a:lumMod val="75000"/>
                    <a:lumOff val="25000"/>
                  </a:schemeClr>
                </a:solidFill>
                <a:latin typeface="微软雅黑"/>
                <a:ea typeface="微软雅黑"/>
              </a:rPr>
              <a:t>µC/OS-iii </a:t>
            </a:r>
            <a:r>
              <a:rPr lang="zh-CN" altLang="en-US" sz="4000" dirty="0">
                <a:solidFill>
                  <a:schemeClr val="tx1">
                    <a:lumMod val="75000"/>
                    <a:lumOff val="25000"/>
                  </a:schemeClr>
                </a:solidFill>
                <a:latin typeface="微软雅黑"/>
                <a:ea typeface="微软雅黑"/>
              </a:rPr>
              <a:t>实时操作系统</a:t>
            </a:r>
            <a:endParaRPr kumimoji="1" lang="zh-CN" altLang="en-US" sz="4000" b="1" dirty="0">
              <a:solidFill>
                <a:srgbClr val="777671"/>
              </a:solidFill>
              <a:latin typeface="微软雅黑"/>
              <a:ea typeface="微软雅黑"/>
              <a:cs typeface="Microsoft YaHei" charset="0"/>
              <a:sym typeface="微软雅黑"/>
            </a:endParaRPr>
          </a:p>
        </p:txBody>
      </p:sp>
      <p:sp>
        <p:nvSpPr>
          <p:cNvPr id="8" name="AutoShape 4">
            <a:extLst>
              <a:ext uri="{FF2B5EF4-FFF2-40B4-BE49-F238E27FC236}">
                <a16:creationId xmlns:a16="http://schemas.microsoft.com/office/drawing/2014/main" id="{57068FFA-625D-F4FC-7EF7-7743B5CEB10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文本框 3">
            <a:extLst>
              <a:ext uri="{FF2B5EF4-FFF2-40B4-BE49-F238E27FC236}">
                <a16:creationId xmlns:a16="http://schemas.microsoft.com/office/drawing/2014/main" id="{1CA7EDF7-965B-81F2-6BA0-EAA010226AE0}"/>
              </a:ext>
            </a:extLst>
          </p:cNvPr>
          <p:cNvSpPr txBox="1"/>
          <p:nvPr/>
        </p:nvSpPr>
        <p:spPr>
          <a:xfrm>
            <a:off x="742254" y="1593776"/>
            <a:ext cx="120252" cy="369332"/>
          </a:xfrm>
          <a:prstGeom prst="rect">
            <a:avLst/>
          </a:prstGeom>
          <a:noFill/>
        </p:spPr>
        <p:txBody>
          <a:bodyPr wrap="square" rtlCol="0">
            <a:spAutoFit/>
          </a:bodyPr>
          <a:lstStyle/>
          <a:p>
            <a:r>
              <a:rPr lang="zh-CN" altLang="en-US" dirty="0">
                <a:sym typeface="Symbol" panose="05050102010706020507" pitchFamily="18" charset="2"/>
              </a:rPr>
              <a:t></a:t>
            </a:r>
            <a:endParaRPr lang="zh-CN" altLang="en-US" dirty="0"/>
          </a:p>
        </p:txBody>
      </p:sp>
      <p:sp>
        <p:nvSpPr>
          <p:cNvPr id="5" name="原创设计师QQ598969553      _3">
            <a:extLst>
              <a:ext uri="{FF2B5EF4-FFF2-40B4-BE49-F238E27FC236}">
                <a16:creationId xmlns:a16="http://schemas.microsoft.com/office/drawing/2014/main" id="{4D8F51FD-E142-F6F0-F520-657A800FE518}"/>
              </a:ext>
            </a:extLst>
          </p:cNvPr>
          <p:cNvSpPr/>
          <p:nvPr/>
        </p:nvSpPr>
        <p:spPr>
          <a:xfrm>
            <a:off x="1068266" y="1461849"/>
            <a:ext cx="6866366" cy="633187"/>
          </a:xfrm>
          <a:prstGeom prst="rect">
            <a:avLst/>
          </a:prstGeom>
        </p:spPr>
        <p:txBody>
          <a:bodyPr wrap="square">
            <a:spAutoFit/>
          </a:bodyPr>
          <a:lstStyle/>
          <a:p>
            <a:pPr>
              <a:lnSpc>
                <a:spcPct val="120000"/>
              </a:lnSpc>
            </a:pPr>
            <a:r>
              <a:rPr lang="zh-CN" altLang="en-US" sz="3200" dirty="0">
                <a:solidFill>
                  <a:schemeClr val="tx1">
                    <a:lumMod val="75000"/>
                    <a:lumOff val="25000"/>
                  </a:schemeClr>
                </a:solidFill>
                <a:latin typeface="微软雅黑"/>
                <a:ea typeface="微软雅黑"/>
                <a:sym typeface="微软雅黑"/>
              </a:rPr>
              <a:t>系统调用的最坏执行时间估计结果</a:t>
            </a:r>
            <a:endParaRPr lang="en-US" altLang="zh-CN" sz="3200" dirty="0">
              <a:solidFill>
                <a:schemeClr val="tx1">
                  <a:lumMod val="75000"/>
                  <a:lumOff val="25000"/>
                </a:schemeClr>
              </a:solidFill>
              <a:latin typeface="微软雅黑"/>
              <a:ea typeface="微软雅黑"/>
              <a:sym typeface="微软雅黑"/>
            </a:endParaRPr>
          </a:p>
        </p:txBody>
      </p:sp>
      <p:pic>
        <p:nvPicPr>
          <p:cNvPr id="6" name="图片 5">
            <a:extLst>
              <a:ext uri="{FF2B5EF4-FFF2-40B4-BE49-F238E27FC236}">
                <a16:creationId xmlns:a16="http://schemas.microsoft.com/office/drawing/2014/main" id="{5BE46127-E21C-5D68-CE7C-9219DC12D507}"/>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457118" y="2189074"/>
            <a:ext cx="6038850" cy="4191000"/>
          </a:xfrm>
          <a:prstGeom prst="rect">
            <a:avLst/>
          </a:prstGeom>
        </p:spPr>
      </p:pic>
      <p:pic>
        <p:nvPicPr>
          <p:cNvPr id="7" name="图片 6">
            <a:extLst>
              <a:ext uri="{FF2B5EF4-FFF2-40B4-BE49-F238E27FC236}">
                <a16:creationId xmlns:a16="http://schemas.microsoft.com/office/drawing/2014/main" id="{7B8E048D-8A4C-EA9E-1694-BF30D891C80B}"/>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6251465" y="2165172"/>
            <a:ext cx="5924550" cy="4219575"/>
          </a:xfrm>
          <a:prstGeom prst="rect">
            <a:avLst/>
          </a:prstGeom>
        </p:spPr>
      </p:pic>
    </p:spTree>
    <p:extLst>
      <p:ext uri="{BB962C8B-B14F-4D97-AF65-F5344CB8AC3E}">
        <p14:creationId xmlns:p14="http://schemas.microsoft.com/office/powerpoint/2010/main" val="4090042276"/>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2" name="组合 191"/>
          <p:cNvGrpSpPr/>
          <p:nvPr/>
        </p:nvGrpSpPr>
        <p:grpSpPr>
          <a:xfrm>
            <a:off x="0" y="6342185"/>
            <a:ext cx="12192000" cy="515815"/>
            <a:chOff x="0" y="6342185"/>
            <a:chExt cx="12192000" cy="515815"/>
          </a:xfrm>
        </p:grpSpPr>
        <p:sp>
          <p:nvSpPr>
            <p:cNvPr id="193" name="矩形 192"/>
            <p:cNvSpPr/>
            <p:nvPr/>
          </p:nvSpPr>
          <p:spPr>
            <a:xfrm>
              <a:off x="0" y="6342185"/>
              <a:ext cx="12192000" cy="515815"/>
            </a:xfrm>
            <a:prstGeom prst="rect">
              <a:avLst/>
            </a:prstGeom>
            <a:solidFill>
              <a:srgbClr val="9305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a:ea typeface="微软雅黑"/>
                <a:sym typeface="微软雅黑"/>
              </a:endParaRPr>
            </a:p>
          </p:txBody>
        </p:sp>
        <p:grpSp>
          <p:nvGrpSpPr>
            <p:cNvPr id="194" name="组合 193"/>
            <p:cNvGrpSpPr/>
            <p:nvPr/>
          </p:nvGrpSpPr>
          <p:grpSpPr>
            <a:xfrm>
              <a:off x="11610554" y="6351515"/>
              <a:ext cx="565461" cy="466258"/>
              <a:chOff x="0" y="6338455"/>
              <a:chExt cx="574766" cy="519545"/>
            </a:xfrm>
          </p:grpSpPr>
          <p:sp>
            <p:nvSpPr>
              <p:cNvPr id="198" name="矩形 197"/>
              <p:cNvSpPr/>
              <p:nvPr userDrawn="1"/>
            </p:nvSpPr>
            <p:spPr>
              <a:xfrm>
                <a:off x="0" y="6338455"/>
                <a:ext cx="574766" cy="519545"/>
              </a:xfrm>
              <a:prstGeom prst="rect">
                <a:avLst/>
              </a:prstGeom>
              <a:solidFill>
                <a:schemeClr val="bg1"/>
              </a:solidFill>
              <a:ln w="38100">
                <a:solidFill>
                  <a:srgbClr val="93050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微软雅黑"/>
                  <a:ea typeface="微软雅黑"/>
                  <a:sym typeface="微软雅黑"/>
                </a:endParaRPr>
              </a:p>
            </p:txBody>
          </p:sp>
          <p:sp>
            <p:nvSpPr>
              <p:cNvPr id="199" name="燕尾形 198"/>
              <p:cNvSpPr/>
              <p:nvPr userDrawn="1"/>
            </p:nvSpPr>
            <p:spPr>
              <a:xfrm>
                <a:off x="193599" y="6475132"/>
                <a:ext cx="187569" cy="246185"/>
              </a:xfrm>
              <a:prstGeom prst="chevron">
                <a:avLst/>
              </a:prstGeom>
              <a:solidFill>
                <a:srgbClr val="93050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a:ea typeface="微软雅黑"/>
                  <a:sym typeface="微软雅黑"/>
                </a:endParaRPr>
              </a:p>
            </p:txBody>
          </p:sp>
        </p:grpSp>
        <p:grpSp>
          <p:nvGrpSpPr>
            <p:cNvPr id="195" name="组合 194"/>
            <p:cNvGrpSpPr/>
            <p:nvPr/>
          </p:nvGrpSpPr>
          <p:grpSpPr>
            <a:xfrm flipH="1">
              <a:off x="15270" y="6351515"/>
              <a:ext cx="565461" cy="466258"/>
              <a:chOff x="0" y="6338455"/>
              <a:chExt cx="574766" cy="519545"/>
            </a:xfrm>
          </p:grpSpPr>
          <p:sp>
            <p:nvSpPr>
              <p:cNvPr id="196" name="矩形 195"/>
              <p:cNvSpPr/>
              <p:nvPr userDrawn="1"/>
            </p:nvSpPr>
            <p:spPr>
              <a:xfrm>
                <a:off x="0" y="6338455"/>
                <a:ext cx="574766" cy="519545"/>
              </a:xfrm>
              <a:prstGeom prst="rect">
                <a:avLst/>
              </a:prstGeom>
              <a:solidFill>
                <a:schemeClr val="bg1"/>
              </a:solidFill>
              <a:ln w="38100">
                <a:solidFill>
                  <a:srgbClr val="93050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微软雅黑"/>
                  <a:ea typeface="微软雅黑"/>
                  <a:sym typeface="微软雅黑"/>
                </a:endParaRPr>
              </a:p>
            </p:txBody>
          </p:sp>
          <p:sp>
            <p:nvSpPr>
              <p:cNvPr id="197" name="燕尾形 196"/>
              <p:cNvSpPr/>
              <p:nvPr userDrawn="1"/>
            </p:nvSpPr>
            <p:spPr>
              <a:xfrm>
                <a:off x="193599" y="6475132"/>
                <a:ext cx="187569" cy="246185"/>
              </a:xfrm>
              <a:prstGeom prst="chevron">
                <a:avLst/>
              </a:prstGeom>
              <a:solidFill>
                <a:srgbClr val="93050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a:ea typeface="微软雅黑"/>
                  <a:sym typeface="微软雅黑"/>
                </a:endParaRPr>
              </a:p>
            </p:txBody>
          </p:sp>
        </p:grpSp>
      </p:grpSp>
      <p:sp>
        <p:nvSpPr>
          <p:cNvPr id="2" name="原创设计师QQ598969553      _1">
            <a:extLst>
              <a:ext uri="{FF2B5EF4-FFF2-40B4-BE49-F238E27FC236}">
                <a16:creationId xmlns:a16="http://schemas.microsoft.com/office/drawing/2014/main" id="{C7BE11A5-DAFC-24D7-CD32-E4F3F0A7E209}"/>
              </a:ext>
            </a:extLst>
          </p:cNvPr>
          <p:cNvSpPr>
            <a:spLocks noChangeArrowheads="1"/>
          </p:cNvSpPr>
          <p:nvPr/>
        </p:nvSpPr>
        <p:spPr bwMode="auto">
          <a:xfrm>
            <a:off x="-1" y="318138"/>
            <a:ext cx="331115" cy="644152"/>
          </a:xfrm>
          <a:prstGeom prst="rect">
            <a:avLst/>
          </a:prstGeom>
          <a:solidFill>
            <a:srgbClr val="930502"/>
          </a:solidFill>
          <a:ln>
            <a:noFill/>
          </a:ln>
        </p:spPr>
        <p:txBody>
          <a:bodyPr anchor="ctr"/>
          <a:lstStyle/>
          <a:p>
            <a:pPr algn="ctr" eaLnBrk="1" hangingPunct="1">
              <a:buFont typeface="Arial" pitchFamily="34" charset="0"/>
              <a:buNone/>
            </a:pPr>
            <a:endParaRPr lang="zh-CN" altLang="zh-CN" sz="2400">
              <a:gradFill>
                <a:gsLst>
                  <a:gs pos="0">
                    <a:schemeClr val="accent2"/>
                  </a:gs>
                  <a:gs pos="100000">
                    <a:schemeClr val="accent1"/>
                  </a:gs>
                </a:gsLst>
                <a:lin ang="10800000" scaled="0"/>
              </a:gradFill>
              <a:latin typeface="微软雅黑"/>
              <a:ea typeface="微软雅黑"/>
              <a:sym typeface="微软雅黑"/>
            </a:endParaRPr>
          </a:p>
        </p:txBody>
      </p:sp>
      <p:sp>
        <p:nvSpPr>
          <p:cNvPr id="3" name="文本框 2">
            <a:extLst>
              <a:ext uri="{FF2B5EF4-FFF2-40B4-BE49-F238E27FC236}">
                <a16:creationId xmlns:a16="http://schemas.microsoft.com/office/drawing/2014/main" id="{870458F1-8552-5147-1E22-BF66BEE6BBA0}"/>
              </a:ext>
            </a:extLst>
          </p:cNvPr>
          <p:cNvSpPr txBox="1"/>
          <p:nvPr/>
        </p:nvSpPr>
        <p:spPr>
          <a:xfrm>
            <a:off x="457118" y="282673"/>
            <a:ext cx="9040843" cy="707886"/>
          </a:xfrm>
          <a:prstGeom prst="rect">
            <a:avLst/>
          </a:prstGeom>
          <a:noFill/>
        </p:spPr>
        <p:txBody>
          <a:bodyPr wrap="square" rtlCol="0">
            <a:spAutoFit/>
          </a:bodyPr>
          <a:lstStyle/>
          <a:p>
            <a:r>
              <a:rPr lang="en-US" altLang="zh-CN" sz="4000" dirty="0">
                <a:solidFill>
                  <a:schemeClr val="tx1">
                    <a:lumMod val="75000"/>
                    <a:lumOff val="25000"/>
                  </a:schemeClr>
                </a:solidFill>
                <a:latin typeface="微软雅黑"/>
                <a:ea typeface="微软雅黑"/>
              </a:rPr>
              <a:t>µC/OS-iii </a:t>
            </a:r>
            <a:r>
              <a:rPr lang="zh-CN" altLang="en-US" sz="4000" dirty="0">
                <a:solidFill>
                  <a:schemeClr val="tx1">
                    <a:lumMod val="75000"/>
                    <a:lumOff val="25000"/>
                  </a:schemeClr>
                </a:solidFill>
                <a:latin typeface="微软雅黑"/>
                <a:ea typeface="微软雅黑"/>
              </a:rPr>
              <a:t>实时操作系统</a:t>
            </a:r>
            <a:endParaRPr kumimoji="1" lang="zh-CN" altLang="en-US" sz="4000" b="1" dirty="0">
              <a:solidFill>
                <a:srgbClr val="777671"/>
              </a:solidFill>
              <a:latin typeface="微软雅黑"/>
              <a:ea typeface="微软雅黑"/>
              <a:cs typeface="Microsoft YaHei" charset="0"/>
              <a:sym typeface="微软雅黑"/>
            </a:endParaRPr>
          </a:p>
        </p:txBody>
      </p:sp>
      <p:sp>
        <p:nvSpPr>
          <p:cNvPr id="8" name="AutoShape 4">
            <a:extLst>
              <a:ext uri="{FF2B5EF4-FFF2-40B4-BE49-F238E27FC236}">
                <a16:creationId xmlns:a16="http://schemas.microsoft.com/office/drawing/2014/main" id="{57068FFA-625D-F4FC-7EF7-7743B5CEB10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文本框 3">
            <a:extLst>
              <a:ext uri="{FF2B5EF4-FFF2-40B4-BE49-F238E27FC236}">
                <a16:creationId xmlns:a16="http://schemas.microsoft.com/office/drawing/2014/main" id="{1CA7EDF7-965B-81F2-6BA0-EAA010226AE0}"/>
              </a:ext>
            </a:extLst>
          </p:cNvPr>
          <p:cNvSpPr txBox="1"/>
          <p:nvPr/>
        </p:nvSpPr>
        <p:spPr>
          <a:xfrm>
            <a:off x="742254" y="1593776"/>
            <a:ext cx="120252" cy="369332"/>
          </a:xfrm>
          <a:prstGeom prst="rect">
            <a:avLst/>
          </a:prstGeom>
          <a:noFill/>
        </p:spPr>
        <p:txBody>
          <a:bodyPr wrap="square" rtlCol="0">
            <a:spAutoFit/>
          </a:bodyPr>
          <a:lstStyle/>
          <a:p>
            <a:r>
              <a:rPr lang="zh-CN" altLang="en-US" dirty="0">
                <a:sym typeface="Symbol" panose="05050102010706020507" pitchFamily="18" charset="2"/>
              </a:rPr>
              <a:t></a:t>
            </a:r>
            <a:endParaRPr lang="zh-CN" altLang="en-US" dirty="0"/>
          </a:p>
        </p:txBody>
      </p:sp>
      <p:sp>
        <p:nvSpPr>
          <p:cNvPr id="5" name="原创设计师QQ598969553      _3">
            <a:extLst>
              <a:ext uri="{FF2B5EF4-FFF2-40B4-BE49-F238E27FC236}">
                <a16:creationId xmlns:a16="http://schemas.microsoft.com/office/drawing/2014/main" id="{4D8F51FD-E142-F6F0-F520-657A800FE518}"/>
              </a:ext>
            </a:extLst>
          </p:cNvPr>
          <p:cNvSpPr/>
          <p:nvPr/>
        </p:nvSpPr>
        <p:spPr>
          <a:xfrm>
            <a:off x="1068265" y="1461849"/>
            <a:ext cx="8429695" cy="633187"/>
          </a:xfrm>
          <a:prstGeom prst="rect">
            <a:avLst/>
          </a:prstGeom>
        </p:spPr>
        <p:txBody>
          <a:bodyPr wrap="square">
            <a:spAutoFit/>
          </a:bodyPr>
          <a:lstStyle/>
          <a:p>
            <a:pPr>
              <a:lnSpc>
                <a:spcPct val="120000"/>
              </a:lnSpc>
            </a:pPr>
            <a:r>
              <a:rPr lang="en-US" altLang="zh-CN" sz="3200" dirty="0" err="1">
                <a:solidFill>
                  <a:schemeClr val="tx1">
                    <a:lumMod val="75000"/>
                    <a:lumOff val="25000"/>
                  </a:schemeClr>
                </a:solidFill>
                <a:latin typeface="微软雅黑"/>
                <a:ea typeface="微软雅黑"/>
                <a:sym typeface="微软雅黑"/>
              </a:rPr>
              <a:t>OSinit</a:t>
            </a:r>
            <a:r>
              <a:rPr lang="zh-CN" altLang="en-US" sz="3200" dirty="0">
                <a:solidFill>
                  <a:schemeClr val="tx1">
                    <a:lumMod val="75000"/>
                    <a:lumOff val="25000"/>
                  </a:schemeClr>
                </a:solidFill>
                <a:latin typeface="微软雅黑"/>
                <a:ea typeface="微软雅黑"/>
                <a:sym typeface="微软雅黑"/>
              </a:rPr>
              <a:t>系统调用的反例路径查找及生成结果</a:t>
            </a:r>
            <a:endParaRPr lang="en-US" altLang="zh-CN" sz="3200" dirty="0">
              <a:solidFill>
                <a:schemeClr val="tx1">
                  <a:lumMod val="75000"/>
                  <a:lumOff val="25000"/>
                </a:schemeClr>
              </a:solidFill>
              <a:latin typeface="微软雅黑"/>
              <a:ea typeface="微软雅黑"/>
              <a:sym typeface="微软雅黑"/>
            </a:endParaRPr>
          </a:p>
        </p:txBody>
      </p:sp>
      <p:pic>
        <p:nvPicPr>
          <p:cNvPr id="9" name="图片 8">
            <a:extLst>
              <a:ext uri="{FF2B5EF4-FFF2-40B4-BE49-F238E27FC236}">
                <a16:creationId xmlns:a16="http://schemas.microsoft.com/office/drawing/2014/main" id="{BCD0AAEF-F3D5-47CE-A5AB-D6CA84E4E17E}"/>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742254" y="2299446"/>
            <a:ext cx="4915501" cy="4052069"/>
          </a:xfrm>
          <a:prstGeom prst="rect">
            <a:avLst/>
          </a:prstGeom>
        </p:spPr>
      </p:pic>
      <p:pic>
        <p:nvPicPr>
          <p:cNvPr id="10" name="图片 9">
            <a:extLst>
              <a:ext uri="{FF2B5EF4-FFF2-40B4-BE49-F238E27FC236}">
                <a16:creationId xmlns:a16="http://schemas.microsoft.com/office/drawing/2014/main" id="{906BB8A7-7FC3-1B88-5467-26DDD1719F92}"/>
              </a:ext>
            </a:extLst>
          </p:cNvPr>
          <p:cNvPicPr>
            <a:picLocks noChangeAspect="1"/>
          </p:cNvPicPr>
          <p:nvPr/>
        </p:nvPicPr>
        <p:blipFill>
          <a:blip r:embed="rId4"/>
          <a:stretch>
            <a:fillRect/>
          </a:stretch>
        </p:blipFill>
        <p:spPr>
          <a:xfrm>
            <a:off x="6248400" y="3461057"/>
            <a:ext cx="5182671" cy="1682685"/>
          </a:xfrm>
          <a:prstGeom prst="rect">
            <a:avLst/>
          </a:prstGeom>
        </p:spPr>
      </p:pic>
    </p:spTree>
    <p:extLst>
      <p:ext uri="{BB962C8B-B14F-4D97-AF65-F5344CB8AC3E}">
        <p14:creationId xmlns:p14="http://schemas.microsoft.com/office/powerpoint/2010/main" val="4226228471"/>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2" name="组合 191"/>
          <p:cNvGrpSpPr/>
          <p:nvPr/>
        </p:nvGrpSpPr>
        <p:grpSpPr>
          <a:xfrm>
            <a:off x="0" y="6342185"/>
            <a:ext cx="12192000" cy="515815"/>
            <a:chOff x="0" y="6342185"/>
            <a:chExt cx="12192000" cy="515815"/>
          </a:xfrm>
        </p:grpSpPr>
        <p:sp>
          <p:nvSpPr>
            <p:cNvPr id="193" name="矩形 192"/>
            <p:cNvSpPr/>
            <p:nvPr/>
          </p:nvSpPr>
          <p:spPr>
            <a:xfrm>
              <a:off x="0" y="6342185"/>
              <a:ext cx="12192000" cy="515815"/>
            </a:xfrm>
            <a:prstGeom prst="rect">
              <a:avLst/>
            </a:prstGeom>
            <a:solidFill>
              <a:srgbClr val="9305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a:ea typeface="微软雅黑"/>
                <a:sym typeface="微软雅黑"/>
              </a:endParaRPr>
            </a:p>
          </p:txBody>
        </p:sp>
        <p:grpSp>
          <p:nvGrpSpPr>
            <p:cNvPr id="194" name="组合 193"/>
            <p:cNvGrpSpPr/>
            <p:nvPr/>
          </p:nvGrpSpPr>
          <p:grpSpPr>
            <a:xfrm>
              <a:off x="11610554" y="6351515"/>
              <a:ext cx="565461" cy="466258"/>
              <a:chOff x="0" y="6338455"/>
              <a:chExt cx="574766" cy="519545"/>
            </a:xfrm>
          </p:grpSpPr>
          <p:sp>
            <p:nvSpPr>
              <p:cNvPr id="198" name="矩形 197"/>
              <p:cNvSpPr/>
              <p:nvPr userDrawn="1"/>
            </p:nvSpPr>
            <p:spPr>
              <a:xfrm>
                <a:off x="0" y="6338455"/>
                <a:ext cx="574766" cy="519545"/>
              </a:xfrm>
              <a:prstGeom prst="rect">
                <a:avLst/>
              </a:prstGeom>
              <a:solidFill>
                <a:schemeClr val="bg1"/>
              </a:solidFill>
              <a:ln w="38100">
                <a:solidFill>
                  <a:srgbClr val="93050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微软雅黑"/>
                  <a:ea typeface="微软雅黑"/>
                  <a:sym typeface="微软雅黑"/>
                </a:endParaRPr>
              </a:p>
            </p:txBody>
          </p:sp>
          <p:sp>
            <p:nvSpPr>
              <p:cNvPr id="199" name="燕尾形 198"/>
              <p:cNvSpPr/>
              <p:nvPr userDrawn="1"/>
            </p:nvSpPr>
            <p:spPr>
              <a:xfrm>
                <a:off x="193599" y="6475132"/>
                <a:ext cx="187569" cy="246185"/>
              </a:xfrm>
              <a:prstGeom prst="chevron">
                <a:avLst/>
              </a:prstGeom>
              <a:solidFill>
                <a:srgbClr val="93050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a:ea typeface="微软雅黑"/>
                  <a:sym typeface="微软雅黑"/>
                </a:endParaRPr>
              </a:p>
            </p:txBody>
          </p:sp>
        </p:grpSp>
        <p:grpSp>
          <p:nvGrpSpPr>
            <p:cNvPr id="195" name="组合 194"/>
            <p:cNvGrpSpPr/>
            <p:nvPr/>
          </p:nvGrpSpPr>
          <p:grpSpPr>
            <a:xfrm flipH="1">
              <a:off x="15270" y="6351515"/>
              <a:ext cx="565461" cy="466258"/>
              <a:chOff x="0" y="6338455"/>
              <a:chExt cx="574766" cy="519545"/>
            </a:xfrm>
          </p:grpSpPr>
          <p:sp>
            <p:nvSpPr>
              <p:cNvPr id="196" name="矩形 195"/>
              <p:cNvSpPr/>
              <p:nvPr userDrawn="1"/>
            </p:nvSpPr>
            <p:spPr>
              <a:xfrm>
                <a:off x="0" y="6338455"/>
                <a:ext cx="574766" cy="519545"/>
              </a:xfrm>
              <a:prstGeom prst="rect">
                <a:avLst/>
              </a:prstGeom>
              <a:solidFill>
                <a:schemeClr val="bg1"/>
              </a:solidFill>
              <a:ln w="38100">
                <a:solidFill>
                  <a:srgbClr val="93050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微软雅黑"/>
                  <a:ea typeface="微软雅黑"/>
                  <a:sym typeface="微软雅黑"/>
                </a:endParaRPr>
              </a:p>
            </p:txBody>
          </p:sp>
          <p:sp>
            <p:nvSpPr>
              <p:cNvPr id="197" name="燕尾形 196"/>
              <p:cNvSpPr/>
              <p:nvPr userDrawn="1"/>
            </p:nvSpPr>
            <p:spPr>
              <a:xfrm>
                <a:off x="193599" y="6475132"/>
                <a:ext cx="187569" cy="246185"/>
              </a:xfrm>
              <a:prstGeom prst="chevron">
                <a:avLst/>
              </a:prstGeom>
              <a:solidFill>
                <a:srgbClr val="93050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a:ea typeface="微软雅黑"/>
                  <a:sym typeface="微软雅黑"/>
                </a:endParaRPr>
              </a:p>
            </p:txBody>
          </p:sp>
        </p:grpSp>
      </p:grpSp>
      <p:sp>
        <p:nvSpPr>
          <p:cNvPr id="2" name="原创设计师QQ598969553      _1">
            <a:extLst>
              <a:ext uri="{FF2B5EF4-FFF2-40B4-BE49-F238E27FC236}">
                <a16:creationId xmlns:a16="http://schemas.microsoft.com/office/drawing/2014/main" id="{C7BE11A5-DAFC-24D7-CD32-E4F3F0A7E209}"/>
              </a:ext>
            </a:extLst>
          </p:cNvPr>
          <p:cNvSpPr>
            <a:spLocks noChangeArrowheads="1"/>
          </p:cNvSpPr>
          <p:nvPr/>
        </p:nvSpPr>
        <p:spPr bwMode="auto">
          <a:xfrm>
            <a:off x="-1" y="318138"/>
            <a:ext cx="331115" cy="644152"/>
          </a:xfrm>
          <a:prstGeom prst="rect">
            <a:avLst/>
          </a:prstGeom>
          <a:solidFill>
            <a:srgbClr val="930502"/>
          </a:solidFill>
          <a:ln>
            <a:noFill/>
          </a:ln>
        </p:spPr>
        <p:txBody>
          <a:bodyPr anchor="ctr"/>
          <a:lstStyle/>
          <a:p>
            <a:pPr algn="ctr" eaLnBrk="1" hangingPunct="1">
              <a:buFont typeface="Arial" pitchFamily="34" charset="0"/>
              <a:buNone/>
            </a:pPr>
            <a:endParaRPr lang="zh-CN" altLang="zh-CN" sz="2400">
              <a:gradFill>
                <a:gsLst>
                  <a:gs pos="0">
                    <a:schemeClr val="accent2"/>
                  </a:gs>
                  <a:gs pos="100000">
                    <a:schemeClr val="accent1"/>
                  </a:gs>
                </a:gsLst>
                <a:lin ang="10800000" scaled="0"/>
              </a:gradFill>
              <a:latin typeface="微软雅黑"/>
              <a:ea typeface="微软雅黑"/>
              <a:sym typeface="微软雅黑"/>
            </a:endParaRPr>
          </a:p>
        </p:txBody>
      </p:sp>
      <p:sp>
        <p:nvSpPr>
          <p:cNvPr id="3" name="文本框 2">
            <a:extLst>
              <a:ext uri="{FF2B5EF4-FFF2-40B4-BE49-F238E27FC236}">
                <a16:creationId xmlns:a16="http://schemas.microsoft.com/office/drawing/2014/main" id="{870458F1-8552-5147-1E22-BF66BEE6BBA0}"/>
              </a:ext>
            </a:extLst>
          </p:cNvPr>
          <p:cNvSpPr txBox="1"/>
          <p:nvPr/>
        </p:nvSpPr>
        <p:spPr>
          <a:xfrm>
            <a:off x="457118" y="282673"/>
            <a:ext cx="9040843" cy="707886"/>
          </a:xfrm>
          <a:prstGeom prst="rect">
            <a:avLst/>
          </a:prstGeom>
          <a:noFill/>
        </p:spPr>
        <p:txBody>
          <a:bodyPr wrap="square" rtlCol="0">
            <a:spAutoFit/>
          </a:bodyPr>
          <a:lstStyle/>
          <a:p>
            <a:r>
              <a:rPr lang="zh-CN" altLang="en-US" sz="4000" dirty="0">
                <a:solidFill>
                  <a:schemeClr val="tx1">
                    <a:lumMod val="75000"/>
                    <a:lumOff val="25000"/>
                  </a:schemeClr>
                </a:solidFill>
                <a:latin typeface="微软雅黑"/>
                <a:ea typeface="微软雅黑"/>
              </a:rPr>
              <a:t>轻量级嵌入式操作系统飞蜻 </a:t>
            </a:r>
            <a:r>
              <a:rPr lang="en-US" altLang="zh-CN" sz="4000" dirty="0" err="1">
                <a:solidFill>
                  <a:schemeClr val="tx1">
                    <a:lumMod val="75000"/>
                    <a:lumOff val="25000"/>
                  </a:schemeClr>
                </a:solidFill>
                <a:latin typeface="微软雅黑"/>
                <a:ea typeface="微软雅黑"/>
              </a:rPr>
              <a:t>FlyLite</a:t>
            </a:r>
            <a:endParaRPr lang="zh-CN" altLang="en-US" sz="4000" dirty="0">
              <a:solidFill>
                <a:schemeClr val="tx1">
                  <a:lumMod val="75000"/>
                  <a:lumOff val="25000"/>
                </a:schemeClr>
              </a:solidFill>
              <a:latin typeface="微软雅黑"/>
              <a:ea typeface="微软雅黑"/>
              <a:sym typeface="微软雅黑"/>
            </a:endParaRPr>
          </a:p>
        </p:txBody>
      </p:sp>
      <p:sp>
        <p:nvSpPr>
          <p:cNvPr id="8" name="AutoShape 4">
            <a:extLst>
              <a:ext uri="{FF2B5EF4-FFF2-40B4-BE49-F238E27FC236}">
                <a16:creationId xmlns:a16="http://schemas.microsoft.com/office/drawing/2014/main" id="{57068FFA-625D-F4FC-7EF7-7743B5CEB10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7" name="文本框 6">
            <a:extLst>
              <a:ext uri="{FF2B5EF4-FFF2-40B4-BE49-F238E27FC236}">
                <a16:creationId xmlns:a16="http://schemas.microsoft.com/office/drawing/2014/main" id="{A5C96CCC-D593-5EB9-1F64-0F985CF918B7}"/>
              </a:ext>
            </a:extLst>
          </p:cNvPr>
          <p:cNvSpPr txBox="1"/>
          <p:nvPr/>
        </p:nvSpPr>
        <p:spPr>
          <a:xfrm>
            <a:off x="1117605" y="2434935"/>
            <a:ext cx="120252" cy="369332"/>
          </a:xfrm>
          <a:prstGeom prst="rect">
            <a:avLst/>
          </a:prstGeom>
          <a:noFill/>
        </p:spPr>
        <p:txBody>
          <a:bodyPr wrap="square" rtlCol="0">
            <a:spAutoFit/>
          </a:bodyPr>
          <a:lstStyle/>
          <a:p>
            <a:r>
              <a:rPr lang="zh-CN" altLang="en-US" dirty="0">
                <a:sym typeface="Symbol" panose="05050102010706020507" pitchFamily="18" charset="2"/>
              </a:rPr>
              <a:t></a:t>
            </a:r>
            <a:endParaRPr lang="zh-CN" altLang="en-US" dirty="0"/>
          </a:p>
        </p:txBody>
      </p:sp>
      <p:sp>
        <p:nvSpPr>
          <p:cNvPr id="11" name="原创设计师QQ598969553      _3">
            <a:extLst>
              <a:ext uri="{FF2B5EF4-FFF2-40B4-BE49-F238E27FC236}">
                <a16:creationId xmlns:a16="http://schemas.microsoft.com/office/drawing/2014/main" id="{59A84509-A4B4-9750-26B5-D9DADDA1CEC5}"/>
              </a:ext>
            </a:extLst>
          </p:cNvPr>
          <p:cNvSpPr/>
          <p:nvPr/>
        </p:nvSpPr>
        <p:spPr>
          <a:xfrm>
            <a:off x="1443617" y="2303008"/>
            <a:ext cx="9609566" cy="2272802"/>
          </a:xfrm>
          <a:prstGeom prst="rect">
            <a:avLst/>
          </a:prstGeom>
        </p:spPr>
        <p:txBody>
          <a:bodyPr wrap="square">
            <a:spAutoFit/>
          </a:bodyPr>
          <a:lstStyle/>
          <a:p>
            <a:pPr>
              <a:lnSpc>
                <a:spcPct val="120000"/>
              </a:lnSpc>
            </a:pPr>
            <a:r>
              <a:rPr lang="zh-CN" altLang="en-US" sz="2400" dirty="0">
                <a:solidFill>
                  <a:schemeClr val="tx1">
                    <a:lumMod val="75000"/>
                    <a:lumOff val="25000"/>
                  </a:schemeClr>
                </a:solidFill>
                <a:latin typeface="微软雅黑"/>
                <a:ea typeface="微软雅黑"/>
              </a:rPr>
              <a:t>飞蜻操作系统 </a:t>
            </a:r>
            <a:r>
              <a:rPr lang="en-US" altLang="zh-CN" sz="2400" dirty="0" err="1">
                <a:solidFill>
                  <a:schemeClr val="tx1">
                    <a:lumMod val="75000"/>
                    <a:lumOff val="25000"/>
                  </a:schemeClr>
                </a:solidFill>
                <a:latin typeface="微软雅黑"/>
                <a:ea typeface="微软雅黑"/>
              </a:rPr>
              <a:t>FlyLite</a:t>
            </a:r>
            <a:r>
              <a:rPr lang="zh-CN" altLang="en-US" sz="2400" dirty="0">
                <a:solidFill>
                  <a:schemeClr val="tx1">
                    <a:lumMod val="75000"/>
                    <a:lumOff val="25000"/>
                  </a:schemeClr>
                </a:solidFill>
                <a:latin typeface="微软雅黑"/>
                <a:ea typeface="微软雅黑"/>
              </a:rPr>
              <a:t>（简称“飞蜻 </a:t>
            </a:r>
            <a:r>
              <a:rPr lang="en-US" altLang="zh-CN" sz="2400" dirty="0" err="1">
                <a:solidFill>
                  <a:schemeClr val="tx1">
                    <a:lumMod val="75000"/>
                    <a:lumOff val="25000"/>
                  </a:schemeClr>
                </a:solidFill>
                <a:latin typeface="微软雅黑"/>
                <a:ea typeface="微软雅黑"/>
              </a:rPr>
              <a:t>FlyLite</a:t>
            </a:r>
            <a:r>
              <a:rPr lang="en-US" altLang="zh-CN" sz="2400" dirty="0">
                <a:solidFill>
                  <a:schemeClr val="tx1">
                    <a:lumMod val="75000"/>
                    <a:lumOff val="25000"/>
                  </a:schemeClr>
                </a:solidFill>
                <a:latin typeface="微软雅黑"/>
                <a:ea typeface="微软雅黑"/>
              </a:rPr>
              <a:t>”</a:t>
            </a:r>
            <a:r>
              <a:rPr lang="zh-CN" altLang="en-US" sz="2400" dirty="0">
                <a:solidFill>
                  <a:schemeClr val="tx1">
                    <a:lumMod val="75000"/>
                    <a:lumOff val="25000"/>
                  </a:schemeClr>
                </a:solidFill>
                <a:latin typeface="微软雅黑"/>
                <a:ea typeface="微软雅黑"/>
              </a:rPr>
              <a:t>），由华东师大软件工程学院与上海控安联合研发。是探索中的低成本适航运行时环境的核心。飞蜻 </a:t>
            </a:r>
            <a:r>
              <a:rPr lang="en-US" altLang="zh-CN" sz="2400" dirty="0" err="1">
                <a:solidFill>
                  <a:schemeClr val="tx1">
                    <a:lumMod val="75000"/>
                    <a:lumOff val="25000"/>
                  </a:schemeClr>
                </a:solidFill>
                <a:latin typeface="微软雅黑"/>
                <a:ea typeface="微软雅黑"/>
              </a:rPr>
              <a:t>FlyLite</a:t>
            </a:r>
            <a:r>
              <a:rPr lang="en-US" altLang="zh-CN" sz="2400" dirty="0">
                <a:solidFill>
                  <a:schemeClr val="tx1">
                    <a:lumMod val="75000"/>
                    <a:lumOff val="25000"/>
                  </a:schemeClr>
                </a:solidFill>
                <a:latin typeface="微软雅黑"/>
                <a:ea typeface="微软雅黑"/>
              </a:rPr>
              <a:t> </a:t>
            </a:r>
            <a:r>
              <a:rPr lang="zh-CN" altLang="en-US" sz="2400" dirty="0">
                <a:solidFill>
                  <a:schemeClr val="tx1">
                    <a:lumMod val="75000"/>
                    <a:lumOff val="25000"/>
                  </a:schemeClr>
                </a:solidFill>
                <a:latin typeface="微软雅黑"/>
                <a:ea typeface="微软雅黑"/>
              </a:rPr>
              <a:t>完全按照 </a:t>
            </a:r>
            <a:r>
              <a:rPr lang="en-US" altLang="zh-CN" sz="2400" dirty="0">
                <a:solidFill>
                  <a:schemeClr val="tx1">
                    <a:lumMod val="75000"/>
                    <a:lumOff val="25000"/>
                  </a:schemeClr>
                </a:solidFill>
                <a:latin typeface="微软雅黑"/>
                <a:ea typeface="微软雅黑"/>
              </a:rPr>
              <a:t>DO-178C </a:t>
            </a:r>
            <a:r>
              <a:rPr lang="zh-CN" altLang="en-US" sz="2400" dirty="0">
                <a:solidFill>
                  <a:schemeClr val="tx1">
                    <a:lumMod val="75000"/>
                    <a:lumOff val="25000"/>
                  </a:schemeClr>
                </a:solidFill>
                <a:latin typeface="微软雅黑"/>
                <a:ea typeface="微软雅黑"/>
              </a:rPr>
              <a:t>标准 </a:t>
            </a:r>
            <a:r>
              <a:rPr lang="en-US" altLang="zh-CN" sz="2400" dirty="0">
                <a:solidFill>
                  <a:schemeClr val="tx1">
                    <a:lumMod val="75000"/>
                    <a:lumOff val="25000"/>
                  </a:schemeClr>
                </a:solidFill>
                <a:latin typeface="微软雅黑"/>
                <a:ea typeface="微软雅黑"/>
              </a:rPr>
              <a:t>A </a:t>
            </a:r>
            <a:r>
              <a:rPr lang="zh-CN" altLang="en-US" sz="2400" dirty="0">
                <a:solidFill>
                  <a:schemeClr val="tx1">
                    <a:lumMod val="75000"/>
                    <a:lumOff val="25000"/>
                  </a:schemeClr>
                </a:solidFill>
                <a:latin typeface="微软雅黑"/>
                <a:ea typeface="微软雅黑"/>
              </a:rPr>
              <a:t>级软件生命周期活动要求开发，具有全套的生命周期数据和适航鉴定包，支持各类低成本非分区应用快速低成本构建的要求。</a:t>
            </a:r>
            <a:endParaRPr lang="en-US" altLang="zh-CN" sz="2400" dirty="0">
              <a:solidFill>
                <a:schemeClr val="tx1">
                  <a:lumMod val="75000"/>
                  <a:lumOff val="25000"/>
                </a:schemeClr>
              </a:solidFill>
              <a:latin typeface="微软雅黑"/>
              <a:ea typeface="微软雅黑"/>
              <a:sym typeface="微软雅黑"/>
            </a:endParaRPr>
          </a:p>
        </p:txBody>
      </p:sp>
    </p:spTree>
    <p:extLst>
      <p:ext uri="{BB962C8B-B14F-4D97-AF65-F5344CB8AC3E}">
        <p14:creationId xmlns:p14="http://schemas.microsoft.com/office/powerpoint/2010/main" val="670299018"/>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2" name="组合 191"/>
          <p:cNvGrpSpPr/>
          <p:nvPr/>
        </p:nvGrpSpPr>
        <p:grpSpPr>
          <a:xfrm>
            <a:off x="0" y="6342185"/>
            <a:ext cx="12192000" cy="515815"/>
            <a:chOff x="0" y="6342185"/>
            <a:chExt cx="12192000" cy="515815"/>
          </a:xfrm>
        </p:grpSpPr>
        <p:sp>
          <p:nvSpPr>
            <p:cNvPr id="193" name="矩形 192"/>
            <p:cNvSpPr/>
            <p:nvPr/>
          </p:nvSpPr>
          <p:spPr>
            <a:xfrm>
              <a:off x="0" y="6342185"/>
              <a:ext cx="12192000" cy="515815"/>
            </a:xfrm>
            <a:prstGeom prst="rect">
              <a:avLst/>
            </a:prstGeom>
            <a:solidFill>
              <a:srgbClr val="9305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a:ea typeface="微软雅黑"/>
                <a:sym typeface="微软雅黑"/>
              </a:endParaRPr>
            </a:p>
          </p:txBody>
        </p:sp>
        <p:grpSp>
          <p:nvGrpSpPr>
            <p:cNvPr id="194" name="组合 193"/>
            <p:cNvGrpSpPr/>
            <p:nvPr/>
          </p:nvGrpSpPr>
          <p:grpSpPr>
            <a:xfrm>
              <a:off x="11610554" y="6351515"/>
              <a:ext cx="565461" cy="466258"/>
              <a:chOff x="0" y="6338455"/>
              <a:chExt cx="574766" cy="519545"/>
            </a:xfrm>
          </p:grpSpPr>
          <p:sp>
            <p:nvSpPr>
              <p:cNvPr id="198" name="矩形 197"/>
              <p:cNvSpPr/>
              <p:nvPr userDrawn="1"/>
            </p:nvSpPr>
            <p:spPr>
              <a:xfrm>
                <a:off x="0" y="6338455"/>
                <a:ext cx="574766" cy="519545"/>
              </a:xfrm>
              <a:prstGeom prst="rect">
                <a:avLst/>
              </a:prstGeom>
              <a:solidFill>
                <a:schemeClr val="bg1"/>
              </a:solidFill>
              <a:ln w="38100">
                <a:solidFill>
                  <a:srgbClr val="93050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微软雅黑"/>
                  <a:ea typeface="微软雅黑"/>
                  <a:sym typeface="微软雅黑"/>
                </a:endParaRPr>
              </a:p>
            </p:txBody>
          </p:sp>
          <p:sp>
            <p:nvSpPr>
              <p:cNvPr id="199" name="燕尾形 198"/>
              <p:cNvSpPr/>
              <p:nvPr userDrawn="1"/>
            </p:nvSpPr>
            <p:spPr>
              <a:xfrm>
                <a:off x="193599" y="6475132"/>
                <a:ext cx="187569" cy="246185"/>
              </a:xfrm>
              <a:prstGeom prst="chevron">
                <a:avLst/>
              </a:prstGeom>
              <a:solidFill>
                <a:srgbClr val="93050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a:ea typeface="微软雅黑"/>
                  <a:sym typeface="微软雅黑"/>
                </a:endParaRPr>
              </a:p>
            </p:txBody>
          </p:sp>
        </p:grpSp>
        <p:grpSp>
          <p:nvGrpSpPr>
            <p:cNvPr id="195" name="组合 194"/>
            <p:cNvGrpSpPr/>
            <p:nvPr/>
          </p:nvGrpSpPr>
          <p:grpSpPr>
            <a:xfrm flipH="1">
              <a:off x="15270" y="6351515"/>
              <a:ext cx="565461" cy="466258"/>
              <a:chOff x="0" y="6338455"/>
              <a:chExt cx="574766" cy="519545"/>
            </a:xfrm>
          </p:grpSpPr>
          <p:sp>
            <p:nvSpPr>
              <p:cNvPr id="196" name="矩形 195"/>
              <p:cNvSpPr/>
              <p:nvPr userDrawn="1"/>
            </p:nvSpPr>
            <p:spPr>
              <a:xfrm>
                <a:off x="0" y="6338455"/>
                <a:ext cx="574766" cy="519545"/>
              </a:xfrm>
              <a:prstGeom prst="rect">
                <a:avLst/>
              </a:prstGeom>
              <a:solidFill>
                <a:schemeClr val="bg1"/>
              </a:solidFill>
              <a:ln w="38100">
                <a:solidFill>
                  <a:srgbClr val="93050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微软雅黑"/>
                  <a:ea typeface="微软雅黑"/>
                  <a:sym typeface="微软雅黑"/>
                </a:endParaRPr>
              </a:p>
            </p:txBody>
          </p:sp>
          <p:sp>
            <p:nvSpPr>
              <p:cNvPr id="197" name="燕尾形 196"/>
              <p:cNvSpPr/>
              <p:nvPr userDrawn="1"/>
            </p:nvSpPr>
            <p:spPr>
              <a:xfrm>
                <a:off x="193599" y="6475132"/>
                <a:ext cx="187569" cy="246185"/>
              </a:xfrm>
              <a:prstGeom prst="chevron">
                <a:avLst/>
              </a:prstGeom>
              <a:solidFill>
                <a:srgbClr val="93050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a:ea typeface="微软雅黑"/>
                  <a:sym typeface="微软雅黑"/>
                </a:endParaRPr>
              </a:p>
            </p:txBody>
          </p:sp>
        </p:grpSp>
      </p:grpSp>
      <p:sp>
        <p:nvSpPr>
          <p:cNvPr id="2" name="原创设计师QQ598969553      _1">
            <a:extLst>
              <a:ext uri="{FF2B5EF4-FFF2-40B4-BE49-F238E27FC236}">
                <a16:creationId xmlns:a16="http://schemas.microsoft.com/office/drawing/2014/main" id="{C7BE11A5-DAFC-24D7-CD32-E4F3F0A7E209}"/>
              </a:ext>
            </a:extLst>
          </p:cNvPr>
          <p:cNvSpPr>
            <a:spLocks noChangeArrowheads="1"/>
          </p:cNvSpPr>
          <p:nvPr/>
        </p:nvSpPr>
        <p:spPr bwMode="auto">
          <a:xfrm>
            <a:off x="-1" y="318138"/>
            <a:ext cx="331115" cy="644152"/>
          </a:xfrm>
          <a:prstGeom prst="rect">
            <a:avLst/>
          </a:prstGeom>
          <a:solidFill>
            <a:srgbClr val="930502"/>
          </a:solidFill>
          <a:ln>
            <a:noFill/>
          </a:ln>
        </p:spPr>
        <p:txBody>
          <a:bodyPr anchor="ctr"/>
          <a:lstStyle/>
          <a:p>
            <a:pPr algn="ctr" eaLnBrk="1" hangingPunct="1">
              <a:buFont typeface="Arial" pitchFamily="34" charset="0"/>
              <a:buNone/>
            </a:pPr>
            <a:endParaRPr lang="zh-CN" altLang="zh-CN" sz="2400">
              <a:gradFill>
                <a:gsLst>
                  <a:gs pos="0">
                    <a:schemeClr val="accent2"/>
                  </a:gs>
                  <a:gs pos="100000">
                    <a:schemeClr val="accent1"/>
                  </a:gs>
                </a:gsLst>
                <a:lin ang="10800000" scaled="0"/>
              </a:gradFill>
              <a:latin typeface="微软雅黑"/>
              <a:ea typeface="微软雅黑"/>
              <a:sym typeface="微软雅黑"/>
            </a:endParaRPr>
          </a:p>
        </p:txBody>
      </p:sp>
      <p:sp>
        <p:nvSpPr>
          <p:cNvPr id="3" name="文本框 2">
            <a:extLst>
              <a:ext uri="{FF2B5EF4-FFF2-40B4-BE49-F238E27FC236}">
                <a16:creationId xmlns:a16="http://schemas.microsoft.com/office/drawing/2014/main" id="{870458F1-8552-5147-1E22-BF66BEE6BBA0}"/>
              </a:ext>
            </a:extLst>
          </p:cNvPr>
          <p:cNvSpPr txBox="1"/>
          <p:nvPr/>
        </p:nvSpPr>
        <p:spPr>
          <a:xfrm>
            <a:off x="457118" y="282673"/>
            <a:ext cx="9040843" cy="707886"/>
          </a:xfrm>
          <a:prstGeom prst="rect">
            <a:avLst/>
          </a:prstGeom>
          <a:noFill/>
        </p:spPr>
        <p:txBody>
          <a:bodyPr wrap="square" rtlCol="0">
            <a:spAutoFit/>
          </a:bodyPr>
          <a:lstStyle/>
          <a:p>
            <a:r>
              <a:rPr lang="zh-CN" altLang="en-US" sz="4000" dirty="0">
                <a:solidFill>
                  <a:schemeClr val="tx1">
                    <a:lumMod val="75000"/>
                    <a:lumOff val="25000"/>
                  </a:schemeClr>
                </a:solidFill>
                <a:latin typeface="微软雅黑"/>
                <a:ea typeface="微软雅黑"/>
              </a:rPr>
              <a:t>轻量级嵌入式操作系统飞蜻 </a:t>
            </a:r>
            <a:r>
              <a:rPr lang="en-US" altLang="zh-CN" sz="4000" dirty="0" err="1">
                <a:solidFill>
                  <a:schemeClr val="tx1">
                    <a:lumMod val="75000"/>
                    <a:lumOff val="25000"/>
                  </a:schemeClr>
                </a:solidFill>
                <a:latin typeface="微软雅黑"/>
                <a:ea typeface="微软雅黑"/>
              </a:rPr>
              <a:t>FlyLite</a:t>
            </a:r>
            <a:endParaRPr lang="zh-CN" altLang="en-US" sz="4000" dirty="0">
              <a:solidFill>
                <a:schemeClr val="tx1">
                  <a:lumMod val="75000"/>
                  <a:lumOff val="25000"/>
                </a:schemeClr>
              </a:solidFill>
              <a:latin typeface="微软雅黑"/>
              <a:ea typeface="微软雅黑"/>
              <a:sym typeface="微软雅黑"/>
            </a:endParaRPr>
          </a:p>
        </p:txBody>
      </p:sp>
      <p:sp>
        <p:nvSpPr>
          <p:cNvPr id="8" name="AutoShape 4">
            <a:extLst>
              <a:ext uri="{FF2B5EF4-FFF2-40B4-BE49-F238E27FC236}">
                <a16:creationId xmlns:a16="http://schemas.microsoft.com/office/drawing/2014/main" id="{57068FFA-625D-F4FC-7EF7-7743B5CEB10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文本框 3">
            <a:extLst>
              <a:ext uri="{FF2B5EF4-FFF2-40B4-BE49-F238E27FC236}">
                <a16:creationId xmlns:a16="http://schemas.microsoft.com/office/drawing/2014/main" id="{06AE40FA-F92B-656B-14C1-C79DDB1466C6}"/>
              </a:ext>
            </a:extLst>
          </p:cNvPr>
          <p:cNvSpPr txBox="1"/>
          <p:nvPr/>
        </p:nvSpPr>
        <p:spPr>
          <a:xfrm>
            <a:off x="742254" y="1593776"/>
            <a:ext cx="120252" cy="369332"/>
          </a:xfrm>
          <a:prstGeom prst="rect">
            <a:avLst/>
          </a:prstGeom>
          <a:noFill/>
        </p:spPr>
        <p:txBody>
          <a:bodyPr wrap="square" rtlCol="0">
            <a:spAutoFit/>
          </a:bodyPr>
          <a:lstStyle/>
          <a:p>
            <a:r>
              <a:rPr lang="zh-CN" altLang="en-US" dirty="0">
                <a:sym typeface="Symbol" panose="05050102010706020507" pitchFamily="18" charset="2"/>
              </a:rPr>
              <a:t></a:t>
            </a:r>
            <a:endParaRPr lang="zh-CN" altLang="en-US" dirty="0"/>
          </a:p>
        </p:txBody>
      </p:sp>
      <p:sp>
        <p:nvSpPr>
          <p:cNvPr id="5" name="原创设计师QQ598969553      _3">
            <a:extLst>
              <a:ext uri="{FF2B5EF4-FFF2-40B4-BE49-F238E27FC236}">
                <a16:creationId xmlns:a16="http://schemas.microsoft.com/office/drawing/2014/main" id="{925484B8-8244-AD14-D9DC-399FAAABD8BA}"/>
              </a:ext>
            </a:extLst>
          </p:cNvPr>
          <p:cNvSpPr/>
          <p:nvPr/>
        </p:nvSpPr>
        <p:spPr>
          <a:xfrm>
            <a:off x="1068265" y="1461849"/>
            <a:ext cx="8429695" cy="633187"/>
          </a:xfrm>
          <a:prstGeom prst="rect">
            <a:avLst/>
          </a:prstGeom>
        </p:spPr>
        <p:txBody>
          <a:bodyPr wrap="square">
            <a:spAutoFit/>
          </a:bodyPr>
          <a:lstStyle/>
          <a:p>
            <a:pPr>
              <a:lnSpc>
                <a:spcPct val="120000"/>
              </a:lnSpc>
            </a:pPr>
            <a:r>
              <a:rPr lang="zh-CN" altLang="en-US" sz="3200" dirty="0">
                <a:solidFill>
                  <a:schemeClr val="tx1">
                    <a:lumMod val="75000"/>
                    <a:lumOff val="25000"/>
                  </a:schemeClr>
                </a:solidFill>
                <a:latin typeface="微软雅黑"/>
                <a:ea typeface="微软雅黑"/>
              </a:rPr>
              <a:t>飞蜻</a:t>
            </a:r>
            <a:r>
              <a:rPr lang="zh-CN" altLang="en-US" sz="3200" dirty="0">
                <a:solidFill>
                  <a:schemeClr val="tx1">
                    <a:lumMod val="75000"/>
                    <a:lumOff val="25000"/>
                  </a:schemeClr>
                </a:solidFill>
                <a:latin typeface="微软雅黑"/>
                <a:ea typeface="微软雅黑"/>
                <a:sym typeface="微软雅黑"/>
              </a:rPr>
              <a:t>的最坏执行时间分析结果</a:t>
            </a:r>
            <a:endParaRPr lang="en-US" altLang="zh-CN" sz="3200" dirty="0">
              <a:solidFill>
                <a:schemeClr val="tx1">
                  <a:lumMod val="75000"/>
                  <a:lumOff val="25000"/>
                </a:schemeClr>
              </a:solidFill>
              <a:latin typeface="微软雅黑"/>
              <a:ea typeface="微软雅黑"/>
              <a:sym typeface="微软雅黑"/>
            </a:endParaRPr>
          </a:p>
        </p:txBody>
      </p:sp>
      <p:pic>
        <p:nvPicPr>
          <p:cNvPr id="6" name="图片 5">
            <a:extLst>
              <a:ext uri="{FF2B5EF4-FFF2-40B4-BE49-F238E27FC236}">
                <a16:creationId xmlns:a16="http://schemas.microsoft.com/office/drawing/2014/main" id="{EDC0AB99-AE69-7CC4-9003-3C3B376CB9CD}"/>
              </a:ext>
            </a:extLst>
          </p:cNvPr>
          <p:cNvPicPr>
            <a:picLocks noChangeAspect="1"/>
          </p:cNvPicPr>
          <p:nvPr/>
        </p:nvPicPr>
        <p:blipFill>
          <a:blip r:embed="rId3"/>
          <a:stretch>
            <a:fillRect/>
          </a:stretch>
        </p:blipFill>
        <p:spPr>
          <a:xfrm>
            <a:off x="7206663" y="1192520"/>
            <a:ext cx="4582594" cy="5090036"/>
          </a:xfrm>
          <a:prstGeom prst="rect">
            <a:avLst/>
          </a:prstGeom>
        </p:spPr>
      </p:pic>
      <p:pic>
        <p:nvPicPr>
          <p:cNvPr id="9" name="图片 8">
            <a:extLst>
              <a:ext uri="{FF2B5EF4-FFF2-40B4-BE49-F238E27FC236}">
                <a16:creationId xmlns:a16="http://schemas.microsoft.com/office/drawing/2014/main" id="{902E6B44-9150-826D-A60B-2F453F179D64}"/>
              </a:ext>
            </a:extLst>
          </p:cNvPr>
          <p:cNvPicPr>
            <a:picLocks noChangeAspect="1"/>
          </p:cNvPicPr>
          <p:nvPr/>
        </p:nvPicPr>
        <p:blipFill>
          <a:blip r:embed="rId4"/>
          <a:stretch>
            <a:fillRect/>
          </a:stretch>
        </p:blipFill>
        <p:spPr>
          <a:xfrm>
            <a:off x="742254" y="3224981"/>
            <a:ext cx="6210300" cy="2085975"/>
          </a:xfrm>
          <a:prstGeom prst="rect">
            <a:avLst/>
          </a:prstGeom>
        </p:spPr>
      </p:pic>
    </p:spTree>
    <p:extLst>
      <p:ext uri="{BB962C8B-B14F-4D97-AF65-F5344CB8AC3E}">
        <p14:creationId xmlns:p14="http://schemas.microsoft.com/office/powerpoint/2010/main" val="229931383"/>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2" name="组合 191"/>
          <p:cNvGrpSpPr/>
          <p:nvPr/>
        </p:nvGrpSpPr>
        <p:grpSpPr>
          <a:xfrm>
            <a:off x="0" y="6342185"/>
            <a:ext cx="12192000" cy="515815"/>
            <a:chOff x="0" y="6342185"/>
            <a:chExt cx="12192000" cy="515815"/>
          </a:xfrm>
        </p:grpSpPr>
        <p:sp>
          <p:nvSpPr>
            <p:cNvPr id="193" name="矩形 192"/>
            <p:cNvSpPr/>
            <p:nvPr/>
          </p:nvSpPr>
          <p:spPr>
            <a:xfrm>
              <a:off x="0" y="6342185"/>
              <a:ext cx="12192000" cy="515815"/>
            </a:xfrm>
            <a:prstGeom prst="rect">
              <a:avLst/>
            </a:prstGeom>
            <a:solidFill>
              <a:srgbClr val="9305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a:ea typeface="微软雅黑"/>
                <a:sym typeface="微软雅黑"/>
              </a:endParaRPr>
            </a:p>
          </p:txBody>
        </p:sp>
        <p:grpSp>
          <p:nvGrpSpPr>
            <p:cNvPr id="194" name="组合 193"/>
            <p:cNvGrpSpPr/>
            <p:nvPr/>
          </p:nvGrpSpPr>
          <p:grpSpPr>
            <a:xfrm>
              <a:off x="11610554" y="6351515"/>
              <a:ext cx="565461" cy="466258"/>
              <a:chOff x="0" y="6338455"/>
              <a:chExt cx="574766" cy="519545"/>
            </a:xfrm>
          </p:grpSpPr>
          <p:sp>
            <p:nvSpPr>
              <p:cNvPr id="198" name="矩形 197"/>
              <p:cNvSpPr/>
              <p:nvPr userDrawn="1"/>
            </p:nvSpPr>
            <p:spPr>
              <a:xfrm>
                <a:off x="0" y="6338455"/>
                <a:ext cx="574766" cy="519545"/>
              </a:xfrm>
              <a:prstGeom prst="rect">
                <a:avLst/>
              </a:prstGeom>
              <a:solidFill>
                <a:schemeClr val="bg1"/>
              </a:solidFill>
              <a:ln w="38100">
                <a:solidFill>
                  <a:srgbClr val="93050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微软雅黑"/>
                  <a:ea typeface="微软雅黑"/>
                  <a:sym typeface="微软雅黑"/>
                </a:endParaRPr>
              </a:p>
            </p:txBody>
          </p:sp>
          <p:sp>
            <p:nvSpPr>
              <p:cNvPr id="199" name="燕尾形 198"/>
              <p:cNvSpPr/>
              <p:nvPr userDrawn="1"/>
            </p:nvSpPr>
            <p:spPr>
              <a:xfrm>
                <a:off x="193599" y="6475132"/>
                <a:ext cx="187569" cy="246185"/>
              </a:xfrm>
              <a:prstGeom prst="chevron">
                <a:avLst/>
              </a:prstGeom>
              <a:solidFill>
                <a:srgbClr val="93050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a:ea typeface="微软雅黑"/>
                  <a:sym typeface="微软雅黑"/>
                </a:endParaRPr>
              </a:p>
            </p:txBody>
          </p:sp>
        </p:grpSp>
        <p:grpSp>
          <p:nvGrpSpPr>
            <p:cNvPr id="195" name="组合 194"/>
            <p:cNvGrpSpPr/>
            <p:nvPr/>
          </p:nvGrpSpPr>
          <p:grpSpPr>
            <a:xfrm flipH="1">
              <a:off x="15270" y="6351515"/>
              <a:ext cx="565461" cy="466258"/>
              <a:chOff x="0" y="6338455"/>
              <a:chExt cx="574766" cy="519545"/>
            </a:xfrm>
          </p:grpSpPr>
          <p:sp>
            <p:nvSpPr>
              <p:cNvPr id="196" name="矩形 195"/>
              <p:cNvSpPr/>
              <p:nvPr userDrawn="1"/>
            </p:nvSpPr>
            <p:spPr>
              <a:xfrm>
                <a:off x="0" y="6338455"/>
                <a:ext cx="574766" cy="519545"/>
              </a:xfrm>
              <a:prstGeom prst="rect">
                <a:avLst/>
              </a:prstGeom>
              <a:solidFill>
                <a:schemeClr val="bg1"/>
              </a:solidFill>
              <a:ln w="38100">
                <a:solidFill>
                  <a:srgbClr val="93050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微软雅黑"/>
                  <a:ea typeface="微软雅黑"/>
                  <a:sym typeface="微软雅黑"/>
                </a:endParaRPr>
              </a:p>
            </p:txBody>
          </p:sp>
          <p:sp>
            <p:nvSpPr>
              <p:cNvPr id="197" name="燕尾形 196"/>
              <p:cNvSpPr/>
              <p:nvPr userDrawn="1"/>
            </p:nvSpPr>
            <p:spPr>
              <a:xfrm>
                <a:off x="193599" y="6475132"/>
                <a:ext cx="187569" cy="246185"/>
              </a:xfrm>
              <a:prstGeom prst="chevron">
                <a:avLst/>
              </a:prstGeom>
              <a:solidFill>
                <a:srgbClr val="93050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a:ea typeface="微软雅黑"/>
                  <a:sym typeface="微软雅黑"/>
                </a:endParaRPr>
              </a:p>
            </p:txBody>
          </p:sp>
        </p:grpSp>
      </p:grpSp>
      <p:sp>
        <p:nvSpPr>
          <p:cNvPr id="2" name="原创设计师QQ598969553      _1">
            <a:extLst>
              <a:ext uri="{FF2B5EF4-FFF2-40B4-BE49-F238E27FC236}">
                <a16:creationId xmlns:a16="http://schemas.microsoft.com/office/drawing/2014/main" id="{C7BE11A5-DAFC-24D7-CD32-E4F3F0A7E209}"/>
              </a:ext>
            </a:extLst>
          </p:cNvPr>
          <p:cNvSpPr>
            <a:spLocks noChangeArrowheads="1"/>
          </p:cNvSpPr>
          <p:nvPr/>
        </p:nvSpPr>
        <p:spPr bwMode="auto">
          <a:xfrm>
            <a:off x="-1" y="318138"/>
            <a:ext cx="331115" cy="644152"/>
          </a:xfrm>
          <a:prstGeom prst="rect">
            <a:avLst/>
          </a:prstGeom>
          <a:solidFill>
            <a:srgbClr val="930502"/>
          </a:solidFill>
          <a:ln>
            <a:noFill/>
          </a:ln>
        </p:spPr>
        <p:txBody>
          <a:bodyPr anchor="ctr"/>
          <a:lstStyle/>
          <a:p>
            <a:pPr algn="ctr" eaLnBrk="1" hangingPunct="1">
              <a:buFont typeface="Arial" pitchFamily="34" charset="0"/>
              <a:buNone/>
            </a:pPr>
            <a:endParaRPr lang="zh-CN" altLang="zh-CN" sz="2400">
              <a:gradFill>
                <a:gsLst>
                  <a:gs pos="0">
                    <a:schemeClr val="accent2"/>
                  </a:gs>
                  <a:gs pos="100000">
                    <a:schemeClr val="accent1"/>
                  </a:gs>
                </a:gsLst>
                <a:lin ang="10800000" scaled="0"/>
              </a:gradFill>
              <a:latin typeface="微软雅黑"/>
              <a:ea typeface="微软雅黑"/>
              <a:sym typeface="微软雅黑"/>
            </a:endParaRPr>
          </a:p>
        </p:txBody>
      </p:sp>
      <p:sp>
        <p:nvSpPr>
          <p:cNvPr id="3" name="文本框 2">
            <a:extLst>
              <a:ext uri="{FF2B5EF4-FFF2-40B4-BE49-F238E27FC236}">
                <a16:creationId xmlns:a16="http://schemas.microsoft.com/office/drawing/2014/main" id="{870458F1-8552-5147-1E22-BF66BEE6BBA0}"/>
              </a:ext>
            </a:extLst>
          </p:cNvPr>
          <p:cNvSpPr txBox="1"/>
          <p:nvPr/>
        </p:nvSpPr>
        <p:spPr>
          <a:xfrm>
            <a:off x="457118" y="282673"/>
            <a:ext cx="9040843" cy="707886"/>
          </a:xfrm>
          <a:prstGeom prst="rect">
            <a:avLst/>
          </a:prstGeom>
          <a:noFill/>
        </p:spPr>
        <p:txBody>
          <a:bodyPr wrap="square" rtlCol="0">
            <a:spAutoFit/>
          </a:bodyPr>
          <a:lstStyle/>
          <a:p>
            <a:r>
              <a:rPr lang="zh-CN" altLang="en-US" sz="4000" dirty="0">
                <a:solidFill>
                  <a:schemeClr val="tx1">
                    <a:lumMod val="75000"/>
                    <a:lumOff val="25000"/>
                  </a:schemeClr>
                </a:solidFill>
                <a:latin typeface="微软雅黑"/>
                <a:ea typeface="微软雅黑"/>
              </a:rPr>
              <a:t>轻量级嵌入式操作系统飞蜻 </a:t>
            </a:r>
            <a:r>
              <a:rPr lang="en-US" altLang="zh-CN" sz="4000" dirty="0" err="1">
                <a:solidFill>
                  <a:schemeClr val="tx1">
                    <a:lumMod val="75000"/>
                    <a:lumOff val="25000"/>
                  </a:schemeClr>
                </a:solidFill>
                <a:latin typeface="微软雅黑"/>
                <a:ea typeface="微软雅黑"/>
              </a:rPr>
              <a:t>FlyLite</a:t>
            </a:r>
            <a:endParaRPr lang="zh-CN" altLang="en-US" sz="4000" dirty="0">
              <a:solidFill>
                <a:schemeClr val="tx1">
                  <a:lumMod val="75000"/>
                  <a:lumOff val="25000"/>
                </a:schemeClr>
              </a:solidFill>
              <a:latin typeface="微软雅黑"/>
              <a:ea typeface="微软雅黑"/>
              <a:sym typeface="微软雅黑"/>
            </a:endParaRPr>
          </a:p>
        </p:txBody>
      </p:sp>
      <p:sp>
        <p:nvSpPr>
          <p:cNvPr id="8" name="AutoShape 4">
            <a:extLst>
              <a:ext uri="{FF2B5EF4-FFF2-40B4-BE49-F238E27FC236}">
                <a16:creationId xmlns:a16="http://schemas.microsoft.com/office/drawing/2014/main" id="{57068FFA-625D-F4FC-7EF7-7743B5CEB10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文本框 3">
            <a:extLst>
              <a:ext uri="{FF2B5EF4-FFF2-40B4-BE49-F238E27FC236}">
                <a16:creationId xmlns:a16="http://schemas.microsoft.com/office/drawing/2014/main" id="{06AE40FA-F92B-656B-14C1-C79DDB1466C6}"/>
              </a:ext>
            </a:extLst>
          </p:cNvPr>
          <p:cNvSpPr txBox="1"/>
          <p:nvPr/>
        </p:nvSpPr>
        <p:spPr>
          <a:xfrm>
            <a:off x="742254" y="1593776"/>
            <a:ext cx="120252" cy="369332"/>
          </a:xfrm>
          <a:prstGeom prst="rect">
            <a:avLst/>
          </a:prstGeom>
          <a:noFill/>
        </p:spPr>
        <p:txBody>
          <a:bodyPr wrap="square" rtlCol="0">
            <a:spAutoFit/>
          </a:bodyPr>
          <a:lstStyle/>
          <a:p>
            <a:r>
              <a:rPr lang="zh-CN" altLang="en-US" dirty="0">
                <a:sym typeface="Symbol" panose="05050102010706020507" pitchFamily="18" charset="2"/>
              </a:rPr>
              <a:t></a:t>
            </a:r>
            <a:endParaRPr lang="zh-CN" altLang="en-US" dirty="0"/>
          </a:p>
        </p:txBody>
      </p:sp>
      <p:sp>
        <p:nvSpPr>
          <p:cNvPr id="5" name="原创设计师QQ598969553      _3">
            <a:extLst>
              <a:ext uri="{FF2B5EF4-FFF2-40B4-BE49-F238E27FC236}">
                <a16:creationId xmlns:a16="http://schemas.microsoft.com/office/drawing/2014/main" id="{925484B8-8244-AD14-D9DC-399FAAABD8BA}"/>
              </a:ext>
            </a:extLst>
          </p:cNvPr>
          <p:cNvSpPr/>
          <p:nvPr/>
        </p:nvSpPr>
        <p:spPr>
          <a:xfrm>
            <a:off x="1068265" y="1461849"/>
            <a:ext cx="8429695" cy="633187"/>
          </a:xfrm>
          <a:prstGeom prst="rect">
            <a:avLst/>
          </a:prstGeom>
        </p:spPr>
        <p:txBody>
          <a:bodyPr wrap="square">
            <a:spAutoFit/>
          </a:bodyPr>
          <a:lstStyle/>
          <a:p>
            <a:pPr>
              <a:lnSpc>
                <a:spcPct val="120000"/>
              </a:lnSpc>
            </a:pPr>
            <a:r>
              <a:rPr lang="zh-CN" altLang="en-US" sz="3200" dirty="0">
                <a:solidFill>
                  <a:schemeClr val="tx1">
                    <a:lumMod val="75000"/>
                    <a:lumOff val="25000"/>
                  </a:schemeClr>
                </a:solidFill>
                <a:latin typeface="微软雅黑"/>
                <a:ea typeface="微软雅黑"/>
              </a:rPr>
              <a:t>飞蜻</a:t>
            </a:r>
            <a:r>
              <a:rPr lang="zh-CN" altLang="en-US" sz="3200" dirty="0">
                <a:solidFill>
                  <a:schemeClr val="tx1">
                    <a:lumMod val="75000"/>
                    <a:lumOff val="25000"/>
                  </a:schemeClr>
                </a:solidFill>
                <a:latin typeface="微软雅黑"/>
                <a:ea typeface="微软雅黑"/>
                <a:sym typeface="微软雅黑"/>
              </a:rPr>
              <a:t>上的测试集分析及对比</a:t>
            </a:r>
            <a:endParaRPr lang="en-US" altLang="zh-CN" sz="3200" dirty="0">
              <a:solidFill>
                <a:schemeClr val="tx1">
                  <a:lumMod val="75000"/>
                  <a:lumOff val="25000"/>
                </a:schemeClr>
              </a:solidFill>
              <a:latin typeface="微软雅黑"/>
              <a:ea typeface="微软雅黑"/>
              <a:sym typeface="微软雅黑"/>
            </a:endParaRPr>
          </a:p>
        </p:txBody>
      </p:sp>
      <p:pic>
        <p:nvPicPr>
          <p:cNvPr id="7" name="图片 6">
            <a:extLst>
              <a:ext uri="{FF2B5EF4-FFF2-40B4-BE49-F238E27FC236}">
                <a16:creationId xmlns:a16="http://schemas.microsoft.com/office/drawing/2014/main" id="{6F33366A-5642-FD56-2D8B-E25712AB418F}"/>
              </a:ext>
            </a:extLst>
          </p:cNvPr>
          <p:cNvPicPr>
            <a:picLocks noChangeAspect="1"/>
          </p:cNvPicPr>
          <p:nvPr/>
        </p:nvPicPr>
        <p:blipFill>
          <a:blip r:embed="rId3"/>
          <a:stretch>
            <a:fillRect/>
          </a:stretch>
        </p:blipFill>
        <p:spPr>
          <a:xfrm>
            <a:off x="217134" y="2698253"/>
            <a:ext cx="5800725" cy="3114675"/>
          </a:xfrm>
          <a:prstGeom prst="rect">
            <a:avLst/>
          </a:prstGeom>
        </p:spPr>
      </p:pic>
      <p:pic>
        <p:nvPicPr>
          <p:cNvPr id="10" name="图片 9">
            <a:extLst>
              <a:ext uri="{FF2B5EF4-FFF2-40B4-BE49-F238E27FC236}">
                <a16:creationId xmlns:a16="http://schemas.microsoft.com/office/drawing/2014/main" id="{4D39A903-55EE-8D6B-6BC5-931F30759146}"/>
              </a:ext>
            </a:extLst>
          </p:cNvPr>
          <p:cNvPicPr>
            <a:picLocks noChangeAspect="1"/>
          </p:cNvPicPr>
          <p:nvPr/>
        </p:nvPicPr>
        <p:blipFill>
          <a:blip r:embed="rId4"/>
          <a:stretch>
            <a:fillRect/>
          </a:stretch>
        </p:blipFill>
        <p:spPr>
          <a:xfrm>
            <a:off x="6096000" y="2655390"/>
            <a:ext cx="5705475" cy="3200400"/>
          </a:xfrm>
          <a:prstGeom prst="rect">
            <a:avLst/>
          </a:prstGeom>
        </p:spPr>
      </p:pic>
    </p:spTree>
    <p:extLst>
      <p:ext uri="{BB962C8B-B14F-4D97-AF65-F5344CB8AC3E}">
        <p14:creationId xmlns:p14="http://schemas.microsoft.com/office/powerpoint/2010/main" val="2940427025"/>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2" name="组合 191"/>
          <p:cNvGrpSpPr/>
          <p:nvPr/>
        </p:nvGrpSpPr>
        <p:grpSpPr>
          <a:xfrm>
            <a:off x="0" y="6342185"/>
            <a:ext cx="12192000" cy="515815"/>
            <a:chOff x="0" y="6342185"/>
            <a:chExt cx="12192000" cy="515815"/>
          </a:xfrm>
        </p:grpSpPr>
        <p:sp>
          <p:nvSpPr>
            <p:cNvPr id="193" name="矩形 192"/>
            <p:cNvSpPr/>
            <p:nvPr/>
          </p:nvSpPr>
          <p:spPr>
            <a:xfrm>
              <a:off x="0" y="6342185"/>
              <a:ext cx="12192000" cy="515815"/>
            </a:xfrm>
            <a:prstGeom prst="rect">
              <a:avLst/>
            </a:prstGeom>
            <a:solidFill>
              <a:srgbClr val="9305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a:ea typeface="微软雅黑"/>
                <a:sym typeface="微软雅黑"/>
              </a:endParaRPr>
            </a:p>
          </p:txBody>
        </p:sp>
        <p:grpSp>
          <p:nvGrpSpPr>
            <p:cNvPr id="194" name="组合 193"/>
            <p:cNvGrpSpPr/>
            <p:nvPr/>
          </p:nvGrpSpPr>
          <p:grpSpPr>
            <a:xfrm>
              <a:off x="11610554" y="6351515"/>
              <a:ext cx="565461" cy="466258"/>
              <a:chOff x="0" y="6338455"/>
              <a:chExt cx="574766" cy="519545"/>
            </a:xfrm>
          </p:grpSpPr>
          <p:sp>
            <p:nvSpPr>
              <p:cNvPr id="198" name="矩形 197"/>
              <p:cNvSpPr/>
              <p:nvPr userDrawn="1"/>
            </p:nvSpPr>
            <p:spPr>
              <a:xfrm>
                <a:off x="0" y="6338455"/>
                <a:ext cx="574766" cy="519545"/>
              </a:xfrm>
              <a:prstGeom prst="rect">
                <a:avLst/>
              </a:prstGeom>
              <a:solidFill>
                <a:schemeClr val="bg1"/>
              </a:solidFill>
              <a:ln w="38100">
                <a:solidFill>
                  <a:srgbClr val="93050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微软雅黑"/>
                  <a:ea typeface="微软雅黑"/>
                  <a:sym typeface="微软雅黑"/>
                </a:endParaRPr>
              </a:p>
            </p:txBody>
          </p:sp>
          <p:sp>
            <p:nvSpPr>
              <p:cNvPr id="199" name="燕尾形 198"/>
              <p:cNvSpPr/>
              <p:nvPr userDrawn="1"/>
            </p:nvSpPr>
            <p:spPr>
              <a:xfrm>
                <a:off x="193599" y="6475132"/>
                <a:ext cx="187569" cy="246185"/>
              </a:xfrm>
              <a:prstGeom prst="chevron">
                <a:avLst/>
              </a:prstGeom>
              <a:solidFill>
                <a:srgbClr val="93050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a:ea typeface="微软雅黑"/>
                  <a:sym typeface="微软雅黑"/>
                </a:endParaRPr>
              </a:p>
            </p:txBody>
          </p:sp>
        </p:grpSp>
        <p:grpSp>
          <p:nvGrpSpPr>
            <p:cNvPr id="195" name="组合 194"/>
            <p:cNvGrpSpPr/>
            <p:nvPr/>
          </p:nvGrpSpPr>
          <p:grpSpPr>
            <a:xfrm flipH="1">
              <a:off x="15270" y="6351515"/>
              <a:ext cx="565461" cy="466258"/>
              <a:chOff x="0" y="6338455"/>
              <a:chExt cx="574766" cy="519545"/>
            </a:xfrm>
          </p:grpSpPr>
          <p:sp>
            <p:nvSpPr>
              <p:cNvPr id="196" name="矩形 195"/>
              <p:cNvSpPr/>
              <p:nvPr userDrawn="1"/>
            </p:nvSpPr>
            <p:spPr>
              <a:xfrm>
                <a:off x="0" y="6338455"/>
                <a:ext cx="574766" cy="519545"/>
              </a:xfrm>
              <a:prstGeom prst="rect">
                <a:avLst/>
              </a:prstGeom>
              <a:solidFill>
                <a:schemeClr val="bg1"/>
              </a:solidFill>
              <a:ln w="38100">
                <a:solidFill>
                  <a:srgbClr val="93050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微软雅黑"/>
                  <a:ea typeface="微软雅黑"/>
                  <a:sym typeface="微软雅黑"/>
                </a:endParaRPr>
              </a:p>
            </p:txBody>
          </p:sp>
          <p:sp>
            <p:nvSpPr>
              <p:cNvPr id="197" name="燕尾形 196"/>
              <p:cNvSpPr/>
              <p:nvPr userDrawn="1"/>
            </p:nvSpPr>
            <p:spPr>
              <a:xfrm>
                <a:off x="193599" y="6475132"/>
                <a:ext cx="187569" cy="246185"/>
              </a:xfrm>
              <a:prstGeom prst="chevron">
                <a:avLst/>
              </a:prstGeom>
              <a:solidFill>
                <a:srgbClr val="93050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a:ea typeface="微软雅黑"/>
                  <a:sym typeface="微软雅黑"/>
                </a:endParaRPr>
              </a:p>
            </p:txBody>
          </p:sp>
        </p:grpSp>
      </p:grpSp>
      <p:sp>
        <p:nvSpPr>
          <p:cNvPr id="2" name="原创设计师QQ598969553      _1">
            <a:extLst>
              <a:ext uri="{FF2B5EF4-FFF2-40B4-BE49-F238E27FC236}">
                <a16:creationId xmlns:a16="http://schemas.microsoft.com/office/drawing/2014/main" id="{C7BE11A5-DAFC-24D7-CD32-E4F3F0A7E209}"/>
              </a:ext>
            </a:extLst>
          </p:cNvPr>
          <p:cNvSpPr>
            <a:spLocks noChangeArrowheads="1"/>
          </p:cNvSpPr>
          <p:nvPr/>
        </p:nvSpPr>
        <p:spPr bwMode="auto">
          <a:xfrm>
            <a:off x="-1" y="318138"/>
            <a:ext cx="331115" cy="644152"/>
          </a:xfrm>
          <a:prstGeom prst="rect">
            <a:avLst/>
          </a:prstGeom>
          <a:solidFill>
            <a:srgbClr val="930502"/>
          </a:solidFill>
          <a:ln>
            <a:noFill/>
          </a:ln>
        </p:spPr>
        <p:txBody>
          <a:bodyPr anchor="ctr"/>
          <a:lstStyle/>
          <a:p>
            <a:pPr algn="ctr" eaLnBrk="1" hangingPunct="1">
              <a:buFont typeface="Arial" pitchFamily="34" charset="0"/>
              <a:buNone/>
            </a:pPr>
            <a:endParaRPr lang="zh-CN" altLang="zh-CN" sz="2400">
              <a:gradFill>
                <a:gsLst>
                  <a:gs pos="0">
                    <a:schemeClr val="accent2"/>
                  </a:gs>
                  <a:gs pos="100000">
                    <a:schemeClr val="accent1"/>
                  </a:gs>
                </a:gsLst>
                <a:lin ang="10800000" scaled="0"/>
              </a:gradFill>
              <a:latin typeface="微软雅黑"/>
              <a:ea typeface="微软雅黑"/>
              <a:sym typeface="微软雅黑"/>
            </a:endParaRPr>
          </a:p>
        </p:txBody>
      </p:sp>
      <p:sp>
        <p:nvSpPr>
          <p:cNvPr id="3" name="文本框 2">
            <a:extLst>
              <a:ext uri="{FF2B5EF4-FFF2-40B4-BE49-F238E27FC236}">
                <a16:creationId xmlns:a16="http://schemas.microsoft.com/office/drawing/2014/main" id="{870458F1-8552-5147-1E22-BF66BEE6BBA0}"/>
              </a:ext>
            </a:extLst>
          </p:cNvPr>
          <p:cNvSpPr txBox="1"/>
          <p:nvPr/>
        </p:nvSpPr>
        <p:spPr>
          <a:xfrm>
            <a:off x="457118" y="282673"/>
            <a:ext cx="9040843" cy="707886"/>
          </a:xfrm>
          <a:prstGeom prst="rect">
            <a:avLst/>
          </a:prstGeom>
          <a:noFill/>
        </p:spPr>
        <p:txBody>
          <a:bodyPr wrap="square" rtlCol="0">
            <a:spAutoFit/>
          </a:bodyPr>
          <a:lstStyle/>
          <a:p>
            <a:r>
              <a:rPr lang="zh-CN" altLang="en-US" sz="4000" dirty="0">
                <a:solidFill>
                  <a:schemeClr val="tx1">
                    <a:lumMod val="75000"/>
                    <a:lumOff val="25000"/>
                  </a:schemeClr>
                </a:solidFill>
                <a:latin typeface="微软雅黑"/>
                <a:ea typeface="微软雅黑"/>
              </a:rPr>
              <a:t>总结</a:t>
            </a:r>
            <a:endParaRPr lang="zh-CN" altLang="en-US" sz="4000" dirty="0">
              <a:solidFill>
                <a:schemeClr val="tx1">
                  <a:lumMod val="75000"/>
                  <a:lumOff val="25000"/>
                </a:schemeClr>
              </a:solidFill>
              <a:latin typeface="微软雅黑"/>
              <a:ea typeface="微软雅黑"/>
              <a:sym typeface="微软雅黑"/>
            </a:endParaRPr>
          </a:p>
        </p:txBody>
      </p:sp>
      <p:sp>
        <p:nvSpPr>
          <p:cNvPr id="8" name="AutoShape 4">
            <a:extLst>
              <a:ext uri="{FF2B5EF4-FFF2-40B4-BE49-F238E27FC236}">
                <a16:creationId xmlns:a16="http://schemas.microsoft.com/office/drawing/2014/main" id="{57068FFA-625D-F4FC-7EF7-7743B5CEB10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9" name="原创设计师QQ598969553      _3">
            <a:extLst>
              <a:ext uri="{FF2B5EF4-FFF2-40B4-BE49-F238E27FC236}">
                <a16:creationId xmlns:a16="http://schemas.microsoft.com/office/drawing/2014/main" id="{8ECB3D39-6C6A-6EA5-C6D5-F44ED402843F}"/>
              </a:ext>
            </a:extLst>
          </p:cNvPr>
          <p:cNvSpPr/>
          <p:nvPr/>
        </p:nvSpPr>
        <p:spPr>
          <a:xfrm>
            <a:off x="1443617" y="2293625"/>
            <a:ext cx="9609566" cy="2713948"/>
          </a:xfrm>
          <a:prstGeom prst="rect">
            <a:avLst/>
          </a:prstGeom>
        </p:spPr>
        <p:txBody>
          <a:bodyPr wrap="square">
            <a:spAutoFit/>
          </a:bodyPr>
          <a:lstStyle/>
          <a:p>
            <a:pPr>
              <a:lnSpc>
                <a:spcPct val="120000"/>
              </a:lnSpc>
            </a:pPr>
            <a:r>
              <a:rPr lang="zh-CN" altLang="en-US" sz="2400" dirty="0">
                <a:solidFill>
                  <a:schemeClr val="tx1">
                    <a:lumMod val="75000"/>
                    <a:lumOff val="25000"/>
                  </a:schemeClr>
                </a:solidFill>
                <a:latin typeface="微软雅黑"/>
                <a:ea typeface="微软雅黑"/>
              </a:rPr>
              <a:t>实现了基于模型检测的最坏执行时间分析，并且提出了能够将控制流图等信息自动转换为多个模型检测工具的输入语言的算法，以及提出了对于一个模型的反例路径集合查找及生成的算法</a:t>
            </a:r>
            <a:endParaRPr lang="en-US" altLang="zh-CN" sz="2400" dirty="0">
              <a:solidFill>
                <a:schemeClr val="tx1">
                  <a:lumMod val="75000"/>
                  <a:lumOff val="25000"/>
                </a:schemeClr>
              </a:solidFill>
              <a:latin typeface="微软雅黑"/>
              <a:ea typeface="微软雅黑"/>
            </a:endParaRPr>
          </a:p>
          <a:p>
            <a:pPr>
              <a:lnSpc>
                <a:spcPct val="120000"/>
              </a:lnSpc>
            </a:pPr>
            <a:endParaRPr lang="en-US" altLang="zh-CN" sz="2400" dirty="0">
              <a:solidFill>
                <a:schemeClr val="tx1">
                  <a:lumMod val="75000"/>
                  <a:lumOff val="25000"/>
                </a:schemeClr>
              </a:solidFill>
              <a:latin typeface="微软雅黑"/>
              <a:ea typeface="微软雅黑"/>
            </a:endParaRPr>
          </a:p>
          <a:p>
            <a:pPr>
              <a:lnSpc>
                <a:spcPct val="120000"/>
              </a:lnSpc>
            </a:pPr>
            <a:r>
              <a:rPr lang="zh-CN" altLang="en-US" sz="2400" dirty="0">
                <a:solidFill>
                  <a:schemeClr val="tx1">
                    <a:lumMod val="75000"/>
                    <a:lumOff val="25000"/>
                  </a:schemeClr>
                </a:solidFill>
                <a:latin typeface="微软雅黑"/>
                <a:ea typeface="微软雅黑"/>
              </a:rPr>
              <a:t>并通过</a:t>
            </a:r>
            <a:r>
              <a:rPr lang="en-US" altLang="zh-CN" sz="2400" dirty="0">
                <a:solidFill>
                  <a:schemeClr val="tx1">
                    <a:lumMod val="75000"/>
                    <a:lumOff val="25000"/>
                  </a:schemeClr>
                </a:solidFill>
                <a:latin typeface="微软雅黑"/>
                <a:ea typeface="微软雅黑"/>
              </a:rPr>
              <a:t>benchmarks</a:t>
            </a:r>
            <a:r>
              <a:rPr lang="zh-CN" altLang="en-US" sz="2400" dirty="0">
                <a:solidFill>
                  <a:schemeClr val="tx1">
                    <a:lumMod val="75000"/>
                    <a:lumOff val="25000"/>
                  </a:schemeClr>
                </a:solidFill>
                <a:latin typeface="微软雅黑"/>
                <a:ea typeface="微软雅黑"/>
              </a:rPr>
              <a:t>对本文的方法进行实验验证，以及在两个不同的操作系统上进行最坏执行时间分析，获得结果并进行分析。</a:t>
            </a:r>
            <a:endParaRPr lang="en-US" altLang="zh-CN" sz="2400" dirty="0">
              <a:solidFill>
                <a:schemeClr val="tx1">
                  <a:lumMod val="75000"/>
                  <a:lumOff val="25000"/>
                </a:schemeClr>
              </a:solidFill>
              <a:latin typeface="微软雅黑"/>
              <a:ea typeface="微软雅黑"/>
              <a:sym typeface="微软雅黑"/>
            </a:endParaRPr>
          </a:p>
        </p:txBody>
      </p:sp>
    </p:spTree>
    <p:extLst>
      <p:ext uri="{BB962C8B-B14F-4D97-AF65-F5344CB8AC3E}">
        <p14:creationId xmlns:p14="http://schemas.microsoft.com/office/powerpoint/2010/main" val="2083754948"/>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2" name="组合 191"/>
          <p:cNvGrpSpPr/>
          <p:nvPr/>
        </p:nvGrpSpPr>
        <p:grpSpPr>
          <a:xfrm>
            <a:off x="0" y="6342185"/>
            <a:ext cx="12192000" cy="515815"/>
            <a:chOff x="0" y="6342185"/>
            <a:chExt cx="12192000" cy="515815"/>
          </a:xfrm>
        </p:grpSpPr>
        <p:sp>
          <p:nvSpPr>
            <p:cNvPr id="193" name="矩形 192"/>
            <p:cNvSpPr/>
            <p:nvPr/>
          </p:nvSpPr>
          <p:spPr>
            <a:xfrm>
              <a:off x="0" y="6342185"/>
              <a:ext cx="12192000" cy="515815"/>
            </a:xfrm>
            <a:prstGeom prst="rect">
              <a:avLst/>
            </a:prstGeom>
            <a:solidFill>
              <a:srgbClr val="9305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a:ea typeface="微软雅黑"/>
                <a:sym typeface="微软雅黑"/>
              </a:endParaRPr>
            </a:p>
          </p:txBody>
        </p:sp>
        <p:grpSp>
          <p:nvGrpSpPr>
            <p:cNvPr id="194" name="组合 193"/>
            <p:cNvGrpSpPr/>
            <p:nvPr/>
          </p:nvGrpSpPr>
          <p:grpSpPr>
            <a:xfrm>
              <a:off x="11610554" y="6351515"/>
              <a:ext cx="565461" cy="466258"/>
              <a:chOff x="0" y="6338455"/>
              <a:chExt cx="574766" cy="519545"/>
            </a:xfrm>
          </p:grpSpPr>
          <p:sp>
            <p:nvSpPr>
              <p:cNvPr id="198" name="矩形 197"/>
              <p:cNvSpPr/>
              <p:nvPr userDrawn="1"/>
            </p:nvSpPr>
            <p:spPr>
              <a:xfrm>
                <a:off x="0" y="6338455"/>
                <a:ext cx="574766" cy="519545"/>
              </a:xfrm>
              <a:prstGeom prst="rect">
                <a:avLst/>
              </a:prstGeom>
              <a:solidFill>
                <a:schemeClr val="bg1"/>
              </a:solidFill>
              <a:ln w="38100">
                <a:solidFill>
                  <a:srgbClr val="93050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微软雅黑"/>
                  <a:ea typeface="微软雅黑"/>
                  <a:sym typeface="微软雅黑"/>
                </a:endParaRPr>
              </a:p>
            </p:txBody>
          </p:sp>
          <p:sp>
            <p:nvSpPr>
              <p:cNvPr id="199" name="燕尾形 198"/>
              <p:cNvSpPr/>
              <p:nvPr userDrawn="1"/>
            </p:nvSpPr>
            <p:spPr>
              <a:xfrm>
                <a:off x="193599" y="6475132"/>
                <a:ext cx="187569" cy="246185"/>
              </a:xfrm>
              <a:prstGeom prst="chevron">
                <a:avLst/>
              </a:prstGeom>
              <a:solidFill>
                <a:srgbClr val="93050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a:ea typeface="微软雅黑"/>
                  <a:sym typeface="微软雅黑"/>
                </a:endParaRPr>
              </a:p>
            </p:txBody>
          </p:sp>
        </p:grpSp>
        <p:grpSp>
          <p:nvGrpSpPr>
            <p:cNvPr id="195" name="组合 194"/>
            <p:cNvGrpSpPr/>
            <p:nvPr/>
          </p:nvGrpSpPr>
          <p:grpSpPr>
            <a:xfrm flipH="1">
              <a:off x="15270" y="6351515"/>
              <a:ext cx="565461" cy="466258"/>
              <a:chOff x="0" y="6338455"/>
              <a:chExt cx="574766" cy="519545"/>
            </a:xfrm>
          </p:grpSpPr>
          <p:sp>
            <p:nvSpPr>
              <p:cNvPr id="196" name="矩形 195"/>
              <p:cNvSpPr/>
              <p:nvPr userDrawn="1"/>
            </p:nvSpPr>
            <p:spPr>
              <a:xfrm>
                <a:off x="0" y="6338455"/>
                <a:ext cx="574766" cy="519545"/>
              </a:xfrm>
              <a:prstGeom prst="rect">
                <a:avLst/>
              </a:prstGeom>
              <a:solidFill>
                <a:schemeClr val="bg1"/>
              </a:solidFill>
              <a:ln w="38100">
                <a:solidFill>
                  <a:srgbClr val="93050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微软雅黑"/>
                  <a:ea typeface="微软雅黑"/>
                  <a:sym typeface="微软雅黑"/>
                </a:endParaRPr>
              </a:p>
            </p:txBody>
          </p:sp>
          <p:sp>
            <p:nvSpPr>
              <p:cNvPr id="197" name="燕尾形 196"/>
              <p:cNvSpPr/>
              <p:nvPr userDrawn="1"/>
            </p:nvSpPr>
            <p:spPr>
              <a:xfrm>
                <a:off x="193599" y="6475132"/>
                <a:ext cx="187569" cy="246185"/>
              </a:xfrm>
              <a:prstGeom prst="chevron">
                <a:avLst/>
              </a:prstGeom>
              <a:solidFill>
                <a:srgbClr val="93050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a:ea typeface="微软雅黑"/>
                  <a:sym typeface="微软雅黑"/>
                </a:endParaRPr>
              </a:p>
            </p:txBody>
          </p:sp>
        </p:grpSp>
      </p:grpSp>
      <p:sp>
        <p:nvSpPr>
          <p:cNvPr id="2" name="原创设计师QQ598969553      _1">
            <a:extLst>
              <a:ext uri="{FF2B5EF4-FFF2-40B4-BE49-F238E27FC236}">
                <a16:creationId xmlns:a16="http://schemas.microsoft.com/office/drawing/2014/main" id="{C7BE11A5-DAFC-24D7-CD32-E4F3F0A7E209}"/>
              </a:ext>
            </a:extLst>
          </p:cNvPr>
          <p:cNvSpPr>
            <a:spLocks noChangeArrowheads="1"/>
          </p:cNvSpPr>
          <p:nvPr/>
        </p:nvSpPr>
        <p:spPr bwMode="auto">
          <a:xfrm>
            <a:off x="-1" y="318138"/>
            <a:ext cx="331115" cy="644152"/>
          </a:xfrm>
          <a:prstGeom prst="rect">
            <a:avLst/>
          </a:prstGeom>
          <a:solidFill>
            <a:srgbClr val="930502"/>
          </a:solidFill>
          <a:ln>
            <a:noFill/>
          </a:ln>
        </p:spPr>
        <p:txBody>
          <a:bodyPr anchor="ctr"/>
          <a:lstStyle/>
          <a:p>
            <a:pPr algn="ctr" eaLnBrk="1" hangingPunct="1">
              <a:buFont typeface="Arial" pitchFamily="34" charset="0"/>
              <a:buNone/>
            </a:pPr>
            <a:endParaRPr lang="zh-CN" altLang="zh-CN" sz="2400">
              <a:gradFill>
                <a:gsLst>
                  <a:gs pos="0">
                    <a:schemeClr val="accent2"/>
                  </a:gs>
                  <a:gs pos="100000">
                    <a:schemeClr val="accent1"/>
                  </a:gs>
                </a:gsLst>
                <a:lin ang="10800000" scaled="0"/>
              </a:gradFill>
              <a:latin typeface="微软雅黑"/>
              <a:ea typeface="微软雅黑"/>
              <a:sym typeface="微软雅黑"/>
            </a:endParaRPr>
          </a:p>
        </p:txBody>
      </p:sp>
      <p:sp>
        <p:nvSpPr>
          <p:cNvPr id="3" name="文本框 2">
            <a:extLst>
              <a:ext uri="{FF2B5EF4-FFF2-40B4-BE49-F238E27FC236}">
                <a16:creationId xmlns:a16="http://schemas.microsoft.com/office/drawing/2014/main" id="{870458F1-8552-5147-1E22-BF66BEE6BBA0}"/>
              </a:ext>
            </a:extLst>
          </p:cNvPr>
          <p:cNvSpPr txBox="1"/>
          <p:nvPr/>
        </p:nvSpPr>
        <p:spPr>
          <a:xfrm>
            <a:off x="457118" y="282673"/>
            <a:ext cx="9040843" cy="707886"/>
          </a:xfrm>
          <a:prstGeom prst="rect">
            <a:avLst/>
          </a:prstGeom>
          <a:noFill/>
        </p:spPr>
        <p:txBody>
          <a:bodyPr wrap="square" rtlCol="0">
            <a:spAutoFit/>
          </a:bodyPr>
          <a:lstStyle/>
          <a:p>
            <a:r>
              <a:rPr lang="zh-CN" altLang="en-US" sz="4000" dirty="0">
                <a:solidFill>
                  <a:schemeClr val="tx1">
                    <a:lumMod val="75000"/>
                    <a:lumOff val="25000"/>
                  </a:schemeClr>
                </a:solidFill>
                <a:latin typeface="微软雅黑"/>
                <a:ea typeface="微软雅黑"/>
                <a:sym typeface="微软雅黑"/>
              </a:rPr>
              <a:t>展望</a:t>
            </a:r>
          </a:p>
        </p:txBody>
      </p:sp>
      <p:sp>
        <p:nvSpPr>
          <p:cNvPr id="8" name="AutoShape 4">
            <a:extLst>
              <a:ext uri="{FF2B5EF4-FFF2-40B4-BE49-F238E27FC236}">
                <a16:creationId xmlns:a16="http://schemas.microsoft.com/office/drawing/2014/main" id="{57068FFA-625D-F4FC-7EF7-7743B5CEB10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 name="文本框 5">
            <a:extLst>
              <a:ext uri="{FF2B5EF4-FFF2-40B4-BE49-F238E27FC236}">
                <a16:creationId xmlns:a16="http://schemas.microsoft.com/office/drawing/2014/main" id="{FF8A0FF2-34FD-107F-D1B3-E9F75418BF3B}"/>
              </a:ext>
            </a:extLst>
          </p:cNvPr>
          <p:cNvSpPr txBox="1"/>
          <p:nvPr/>
        </p:nvSpPr>
        <p:spPr>
          <a:xfrm>
            <a:off x="1117605" y="1853444"/>
            <a:ext cx="120252" cy="369332"/>
          </a:xfrm>
          <a:prstGeom prst="rect">
            <a:avLst/>
          </a:prstGeom>
          <a:noFill/>
        </p:spPr>
        <p:txBody>
          <a:bodyPr wrap="square" rtlCol="0">
            <a:spAutoFit/>
          </a:bodyPr>
          <a:lstStyle/>
          <a:p>
            <a:r>
              <a:rPr lang="zh-CN" altLang="en-US" dirty="0">
                <a:sym typeface="Symbol" panose="05050102010706020507" pitchFamily="18" charset="2"/>
              </a:rPr>
              <a:t></a:t>
            </a:r>
            <a:endParaRPr lang="zh-CN" altLang="en-US" dirty="0"/>
          </a:p>
        </p:txBody>
      </p:sp>
      <p:sp>
        <p:nvSpPr>
          <p:cNvPr id="9" name="原创设计师QQ598969553      _3">
            <a:extLst>
              <a:ext uri="{FF2B5EF4-FFF2-40B4-BE49-F238E27FC236}">
                <a16:creationId xmlns:a16="http://schemas.microsoft.com/office/drawing/2014/main" id="{8ECB3D39-6C6A-6EA5-C6D5-F44ED402843F}"/>
              </a:ext>
            </a:extLst>
          </p:cNvPr>
          <p:cNvSpPr/>
          <p:nvPr/>
        </p:nvSpPr>
        <p:spPr>
          <a:xfrm>
            <a:off x="1443617" y="1721517"/>
            <a:ext cx="9609566" cy="941155"/>
          </a:xfrm>
          <a:prstGeom prst="rect">
            <a:avLst/>
          </a:prstGeom>
        </p:spPr>
        <p:txBody>
          <a:bodyPr wrap="square">
            <a:spAutoFit/>
          </a:bodyPr>
          <a:lstStyle/>
          <a:p>
            <a:pPr>
              <a:lnSpc>
                <a:spcPct val="120000"/>
              </a:lnSpc>
            </a:pPr>
            <a:r>
              <a:rPr lang="zh-CN" altLang="en-US" sz="2400" dirty="0">
                <a:solidFill>
                  <a:schemeClr val="tx1">
                    <a:lumMod val="75000"/>
                    <a:lumOff val="25000"/>
                  </a:schemeClr>
                </a:solidFill>
                <a:latin typeface="微软雅黑"/>
                <a:ea typeface="微软雅黑"/>
              </a:rPr>
              <a:t>本文的算法的时间复杂度较高，仍可以进行优化以降低执行时消耗的时间。</a:t>
            </a:r>
            <a:endParaRPr lang="en-US" altLang="zh-CN" sz="2400" dirty="0">
              <a:solidFill>
                <a:schemeClr val="tx1">
                  <a:lumMod val="75000"/>
                  <a:lumOff val="25000"/>
                </a:schemeClr>
              </a:solidFill>
              <a:latin typeface="微软雅黑"/>
              <a:ea typeface="微软雅黑"/>
              <a:sym typeface="微软雅黑"/>
            </a:endParaRPr>
          </a:p>
        </p:txBody>
      </p:sp>
      <p:sp>
        <p:nvSpPr>
          <p:cNvPr id="4" name="文本框 3">
            <a:extLst>
              <a:ext uri="{FF2B5EF4-FFF2-40B4-BE49-F238E27FC236}">
                <a16:creationId xmlns:a16="http://schemas.microsoft.com/office/drawing/2014/main" id="{FF52A905-44DD-33E3-BF08-751AE92D70F8}"/>
              </a:ext>
            </a:extLst>
          </p:cNvPr>
          <p:cNvSpPr txBox="1"/>
          <p:nvPr/>
        </p:nvSpPr>
        <p:spPr>
          <a:xfrm>
            <a:off x="1117605" y="2936569"/>
            <a:ext cx="120252" cy="369332"/>
          </a:xfrm>
          <a:prstGeom prst="rect">
            <a:avLst/>
          </a:prstGeom>
          <a:noFill/>
        </p:spPr>
        <p:txBody>
          <a:bodyPr wrap="square" rtlCol="0">
            <a:spAutoFit/>
          </a:bodyPr>
          <a:lstStyle/>
          <a:p>
            <a:r>
              <a:rPr lang="zh-CN" altLang="en-US" dirty="0">
                <a:sym typeface="Symbol" panose="05050102010706020507" pitchFamily="18" charset="2"/>
              </a:rPr>
              <a:t></a:t>
            </a:r>
            <a:endParaRPr lang="zh-CN" altLang="en-US" dirty="0"/>
          </a:p>
        </p:txBody>
      </p:sp>
      <p:sp>
        <p:nvSpPr>
          <p:cNvPr id="5" name="原创设计师QQ598969553      _3">
            <a:extLst>
              <a:ext uri="{FF2B5EF4-FFF2-40B4-BE49-F238E27FC236}">
                <a16:creationId xmlns:a16="http://schemas.microsoft.com/office/drawing/2014/main" id="{0B49D640-A448-4C55-9061-7C9F77B22BCA}"/>
              </a:ext>
            </a:extLst>
          </p:cNvPr>
          <p:cNvSpPr/>
          <p:nvPr/>
        </p:nvSpPr>
        <p:spPr>
          <a:xfrm>
            <a:off x="1443617" y="2804642"/>
            <a:ext cx="9609566" cy="941155"/>
          </a:xfrm>
          <a:prstGeom prst="rect">
            <a:avLst/>
          </a:prstGeom>
        </p:spPr>
        <p:txBody>
          <a:bodyPr wrap="square">
            <a:spAutoFit/>
          </a:bodyPr>
          <a:lstStyle/>
          <a:p>
            <a:pPr>
              <a:lnSpc>
                <a:spcPct val="120000"/>
              </a:lnSpc>
            </a:pPr>
            <a:r>
              <a:rPr lang="zh-CN" altLang="en-US" sz="2400" dirty="0">
                <a:solidFill>
                  <a:schemeClr val="tx1">
                    <a:lumMod val="75000"/>
                    <a:lumOff val="25000"/>
                  </a:schemeClr>
                </a:solidFill>
                <a:latin typeface="微软雅黑"/>
                <a:ea typeface="微软雅黑"/>
              </a:rPr>
              <a:t>反例路径的生成会有大量的冗余路径，可以对其进行剪枝以更方便的分析结果。</a:t>
            </a:r>
            <a:endParaRPr lang="en-US" altLang="zh-CN" sz="2400" dirty="0">
              <a:solidFill>
                <a:schemeClr val="tx1">
                  <a:lumMod val="75000"/>
                  <a:lumOff val="25000"/>
                </a:schemeClr>
              </a:solidFill>
              <a:latin typeface="微软雅黑"/>
              <a:ea typeface="微软雅黑"/>
              <a:sym typeface="微软雅黑"/>
            </a:endParaRPr>
          </a:p>
        </p:txBody>
      </p:sp>
      <p:sp>
        <p:nvSpPr>
          <p:cNvPr id="7" name="文本框 6">
            <a:extLst>
              <a:ext uri="{FF2B5EF4-FFF2-40B4-BE49-F238E27FC236}">
                <a16:creationId xmlns:a16="http://schemas.microsoft.com/office/drawing/2014/main" id="{8A7AEE47-6E58-8049-0986-DDD9EE3C6969}"/>
              </a:ext>
            </a:extLst>
          </p:cNvPr>
          <p:cNvSpPr txBox="1"/>
          <p:nvPr/>
        </p:nvSpPr>
        <p:spPr>
          <a:xfrm>
            <a:off x="1117605" y="4009936"/>
            <a:ext cx="120252" cy="369332"/>
          </a:xfrm>
          <a:prstGeom prst="rect">
            <a:avLst/>
          </a:prstGeom>
          <a:noFill/>
        </p:spPr>
        <p:txBody>
          <a:bodyPr wrap="square" rtlCol="0">
            <a:spAutoFit/>
          </a:bodyPr>
          <a:lstStyle/>
          <a:p>
            <a:r>
              <a:rPr lang="zh-CN" altLang="en-US" dirty="0">
                <a:sym typeface="Symbol" panose="05050102010706020507" pitchFamily="18" charset="2"/>
              </a:rPr>
              <a:t></a:t>
            </a:r>
            <a:endParaRPr lang="zh-CN" altLang="en-US" dirty="0"/>
          </a:p>
        </p:txBody>
      </p:sp>
      <p:sp>
        <p:nvSpPr>
          <p:cNvPr id="10" name="原创设计师QQ598969553      _3">
            <a:extLst>
              <a:ext uri="{FF2B5EF4-FFF2-40B4-BE49-F238E27FC236}">
                <a16:creationId xmlns:a16="http://schemas.microsoft.com/office/drawing/2014/main" id="{B805B78E-73AB-63F1-C4E1-DEEA3D92F522}"/>
              </a:ext>
            </a:extLst>
          </p:cNvPr>
          <p:cNvSpPr/>
          <p:nvPr/>
        </p:nvSpPr>
        <p:spPr>
          <a:xfrm>
            <a:off x="1443617" y="3878009"/>
            <a:ext cx="9609566" cy="497957"/>
          </a:xfrm>
          <a:prstGeom prst="rect">
            <a:avLst/>
          </a:prstGeom>
        </p:spPr>
        <p:txBody>
          <a:bodyPr wrap="square">
            <a:spAutoFit/>
          </a:bodyPr>
          <a:lstStyle/>
          <a:p>
            <a:pPr>
              <a:lnSpc>
                <a:spcPct val="120000"/>
              </a:lnSpc>
            </a:pPr>
            <a:r>
              <a:rPr lang="zh-CN" altLang="en-US" sz="2400">
                <a:solidFill>
                  <a:schemeClr val="tx1">
                    <a:lumMod val="75000"/>
                    <a:lumOff val="25000"/>
                  </a:schemeClr>
                </a:solidFill>
                <a:latin typeface="微软雅黑"/>
                <a:ea typeface="微软雅黑"/>
              </a:rPr>
              <a:t>未来可以考虑将处理器的建模纳入分析之中。</a:t>
            </a:r>
            <a:endParaRPr lang="en-US" altLang="zh-CN" sz="2400" dirty="0">
              <a:solidFill>
                <a:schemeClr val="tx1">
                  <a:lumMod val="75000"/>
                  <a:lumOff val="25000"/>
                </a:schemeClr>
              </a:solidFill>
              <a:latin typeface="微软雅黑"/>
              <a:ea typeface="微软雅黑"/>
              <a:sym typeface="微软雅黑"/>
            </a:endParaRPr>
          </a:p>
        </p:txBody>
      </p:sp>
    </p:spTree>
    <p:extLst>
      <p:ext uri="{BB962C8B-B14F-4D97-AF65-F5344CB8AC3E}">
        <p14:creationId xmlns:p14="http://schemas.microsoft.com/office/powerpoint/2010/main" val="1312336529"/>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1419</TotalTime>
  <Words>6283</Words>
  <Application>Microsoft Office PowerPoint</Application>
  <PresentationFormat>宽屏</PresentationFormat>
  <Paragraphs>1160</Paragraphs>
  <Slides>108</Slides>
  <Notes>39</Notes>
  <HiddenSlides>24</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108</vt:i4>
      </vt:variant>
    </vt:vector>
  </HeadingPairs>
  <TitlesOfParts>
    <vt:vector size="119" baseType="lpstr">
      <vt:lpstr>等线</vt:lpstr>
      <vt:lpstr>等线 Light</vt:lpstr>
      <vt:lpstr>黑体</vt:lpstr>
      <vt:lpstr>华文楷体</vt:lpstr>
      <vt:lpstr>微软雅黑</vt:lpstr>
      <vt:lpstr>Arial</vt:lpstr>
      <vt:lpstr>Calibri</vt:lpstr>
      <vt:lpstr>Cambria Math</vt:lpstr>
      <vt:lpstr>Times New Roman</vt:lpstr>
      <vt:lpstr>Wingdings</vt:lpstr>
      <vt:lpstr>Office 主题​​</vt:lpstr>
      <vt:lpstr> 由FSM衍生的验证技术</vt:lpstr>
      <vt:lpstr>PowerPoint 演示文稿</vt:lpstr>
      <vt:lpstr>PowerPoint 演示文稿</vt:lpstr>
      <vt:lpstr>PowerPoint 演示文稿</vt:lpstr>
      <vt:lpstr>PowerPoint 演示文稿</vt:lpstr>
      <vt:lpstr>软件验证</vt:lpstr>
      <vt:lpstr>软件验证</vt:lpstr>
      <vt:lpstr>软件验证</vt:lpstr>
      <vt:lpstr>模型检测</vt:lpstr>
      <vt:lpstr>PowerPoint 演示文稿</vt:lpstr>
      <vt:lpstr>PowerPoint 演示文稿</vt:lpstr>
      <vt:lpstr>PowerPoint 演示文稿</vt:lpstr>
      <vt:lpstr>PowerPoint 演示文稿</vt:lpstr>
      <vt:lpstr>PowerPoint 演示文稿</vt:lpstr>
      <vt:lpstr>PowerPoint 演示文稿</vt:lpstr>
      <vt:lpstr>模型检查的诞生（1987）</vt:lpstr>
      <vt:lpstr>模型检查的诞生（1987）</vt:lpstr>
      <vt:lpstr>Model Checking</vt:lpstr>
      <vt:lpstr>模型检查的基本思想</vt:lpstr>
      <vt:lpstr>模型检查的基本思想</vt:lpstr>
      <vt:lpstr>模型检查的基本思想</vt:lpstr>
      <vt:lpstr>图的交集</vt:lpstr>
      <vt:lpstr>图的交集</vt:lpstr>
      <vt:lpstr>图的交集</vt:lpstr>
      <vt:lpstr>图上的可达性分析</vt:lpstr>
      <vt:lpstr>图上的可达性分析</vt:lpstr>
      <vt:lpstr>图上的可达性分析</vt:lpstr>
      <vt:lpstr>图上的可达性分析</vt:lpstr>
      <vt:lpstr>图上的可达性分析</vt:lpstr>
      <vt:lpstr>图上的可达性分析</vt:lpstr>
      <vt:lpstr>图上的可达性分析</vt:lpstr>
      <vt:lpstr>图上的可达性分析</vt:lpstr>
      <vt:lpstr>图上的可达性分析</vt:lpstr>
      <vt:lpstr>图上的可达性分析</vt:lpstr>
      <vt:lpstr>图上的可达性分析</vt:lpstr>
      <vt:lpstr>图上的可达性分析</vt:lpstr>
      <vt:lpstr>PowerPoint 演示文稿</vt:lpstr>
      <vt:lpstr>PowerPoint 演示文稿</vt:lpstr>
      <vt:lpstr>PowerPoint 演示文稿</vt:lpstr>
      <vt:lpstr>基于自动机的模型检查技术</vt:lpstr>
      <vt:lpstr>模型</vt:lpstr>
      <vt:lpstr>模型</vt:lpstr>
      <vt:lpstr>性质规范</vt:lpstr>
      <vt:lpstr>性质规范</vt:lpstr>
      <vt:lpstr>性质规范</vt:lpstr>
      <vt:lpstr>性质规范</vt:lpstr>
      <vt:lpstr>自动机交集</vt:lpstr>
      <vt:lpstr>自动机交集</vt:lpstr>
      <vt:lpstr>性质规范</vt:lpstr>
      <vt:lpstr>性质规范</vt:lpstr>
      <vt:lpstr>性质规范</vt:lpstr>
      <vt:lpstr>自动机交集</vt:lpstr>
      <vt:lpstr>自动机交集</vt:lpstr>
      <vt:lpstr>自动机交集</vt:lpstr>
      <vt:lpstr>自动机交集</vt:lpstr>
      <vt:lpstr>测试的局限性</vt:lpstr>
      <vt:lpstr>测试的局限性</vt:lpstr>
      <vt:lpstr>测试的局限性</vt:lpstr>
      <vt:lpstr>PowerPoint 演示文稿</vt:lpstr>
      <vt:lpstr>测试的局限性</vt:lpstr>
      <vt:lpstr>PowerPoint 演示文稿</vt:lpstr>
      <vt:lpstr>PowerPoint 演示文稿</vt:lpstr>
      <vt:lpstr>PowerPoint 演示文稿</vt:lpstr>
      <vt:lpstr>测试的局限性</vt:lpstr>
      <vt:lpstr>PowerPoint 演示文稿</vt:lpstr>
      <vt:lpstr>PowerPoint 演示文稿</vt:lpstr>
      <vt:lpstr>PowerPoint 演示文稿</vt:lpstr>
      <vt:lpstr>模型检查(Model Checking)</vt:lpstr>
      <vt:lpstr>PowerPoint 演示文稿</vt:lpstr>
      <vt:lpstr>PowerPoint 演示文稿</vt:lpstr>
      <vt:lpstr>PowerPoint 演示文稿</vt:lpstr>
      <vt:lpstr>PowerPoint 演示文稿</vt:lpstr>
      <vt:lpstr>验证的困境</vt:lpstr>
      <vt:lpstr>验证的困境</vt:lpstr>
      <vt:lpstr>PowerPoint 演示文稿</vt:lpstr>
      <vt:lpstr>Architecture model</vt:lpstr>
      <vt:lpstr>PowerPoint 演示文稿</vt:lpstr>
      <vt:lpstr>BIP2NuXmv tools</vt:lpstr>
      <vt:lpstr>Model Statistics</vt:lpstr>
      <vt:lpstr>Generic Property: Reachability of control state</vt:lpstr>
      <vt:lpstr>Application Specific Property</vt:lpstr>
      <vt:lpstr>来自工业界的挑战</vt:lpstr>
      <vt:lpstr>显示(Explicit)模型 vs. 隐式(Implicit)模型</vt:lpstr>
      <vt:lpstr>显示(Explicit)模型 vs. 隐式(Implicit)模型</vt:lpstr>
      <vt:lpstr>显示(Explicit)模型 vs. 隐式(Implicit)模型</vt:lpstr>
      <vt:lpstr>显示(Explicit)模型 vs. 隐式(Implicit)模型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模型检查验证技术</dc:title>
  <dc:creator>Li Jianwen</dc:creator>
  <cp:lastModifiedBy>wkmiao</cp:lastModifiedBy>
  <cp:revision>7</cp:revision>
  <dcterms:created xsi:type="dcterms:W3CDTF">2022-05-08T08:06:34Z</dcterms:created>
  <dcterms:modified xsi:type="dcterms:W3CDTF">2025-10-20T12:03:59Z</dcterms:modified>
</cp:coreProperties>
</file>