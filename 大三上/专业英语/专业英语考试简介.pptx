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/>
    <p:restoredTop sz="94631"/>
  </p:normalViewPr>
  <p:slideViewPr>
    <p:cSldViewPr snapToGrid="0" snapToObjects="1">
      <p:cViewPr varScale="1">
        <p:scale>
          <a:sx n="152" d="100"/>
          <a:sy n="152" d="100"/>
        </p:scale>
        <p:origin x="608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6DB179-742E-40F0-8517-1CC9687F06E0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C9E1B8-96A2-402A-AFE4-BC992918A8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7553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LBP: local binary pattern </a:t>
            </a:r>
            <a:r>
              <a:rPr lang="zh-CN" altLang="en-US" dirty="0"/>
              <a:t>局部二值模式，用于描述图像局部特征</a:t>
            </a:r>
            <a:br>
              <a:rPr lang="en-US" altLang="zh-CN" dirty="0"/>
            </a:br>
            <a:r>
              <a:rPr lang="en-US" altLang="zh-CN" dirty="0"/>
              <a:t>VSM: vector space model </a:t>
            </a:r>
            <a:r>
              <a:rPr lang="zh-CN" altLang="en-US" dirty="0"/>
              <a:t>向量空间模型，即将文档和数据都以高维向量的形式存储，查询也是通过高维向量查找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C9E1B8-96A2-402A-AFE4-BC992918A8B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730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Facial recognition</a:t>
            </a:r>
          </a:p>
          <a:p>
            <a:r>
              <a:rPr lang="en-US" altLang="zh-CN" dirty="0"/>
              <a:t>Quantum computing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C9E1B8-96A2-402A-AFE4-BC992918A8B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7568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F5CDB-2263-DF48-B623-8367E8DCF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5FEF6A-CFD3-674B-8AFE-0211D065C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E6DB8-671F-2C45-807B-4B1F81B3D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33EF8-5DDD-8F4E-83A0-B1CC3A61693F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281A7-AC79-0E41-A8E9-BB9C1C95B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DF0CC-6CAB-0042-BE4E-3899134B7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DC4CB-90C1-A645-9816-2BF91E919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43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26AF4-15B8-5E4C-A495-3DA672832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041D1-EAA2-0E4B-B0AD-3E3563262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EA774-FE89-8C4F-8BA6-62A47B8E6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33EF8-5DDD-8F4E-83A0-B1CC3A61693F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11CB4-1588-6F4E-92F5-DA58A5485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6A82B-6406-1F45-8A06-B2C52EE94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DC4CB-90C1-A645-9816-2BF91E919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74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071EC-843B-AC4D-A3B4-96C9B8A31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1F45E-B063-4545-AAA4-FFDB9812D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036D5-9BA3-BF46-B965-3793C000D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33EF8-5DDD-8F4E-83A0-B1CC3A61693F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FC8FB-EF8D-BC4D-A013-44C4E6EEB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16F30-0882-C54E-BBA2-D83547C35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DC4CB-90C1-A645-9816-2BF91E919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561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F388C-8510-BC49-AD18-EE6E6C8DB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13B6D-DE15-6841-936E-E5FFF891B8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BCFB56-7752-BA4C-9514-38D3B24161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2694E-59F6-1840-9351-DCCA5957D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33EF8-5DDD-8F4E-83A0-B1CC3A61693F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679104-D253-9443-AEAD-1BF76A9C8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A9BB5-AC63-734F-9CB0-57076A774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DC4CB-90C1-A645-9816-2BF91E919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441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7B6E1-F313-D949-8AB7-C2E3276B6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685F3-66B0-104C-8E87-D2CC38FF3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9636A3-EEF5-0944-8D3D-858B75A92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7B98AB-F520-D742-ABEB-480D3ECBC7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A7C0E8-154D-9E4F-A7A5-B4AF9695C3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A2E36A-9BC9-BA42-8954-981C170C7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33EF8-5DDD-8F4E-83A0-B1CC3A61693F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CAC33C-D7D9-024C-99FC-BC70DA9E0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F4BD2D-2F90-0E4E-B9FE-C8FB8218F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DC4CB-90C1-A645-9816-2BF91E919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599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E49FE-839A-914E-8482-EE5065B14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4798F3-796F-F34F-9FE5-F22EC2D6D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33EF8-5DDD-8F4E-83A0-B1CC3A61693F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42F976-744C-CB43-A4D9-EF5FB8761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FD60BC-B873-8542-998F-1101B3F70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DC4CB-90C1-A645-9816-2BF91E919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992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CBA28D-E9AD-C444-A59F-C2F98E253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33EF8-5DDD-8F4E-83A0-B1CC3A61693F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0C4EBF-CB37-0C4B-B504-4F89E323F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49A0A-6378-8349-9D50-1C8C3E5C2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DC4CB-90C1-A645-9816-2BF91E919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187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8AB10-C160-364D-A826-47ADB24E9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32693-D1AA-434F-BFCC-8ACE560C8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F3B74A-C9D4-CD49-A828-3E0EEE9304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BEFC22-CBA8-9B41-8165-7D7261169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33EF8-5DDD-8F4E-83A0-B1CC3A61693F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03002-E6E9-2A4E-A1DC-23C5534C1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C717A-5A36-4848-B4D6-2AACD63C7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DC4CB-90C1-A645-9816-2BF91E919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263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0AC3D-87D0-1D49-9AD7-2D6B38D06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8DE1FC-9D96-4D47-BAEB-AA62C368F0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DC3639-A14B-8E4D-A23C-880C68DD6D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90FD8F-4FC4-2449-AA01-55226C290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33EF8-5DDD-8F4E-83A0-B1CC3A61693F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8FCAC-7FD3-444A-92F3-1D9A9FE9F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E63D11-12DD-5140-ADF9-A50ADD5EA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DC4CB-90C1-A645-9816-2BF91E919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23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6966A-9516-5046-8289-1075907AD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327CC7-FBB7-E541-9F5F-792B294609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B5DC8-1CD9-1E4B-9DF9-A976B782A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33EF8-5DDD-8F4E-83A0-B1CC3A61693F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98F69-2FD6-DE4F-A5FE-694815624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0AD7D-2451-BC4E-A804-13122AB79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DC4CB-90C1-A645-9816-2BF91E919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436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38A2F0-9FDC-004C-A173-22A63C703C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D6D2BA-2F8C-4046-A832-10003E4C3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3A650-6A80-9E4F-A2E2-D74680055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33EF8-5DDD-8F4E-83A0-B1CC3A61693F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E8F58-A67D-344E-852F-5BA800F69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1835A-89D9-6E4B-9593-C36D966EC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DC4CB-90C1-A645-9816-2BF91E919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087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947475-3210-2E43-9C2D-DCC703CE3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6B719-62B6-0245-94D5-591FC8334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1D5E8-382F-8A44-A143-F1246465D4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833EF8-5DDD-8F4E-83A0-B1CC3A61693F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86030-60AA-9346-AA5C-25F114694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4E29A-D672-2C44-ABF8-8D5E95F03E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FDC4CB-90C1-A645-9816-2BF91E919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47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2D89A25-AA07-8C4B-92EB-1AB2919A9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250" y="3136900"/>
            <a:ext cx="92075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507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DCD53A-612C-2D41-B20D-D76D1103B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2965450"/>
            <a:ext cx="7162800" cy="92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251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D0D0D4-7741-F44B-B0E4-911659B1E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900" y="3124200"/>
            <a:ext cx="79502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79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3A71E5-AEBE-354C-BAFC-3BB4782C3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0" y="2933700"/>
            <a:ext cx="86360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79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50</Words>
  <Application>Microsoft Office PowerPoint</Application>
  <PresentationFormat>宽屏</PresentationFormat>
  <Paragraphs>5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Arial</vt:lpstr>
      <vt:lpstr>Calibri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Peng CHENG</dc:creator>
  <cp:lastModifiedBy>Administrator</cp:lastModifiedBy>
  <cp:revision>6</cp:revision>
  <dcterms:created xsi:type="dcterms:W3CDTF">2020-10-15T01:50:28Z</dcterms:created>
  <dcterms:modified xsi:type="dcterms:W3CDTF">2025-12-27T08:21:41Z</dcterms:modified>
</cp:coreProperties>
</file>